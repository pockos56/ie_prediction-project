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6F9"/>
    <a:srgbClr val="F0F8FA"/>
    <a:srgbClr val="767171"/>
    <a:srgbClr val="333F50"/>
    <a:srgbClr val="FFD966"/>
    <a:srgbClr val="8FAADC"/>
    <a:srgbClr val="DE0000"/>
    <a:srgbClr val="00B0F0"/>
    <a:srgbClr val="ED7D31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5172" autoAdjust="0"/>
  </p:normalViewPr>
  <p:slideViewPr>
    <p:cSldViewPr snapToGrid="0">
      <p:cViewPr varScale="1">
        <p:scale>
          <a:sx n="85" d="100"/>
          <a:sy n="85" d="100"/>
        </p:scale>
        <p:origin x="90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0628-194A-71CE-FB60-696DD17B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ECFA7-0F5E-3167-BF6C-25EB4141B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707F-04F7-75C9-248B-F49A8658D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D425F-065B-8BC0-69E5-F3B882A22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6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72D1-C4A7-8046-5D2B-FAE67787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6BFFA-044C-3B4E-0EF9-EC9214897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D5FE9-4D5C-5339-A116-46D25366E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77E3B-FB59-EDAA-40CC-5967B03C1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9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4405-A3B2-EE01-79F5-5AF31B23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66A26-4B27-4D42-E92B-7B0801D50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7C1D7-324C-1D3C-960F-223EC4A1B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5D1F2-5717-D1AD-C807-2879C824C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9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9AEE-8067-A407-D491-CFDC2836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5AB459E-E9F5-FF42-DC99-1137B9E340BB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0F417B-F071-4206-62E1-F890B1F0801F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ED3A4A-236E-0E3B-FD78-07788D1EE1DA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109445-BF3D-A88A-D737-E38549F2F1CA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2E9ED96-B741-0393-C771-8DC1DBED59DC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8EA62E6-0B23-7BD6-B7B6-1DEA715B6645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C400A3-673B-ABB6-6D04-3C087A907F84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D497E21-DFFD-CF1A-3032-B925DCBB5F04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325FF79-C282-C353-F5E1-787B7CBECFEB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3DE76D0-C068-1B47-1253-64D73B43021C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FF556B-FD68-2663-DEC1-D2DBD2C1192C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C41D0A-E1B6-7A5D-4CD5-7C1DBDF4F503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689A58-BE04-49C9-4790-080700CC9F1C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C790199-7865-A127-E803-E640E3F33A8F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8A3B049-5789-799A-1C1F-E280DC819858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4F0C7FA-30BF-D4FF-E691-91BA68F0B1B2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34FD777-69B8-A5B9-BE4C-EB0AE8D8A8B7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7FB28E6-3132-029E-D77D-D09D8CE2126B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9338FFB-1402-671D-A41C-98831BE62215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49513A8-358B-8ABF-9FF0-5411EA1863F0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32FA765-63C5-C50A-108D-D3C22F31EEFC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E77498D-64B7-8E2B-08CC-55E5A0D3EA4F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E9D329-1F1A-AD74-2EAF-3E06EDA20951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F7ADF17-8902-97D3-E11D-B1D8E419333D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D74B331-1120-78F1-3A4D-6E75137163B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ECAE5BB-F231-D778-98B6-FAC587A40639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B1E646A-ED2B-751A-AD73-06A86523CFFE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828E881-58FC-3F6D-93BA-3D5F67687BAC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A4E6C436-5A21-B1B8-FDBD-0B885CB2A9BB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E8BB5A2-2320-1B0E-204D-C7F2E37D9DB0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C74F9EC7-EE9F-5A85-1769-E2D5A7379121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40058B8-7FAD-8F04-2473-50F0537F0FF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AE9B32E-D0DE-1DF4-F2A5-735F3E17E9CE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BAD7-AD16-9F09-0F59-02DE06A5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7542814C-8726-81E3-96C6-28C29C353CAC}"/>
              </a:ext>
            </a:extLst>
          </p:cNvPr>
          <p:cNvSpPr/>
          <p:nvPr/>
        </p:nvSpPr>
        <p:spPr>
          <a:xfrm>
            <a:off x="-79515" y="2325406"/>
            <a:ext cx="12271512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62FFDE-560C-84A7-CA4B-F3533A8A0939}"/>
              </a:ext>
            </a:extLst>
          </p:cNvPr>
          <p:cNvSpPr/>
          <p:nvPr/>
        </p:nvSpPr>
        <p:spPr>
          <a:xfrm>
            <a:off x="774193" y="1534514"/>
            <a:ext cx="3835908" cy="4157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7E657FA-4BA3-B8F8-FF14-8F320E6D0AE5}"/>
              </a:ext>
            </a:extLst>
          </p:cNvPr>
          <p:cNvSpPr txBox="1"/>
          <p:nvPr/>
        </p:nvSpPr>
        <p:spPr>
          <a:xfrm>
            <a:off x="1697095" y="48188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71FC4A-4955-8798-F795-426B75417B71}"/>
              </a:ext>
            </a:extLst>
          </p:cNvPr>
          <p:cNvGrpSpPr/>
          <p:nvPr/>
        </p:nvGrpSpPr>
        <p:grpSpPr>
          <a:xfrm>
            <a:off x="25897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B8EE55-AD76-3C75-681A-F41C587E20FB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C831E92-5411-7407-6C1B-F2855D7E015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44D8628-51E5-4B6B-228B-0C565D032CEE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3C093D4-17D2-2605-2489-7302AEE4BC2C}"/>
              </a:ext>
            </a:extLst>
          </p:cNvPr>
          <p:cNvSpPr/>
          <p:nvPr/>
        </p:nvSpPr>
        <p:spPr>
          <a:xfrm>
            <a:off x="953726" y="264373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559E17-AE33-C1A6-5C14-BC4D5C30F182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7FEF3-AEB1-C3C6-4DF6-2F0629AA29A7}"/>
              </a:ext>
            </a:extLst>
          </p:cNvPr>
          <p:cNvSpPr txBox="1"/>
          <p:nvPr/>
        </p:nvSpPr>
        <p:spPr>
          <a:xfrm>
            <a:off x="1692403" y="1644349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46AB7D-E796-AA3C-AE76-7BB850AC2C77}"/>
              </a:ext>
            </a:extLst>
          </p:cNvPr>
          <p:cNvSpPr txBox="1"/>
          <p:nvPr/>
        </p:nvSpPr>
        <p:spPr>
          <a:xfrm>
            <a:off x="949382" y="416023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7C917EF-60CF-A61E-B92C-721F2A0FE7C5}"/>
              </a:ext>
            </a:extLst>
          </p:cNvPr>
          <p:cNvGrpSpPr/>
          <p:nvPr/>
        </p:nvGrpSpPr>
        <p:grpSpPr>
          <a:xfrm>
            <a:off x="24910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A4AB54C-6405-5B1D-1F6A-75B97F7A6B94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C69FC14-5CEF-DE62-3375-EBC4271E933B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36496C2-40AF-B999-CA5C-ABD40F4C0A00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99C326-DF76-ABF7-8B27-BC67FD8E6D97}"/>
              </a:ext>
            </a:extLst>
          </p:cNvPr>
          <p:cNvSpPr/>
          <p:nvPr/>
        </p:nvSpPr>
        <p:spPr>
          <a:xfrm>
            <a:off x="4839224" y="1545406"/>
            <a:ext cx="2839408" cy="4146733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B83C1-917C-FD98-0BE6-BACE7A59E296}"/>
              </a:ext>
            </a:extLst>
          </p:cNvPr>
          <p:cNvSpPr txBox="1"/>
          <p:nvPr/>
        </p:nvSpPr>
        <p:spPr>
          <a:xfrm>
            <a:off x="5173840" y="1564963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7A48AA64-EE8D-E5E3-4610-F7B959DFA6B4}"/>
              </a:ext>
            </a:extLst>
          </p:cNvPr>
          <p:cNvSpPr/>
          <p:nvPr/>
        </p:nvSpPr>
        <p:spPr>
          <a:xfrm>
            <a:off x="1159998" y="354027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0E3450B-FD1A-3A81-D69E-AB1E7CDA390D}"/>
              </a:ext>
            </a:extLst>
          </p:cNvPr>
          <p:cNvSpPr/>
          <p:nvPr/>
        </p:nvSpPr>
        <p:spPr>
          <a:xfrm>
            <a:off x="1962369" y="345177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A4D9643-EACF-AFC2-DBBD-B52A700F96BE}"/>
              </a:ext>
            </a:extLst>
          </p:cNvPr>
          <p:cNvSpPr/>
          <p:nvPr/>
        </p:nvSpPr>
        <p:spPr>
          <a:xfrm>
            <a:off x="1585276" y="370369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0D74AFF-D4A8-66FA-CE17-CF1FA9886C51}"/>
              </a:ext>
            </a:extLst>
          </p:cNvPr>
          <p:cNvSpPr/>
          <p:nvPr/>
        </p:nvSpPr>
        <p:spPr>
          <a:xfrm>
            <a:off x="1981455" y="301279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8F41C50B-2712-8B66-70A6-FA1E58D82C4F}"/>
              </a:ext>
            </a:extLst>
          </p:cNvPr>
          <p:cNvSpPr/>
          <p:nvPr/>
        </p:nvSpPr>
        <p:spPr>
          <a:xfrm>
            <a:off x="1077764" y="301919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3E8B3-7646-3FD3-C6FC-05F027E9AE83}"/>
              </a:ext>
            </a:extLst>
          </p:cNvPr>
          <p:cNvSpPr txBox="1"/>
          <p:nvPr/>
        </p:nvSpPr>
        <p:spPr>
          <a:xfrm>
            <a:off x="1913968" y="306575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F9A8E-3D47-ECBF-7EEC-E577DAFFB3BF}"/>
              </a:ext>
            </a:extLst>
          </p:cNvPr>
          <p:cNvSpPr txBox="1"/>
          <p:nvPr/>
        </p:nvSpPr>
        <p:spPr>
          <a:xfrm>
            <a:off x="1886797" y="349965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B0B0D-CFBC-084A-2501-957C0E4D8D58}"/>
              </a:ext>
            </a:extLst>
          </p:cNvPr>
          <p:cNvSpPr txBox="1"/>
          <p:nvPr/>
        </p:nvSpPr>
        <p:spPr>
          <a:xfrm>
            <a:off x="1511691" y="373877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5A625-7239-AD02-5B8B-A1A277CA7808}"/>
              </a:ext>
            </a:extLst>
          </p:cNvPr>
          <p:cNvSpPr txBox="1"/>
          <p:nvPr/>
        </p:nvSpPr>
        <p:spPr>
          <a:xfrm>
            <a:off x="1080396" y="357971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1B9A7-A04A-D3E5-2A36-3D761E016CAA}"/>
              </a:ext>
            </a:extLst>
          </p:cNvPr>
          <p:cNvSpPr txBox="1"/>
          <p:nvPr/>
        </p:nvSpPr>
        <p:spPr>
          <a:xfrm>
            <a:off x="1030980" y="308602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41543D9-67FB-960F-7057-58B78EEC3AA8}"/>
              </a:ext>
            </a:extLst>
          </p:cNvPr>
          <p:cNvSpPr/>
          <p:nvPr/>
        </p:nvSpPr>
        <p:spPr>
          <a:xfrm>
            <a:off x="1521545" y="280537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783900-3EAC-9316-9DB2-A617873B9EC9}"/>
              </a:ext>
            </a:extLst>
          </p:cNvPr>
          <p:cNvSpPr txBox="1"/>
          <p:nvPr/>
        </p:nvSpPr>
        <p:spPr>
          <a:xfrm>
            <a:off x="1474761" y="287220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5A17545-B1C8-F13E-8C75-0BBB556C145E}"/>
              </a:ext>
            </a:extLst>
          </p:cNvPr>
          <p:cNvGrpSpPr/>
          <p:nvPr/>
        </p:nvGrpSpPr>
        <p:grpSpPr>
          <a:xfrm>
            <a:off x="32455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095B6D0-E553-E348-2F73-17A92BB4B5C3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D9888C33-D0A4-71CD-6CD1-93139C36AD0F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F31A600-1EC8-5FE5-1FAF-FF2F318F937A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6939CEF3-DE8B-D03C-963E-5B11BE08711F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20D3B8-2FD9-D9E6-8AD3-ADBC3C85C279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922A5F-372D-20E7-6AFC-6A75509B857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2BFDBFC-FBB5-D75E-70C2-906B278D1850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97283EF-B3A4-DB19-32DE-2CE99F6218CD}"/>
              </a:ext>
            </a:extLst>
          </p:cNvPr>
          <p:cNvGrpSpPr/>
          <p:nvPr/>
        </p:nvGrpSpPr>
        <p:grpSpPr>
          <a:xfrm>
            <a:off x="32455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DC6FC7F-9896-2C0F-F322-EC8928AACC8F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5E8C2415-A3BC-40AC-034D-F6C5E685D008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73A824F4-C539-F20F-8000-A0410FFD014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E4977649-BD87-0A46-D181-B7FEB8C742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9BDAD33-45DC-96E9-FFFD-76F0003ABF1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5B09DE5-C8C5-F97D-FE1F-D4F1C2F10047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169469-5A99-013B-290E-A18A2DB670C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3CFFB97-6735-43F7-91A6-7428AF302F84}"/>
              </a:ext>
            </a:extLst>
          </p:cNvPr>
          <p:cNvGrpSpPr/>
          <p:nvPr/>
        </p:nvGrpSpPr>
        <p:grpSpPr>
          <a:xfrm>
            <a:off x="32455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70ED35E-60FC-2194-7459-D062EE394B23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8CBFE79E-9146-C7F7-2646-9D4E0F8C825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788C4621-6E39-C95D-4F8D-A86872A82AF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8857102F-AA64-7FA6-1880-1EE489FA9D62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1AA4884-E7A0-EF06-BC1D-BD8710D2C898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239FAF4-C0A9-935C-D353-523C41CACBE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BC38E95-287F-A4FE-C1FD-D4B79E24D1A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BE64353-6455-DB6C-BEE0-2F97A9139081}"/>
              </a:ext>
            </a:extLst>
          </p:cNvPr>
          <p:cNvSpPr/>
          <p:nvPr/>
        </p:nvSpPr>
        <p:spPr>
          <a:xfrm>
            <a:off x="1098127" y="4758992"/>
            <a:ext cx="2035460" cy="835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874DFE0-3070-DE08-93F1-F4F74A20B603}"/>
              </a:ext>
            </a:extLst>
          </p:cNvPr>
          <p:cNvSpPr/>
          <p:nvPr/>
        </p:nvSpPr>
        <p:spPr>
          <a:xfrm rot="7639531">
            <a:off x="21562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E5D7141E-DE85-920B-3109-88B0E0F153EF}"/>
              </a:ext>
            </a:extLst>
          </p:cNvPr>
          <p:cNvSpPr/>
          <p:nvPr/>
        </p:nvSpPr>
        <p:spPr>
          <a:xfrm rot="18409040">
            <a:off x="1571720" y="48869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C80DD8F1-7E8C-B0A4-D0EA-299D8D9198CB}"/>
              </a:ext>
            </a:extLst>
          </p:cNvPr>
          <p:cNvSpPr/>
          <p:nvPr/>
        </p:nvSpPr>
        <p:spPr>
          <a:xfrm>
            <a:off x="1257340" y="4983288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281B5-CC9C-E1EF-B0D2-79B696667295}"/>
              </a:ext>
            </a:extLst>
          </p:cNvPr>
          <p:cNvSpPr txBox="1"/>
          <p:nvPr/>
        </p:nvSpPr>
        <p:spPr>
          <a:xfrm>
            <a:off x="1210556" y="505011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7A5CA6B8-882D-9D88-74E6-B1943F2D2F7B}"/>
              </a:ext>
            </a:extLst>
          </p:cNvPr>
          <p:cNvSpPr/>
          <p:nvPr/>
        </p:nvSpPr>
        <p:spPr>
          <a:xfrm rot="3190960" flipV="1">
            <a:off x="1460314" y="4848832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CF234B-4165-4D0A-15FA-FC9C1C803927}"/>
              </a:ext>
            </a:extLst>
          </p:cNvPr>
          <p:cNvCxnSpPr>
            <a:cxnSpLocks/>
          </p:cNvCxnSpPr>
          <p:nvPr/>
        </p:nvCxnSpPr>
        <p:spPr>
          <a:xfrm flipV="1">
            <a:off x="1613347" y="5180139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54C3C6-69F9-A368-C59A-3B361997B027}"/>
              </a:ext>
            </a:extLst>
          </p:cNvPr>
          <p:cNvSpPr txBox="1"/>
          <p:nvPr/>
        </p:nvSpPr>
        <p:spPr>
          <a:xfrm>
            <a:off x="1804353" y="5072574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50544A-905B-8EAD-F5D9-0916AF02CBFA}"/>
              </a:ext>
            </a:extLst>
          </p:cNvPr>
          <p:cNvSpPr txBox="1"/>
          <p:nvPr/>
        </p:nvSpPr>
        <p:spPr>
          <a:xfrm>
            <a:off x="1579022" y="5298202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</p:spTree>
    <p:extLst>
      <p:ext uri="{BB962C8B-B14F-4D97-AF65-F5344CB8AC3E}">
        <p14:creationId xmlns:p14="http://schemas.microsoft.com/office/powerpoint/2010/main" val="4262673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1524D2CA-95FA-7E61-17E0-38ABD5C6A9D3}"/>
              </a:ext>
            </a:extLst>
          </p:cNvPr>
          <p:cNvSpPr/>
          <p:nvPr/>
        </p:nvSpPr>
        <p:spPr>
          <a:xfrm>
            <a:off x="-179294" y="2509733"/>
            <a:ext cx="12371291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6" y="2246446"/>
            <a:ext cx="3099908" cy="2790651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49" y="2300250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3" y="1534514"/>
            <a:ext cx="3714725" cy="4157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1" y="159921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27262-482A-B348-8D25-F3D68597A5A3}"/>
              </a:ext>
            </a:extLst>
          </p:cNvPr>
          <p:cNvSpPr txBox="1"/>
          <p:nvPr/>
        </p:nvSpPr>
        <p:spPr>
          <a:xfrm>
            <a:off x="682682" y="414118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2242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35" y="410897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322263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35" y="313365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417264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8" y="401385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9" y="416359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843" y="41078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8" y="3066458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9" y="3216194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843" y="316041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270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19063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/>
        </p:nvGraphicFramePr>
        <p:xfrm>
          <a:off x="8243184" y="2875627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37561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63579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19063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/>
        </p:nvGraphicFramePr>
        <p:xfrm>
          <a:off x="8243184" y="3432418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37561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63579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28595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19063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37561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63579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/>
        </p:nvGraphicFramePr>
        <p:xfrm>
          <a:off x="8243184" y="4488004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270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18656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00618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43759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43759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43759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41317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40216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40216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D36EFA-570F-A045-66DE-818F56404B4A}"/>
              </a:ext>
            </a:extLst>
          </p:cNvPr>
          <p:cNvSpPr txBox="1"/>
          <p:nvPr/>
        </p:nvSpPr>
        <p:spPr>
          <a:xfrm>
            <a:off x="1036926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00618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01232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A85A-CE62-EBF0-A9C7-B341606E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8E3E19E6-5976-DDD4-97D2-67C9B73BF5CF}"/>
              </a:ext>
            </a:extLst>
          </p:cNvPr>
          <p:cNvSpPr/>
          <p:nvPr/>
        </p:nvSpPr>
        <p:spPr>
          <a:xfrm>
            <a:off x="-79516" y="2509733"/>
            <a:ext cx="12397021" cy="2207188"/>
          </a:xfrm>
          <a:prstGeom prst="chevron">
            <a:avLst>
              <a:gd name="adj" fmla="val 261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746F293-5B56-18CB-BD08-F83F51EA8207}"/>
              </a:ext>
            </a:extLst>
          </p:cNvPr>
          <p:cNvGrpSpPr/>
          <p:nvPr/>
        </p:nvGrpSpPr>
        <p:grpSpPr>
          <a:xfrm>
            <a:off x="314453" y="1534514"/>
            <a:ext cx="3714725" cy="4157626"/>
            <a:chOff x="507493" y="1534514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2903049-4037-6DBF-3DF7-FEDA335450CF}"/>
                </a:ext>
              </a:extLst>
            </p:cNvPr>
            <p:cNvSpPr/>
            <p:nvPr/>
          </p:nvSpPr>
          <p:spPr>
            <a:xfrm>
              <a:off x="507493" y="1534514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8FAADC"/>
            </a:solidFill>
            <a:ln>
              <a:solidFill>
                <a:schemeClr val="bg1"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DE25276-4D27-DC3F-B46B-272EB641802A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159FB4-EA1B-0828-73CC-1CD9C003360F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0A3ADE-EE2D-DADE-0950-53AB5545A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9B6E124-39BC-BE19-FD4E-0223616AE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C355A15-5854-4FBF-301B-31827CA88F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E4819DF-9C92-B057-52FC-40AEBECDC555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1DD79D-E8EB-AB49-ADCC-DC14B387EC49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B57A97-FDCB-B49B-6FC4-FE0D620EE0CD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0BEAABB-DD33-B239-89C6-82A665989730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508B7E-CC79-CA8F-3A46-AD1487FEB787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2A016A2-EE82-015C-E893-0F7787B28A57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550F9F3-B459-EECB-26F0-130C1F347717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7B2AC5C2-2BE5-154E-2A42-C7F4C3081DB2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3E83C59D-8764-1A62-524E-7CAEDE145A5E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E922F7A6-5509-F40A-26E2-A71AC5205B7B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D4A73AB8-6FA8-CA22-0B7A-35C2F9B8E7B4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4C47FD3A-DC7D-3CBD-A692-89D34FBBDA94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64B881-CADF-A6C9-E8D9-2BE2D81A7131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F271ED-7AA4-4ABC-900E-6442C8ECA2E9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C9F128-0074-2020-F5E0-A476BC1495A1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76442B-71A1-353B-E601-21CC3DBAF958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A20B94-2C09-0DEA-ACD7-6F51081A1079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74107728-CA2A-9FCD-2749-FFC81271EC88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F7BCD0-BDB6-F539-032A-3BA2143F3EE2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0C6B1E5-3789-3193-7B5E-61CF9B7C6CBC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C43062A-DCDD-46BC-61E5-7768C7A274F8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58575E0C-04AD-AE6A-31D3-1D66642707A1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1D275A50-9494-2272-5C0A-0000EAB7923C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6C67B3DE-5516-AE73-6D63-49100C6FAF0C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41E1E9-B44F-1414-BA9D-A93799E1FE0F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739AF59-62AA-5D27-4867-E4023CE535C2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5D06FE-D6F3-E95C-3101-A2A223B9F168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0A14E2C-1586-56A0-164A-DCA0D5B581F0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ACD8BC5-BEDF-9B7B-A30F-B4A7E169518D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052894EE-51B6-474E-D1B7-977CD65A516F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1D0A7291-1D83-10F6-01E7-74AE12E434CF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276F2445-02AD-6C28-E424-C08BEB539DD2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4F2FA51-1A09-D3E4-1E91-9C8FAFE1AA0D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E5E4C39-B860-E638-709E-3460F0F8629F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61DC2F-F67A-6084-21C9-938294C85C8C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E4C0534-7E8B-32D8-3DE7-B8C1FC443CA3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92D25D8-F638-ED35-671C-1703A6AFE1CA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1DBE97E9-1067-0CC0-8730-2072781EA0EA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293A107A-93D0-EBF4-3D43-BE44A36EC19C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9324F8F6-1F28-178A-AD26-A63E7AEF7296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8E0C24B-8BD5-21E5-53C8-A0D16F19A109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59DA1AB-431E-AE8A-2663-985FDFA53B98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0391A6B-292C-6833-B672-F0E621D3F894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3724472-ADF4-EB53-C80F-BE14A079D674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090A36C2-E5B9-FDBF-C84E-C82D7E58F109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430A44F7-DD36-ADC2-BB62-E8472DDDF9DB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ABAD0464-542B-6217-97C4-DF4553FADB5C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51F63D-9C4F-4878-4AE7-1AC4E22DD4D2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51BABFA3-70F3-CF83-5AF9-E2C798DD3BF4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4C0053A-672C-E832-B2F3-461366FB5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842FCF-4BFC-E77F-2267-6D0D02BC8276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CBEF72-CB1D-9C00-FA24-B30893DA5844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00B4791-2226-BD40-39B8-7695A74974AA}"/>
              </a:ext>
            </a:extLst>
          </p:cNvPr>
          <p:cNvSpPr/>
          <p:nvPr/>
        </p:nvSpPr>
        <p:spPr>
          <a:xfrm>
            <a:off x="804716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72CDF9-5F42-7872-6768-7E0673022398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5E0CAEC-8609-FCD1-9E93-816AA8C2542A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69903883-D479-BD2B-0C40-DB90C128D68C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5D3758A-1304-2AE8-7B6E-486F3194979B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B37AB2FE-920F-7682-58CA-F5E484EBFC4C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6B956DF-B6A2-1158-C885-F9C0F4D9C5F8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E49496-0D71-B47B-0878-7EE20DF867CE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2E1DEE1C-BFE5-F64B-3C2A-10B390004981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FC3D7BD-5FD6-680F-A744-0D5CDE73CD1D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F53CEB7-39D4-69B2-E157-570DDD25B08E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A41A151-3810-E9F1-3E3C-B30B264460EB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B559A2EC-7590-CCBC-A843-B86EB47323F9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1B73ECE-53DB-40C8-B2E4-6679C440D9B1}"/>
              </a:ext>
            </a:extLst>
          </p:cNvPr>
          <p:cNvSpPr/>
          <p:nvPr/>
        </p:nvSpPr>
        <p:spPr>
          <a:xfrm>
            <a:off x="819414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D2BD1B9-E5CD-858D-3F3C-5A8CAC50E84A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D59B8DC-42EC-5AC3-6881-B824EF6FAAEF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7C94F788-9543-6504-43F2-D76B743828C8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E23BF11-5B2D-268C-F728-0DC7796D5DCE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79F1F58-42A0-0DB5-FF73-57AE8BA17AA1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5B2D8-18DF-4176-D92C-7B77D8B1421A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712A91-C8E7-966B-8991-8CB541098522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793CC5-D8AE-D043-DDCA-5E7762C3305C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C989033-1706-8BCB-E5BE-941EF19EF7D2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8F51568-AC1E-4711-9DF9-57F294C4EA37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EB118BA-934E-8A41-0009-DC6D76095EFC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44D1896-5B89-3806-1B25-D84E6AAD5A12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C6CD756-32D1-91AC-DC93-017D28254127}"/>
              </a:ext>
            </a:extLst>
          </p:cNvPr>
          <p:cNvSpPr/>
          <p:nvPr/>
        </p:nvSpPr>
        <p:spPr>
          <a:xfrm>
            <a:off x="4176334" y="1858496"/>
            <a:ext cx="3720002" cy="3422164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A38919-C41E-2F20-169D-C7C3F5C457FF}"/>
              </a:ext>
            </a:extLst>
          </p:cNvPr>
          <p:cNvSpPr txBox="1"/>
          <p:nvPr/>
        </p:nvSpPr>
        <p:spPr>
          <a:xfrm>
            <a:off x="5033952" y="186026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338C1214-5E3F-C153-58D4-9601A3F67146}"/>
              </a:ext>
            </a:extLst>
          </p:cNvPr>
          <p:cNvSpPr/>
          <p:nvPr/>
        </p:nvSpPr>
        <p:spPr>
          <a:xfrm>
            <a:off x="4304845" y="4398328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C2A2A982-F4BF-101E-D8C3-05F51E8BF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416615"/>
              </p:ext>
            </p:extLst>
          </p:nvPr>
        </p:nvGraphicFramePr>
        <p:xfrm>
          <a:off x="6814977" y="33023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E69B72FF-D6C5-B949-C3CF-44F98FE937F9}"/>
              </a:ext>
            </a:extLst>
          </p:cNvPr>
          <p:cNvSpPr/>
          <p:nvPr/>
        </p:nvSpPr>
        <p:spPr>
          <a:xfrm rot="18582686">
            <a:off x="4682650" y="2730914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24B8BD28-898B-0E5C-E169-CF0605873091}"/>
              </a:ext>
            </a:extLst>
          </p:cNvPr>
          <p:cNvSpPr/>
          <p:nvPr/>
        </p:nvSpPr>
        <p:spPr>
          <a:xfrm rot="2839795" flipV="1">
            <a:off x="5401231" y="2880650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D8034779-4CCE-0227-F030-CAD32C48B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2745666"/>
            <a:ext cx="591633" cy="591633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2A7F31-68EF-F7B4-49EA-AE1C07C38891}"/>
              </a:ext>
            </a:extLst>
          </p:cNvPr>
          <p:cNvGrpSpPr/>
          <p:nvPr/>
        </p:nvGrpSpPr>
        <p:grpSpPr>
          <a:xfrm>
            <a:off x="6003457" y="2344420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F64C879-9FE1-D58B-8501-6AF5D524D49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9F02751-909B-FDE1-367F-D84C5A5AC25F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60D70D4-3FEC-7B56-E62D-2D046E3A86B3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50EF962-275B-F982-A03B-11F193A9688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EE4410B-F626-89CD-5F58-4AF9F1C638BE}"/>
              </a:ext>
            </a:extLst>
          </p:cNvPr>
          <p:cNvGrpSpPr/>
          <p:nvPr/>
        </p:nvGrpSpPr>
        <p:grpSpPr>
          <a:xfrm>
            <a:off x="6003457" y="3045396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D060397-0897-33DD-C17E-34CD431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5C6E542-DC7E-5403-A9AD-0CC11396D47D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2CC88AA-F3A7-19D6-B1E9-B70A8FD6654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25C2195-9CF1-BC94-13EE-C159CD123B1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D4D4459-A484-67E9-E185-D31D0D57C2ED}"/>
              </a:ext>
            </a:extLst>
          </p:cNvPr>
          <p:cNvGrpSpPr/>
          <p:nvPr/>
        </p:nvGrpSpPr>
        <p:grpSpPr>
          <a:xfrm>
            <a:off x="6003457" y="3395884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6FD2573-5AC1-9C58-E1F8-B4FAE1084A18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AE45E25-10F4-5E6D-E43B-CC45BD6602F0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BD230CC-8142-F721-2419-01D82EB41EF7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62434D1-966A-7FB1-01B7-BD31AC42D7D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8B6CFBF2-8F67-C05B-8972-59E44A10EA7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FC2682C-74D0-3B65-E268-C0187CA9A01F}"/>
              </a:ext>
            </a:extLst>
          </p:cNvPr>
          <p:cNvGrpSpPr/>
          <p:nvPr/>
        </p:nvGrpSpPr>
        <p:grpSpPr>
          <a:xfrm>
            <a:off x="6003457" y="2694908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F1F7115-AD2B-79EA-572D-68E1AB54FECC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75BBCF1-5A15-CC98-B914-0FA3FA54CDCD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EDF8790C-9F3C-68C0-CB01-3B2436262890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BACC1EA-48BB-91EB-6E21-504EDCA7CF85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11FEE47D-141C-7072-4455-C1A937E456E1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68B75B3-1B44-85C8-F88B-8EBFDF59B889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BEFC27CF-7F9B-1E8C-A5C5-36B924345E37}"/>
              </a:ext>
            </a:extLst>
          </p:cNvPr>
          <p:cNvSpPr/>
          <p:nvPr/>
        </p:nvSpPr>
        <p:spPr>
          <a:xfrm>
            <a:off x="6621184" y="2369819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5D2BCD9-06B1-DEC8-AF5F-891B523A31D2}"/>
              </a:ext>
            </a:extLst>
          </p:cNvPr>
          <p:cNvGrpSpPr/>
          <p:nvPr/>
        </p:nvGrpSpPr>
        <p:grpSpPr>
          <a:xfrm>
            <a:off x="7000321" y="2655256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11425E3-B813-72FB-0AAB-FEB3D5607A36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96910D9-A83F-A009-72BF-FF6C10777413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80EDCA4-627A-C4E2-5CD3-7E19763316B9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87EF0ED-10DE-97EB-5187-E08F0067A3B5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30B68BC-D1F1-0ED8-C003-FB67C4E27B4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5ACCE7D3-BD65-6301-EBB8-5C3907E26FE2}"/>
              </a:ext>
            </a:extLst>
          </p:cNvPr>
          <p:cNvCxnSpPr>
            <a:cxnSpLocks/>
          </p:cNvCxnSpPr>
          <p:nvPr/>
        </p:nvCxnSpPr>
        <p:spPr>
          <a:xfrm flipH="1">
            <a:off x="6990080" y="2947644"/>
            <a:ext cx="87589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F5D276A5-0C49-3D3C-5ADB-4CE68F086415}"/>
              </a:ext>
            </a:extLst>
          </p:cNvPr>
          <p:cNvCxnSpPr>
            <a:cxnSpLocks/>
          </p:cNvCxnSpPr>
          <p:nvPr/>
        </p:nvCxnSpPr>
        <p:spPr>
          <a:xfrm>
            <a:off x="7145995" y="2947644"/>
            <a:ext cx="303825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7D5BD2C-D50A-2CEA-D64B-95D08BE73FAE}"/>
              </a:ext>
            </a:extLst>
          </p:cNvPr>
          <p:cNvCxnSpPr>
            <a:cxnSpLocks/>
          </p:cNvCxnSpPr>
          <p:nvPr/>
        </p:nvCxnSpPr>
        <p:spPr>
          <a:xfrm>
            <a:off x="7382457" y="2949788"/>
            <a:ext cx="301043" cy="35221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6A1C7772-1007-E121-0F30-5ABD3D596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45487"/>
              </p:ext>
            </p:extLst>
          </p:nvPr>
        </p:nvGraphicFramePr>
        <p:xfrm>
          <a:off x="6847997" y="476290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261" name="Arc 260">
            <a:extLst>
              <a:ext uri="{FF2B5EF4-FFF2-40B4-BE49-F238E27FC236}">
                <a16:creationId xmlns:a16="http://schemas.microsoft.com/office/drawing/2014/main" id="{795A7615-BD5B-9FDC-0006-85BDC97AEBCC}"/>
              </a:ext>
            </a:extLst>
          </p:cNvPr>
          <p:cNvSpPr/>
          <p:nvPr/>
        </p:nvSpPr>
        <p:spPr>
          <a:xfrm rot="18582686">
            <a:off x="4682650" y="4243579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40628C1F-C48B-2956-FEC5-0F35605EC8F7}"/>
              </a:ext>
            </a:extLst>
          </p:cNvPr>
          <p:cNvSpPr/>
          <p:nvPr/>
        </p:nvSpPr>
        <p:spPr>
          <a:xfrm rot="2839795" flipV="1">
            <a:off x="5401231" y="4393315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3" name="Graphic 262" descr="Database outline">
            <a:extLst>
              <a:ext uri="{FF2B5EF4-FFF2-40B4-BE49-F238E27FC236}">
                <a16:creationId xmlns:a16="http://schemas.microsoft.com/office/drawing/2014/main" id="{E9FC38D9-817F-F7B3-0E3E-570B2B939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4258331"/>
            <a:ext cx="591633" cy="591633"/>
          </a:xfrm>
          <a:prstGeom prst="rect">
            <a:avLst/>
          </a:prstGeom>
        </p:spPr>
      </p:pic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A9A1258-E1EF-DE3F-B8A3-BC7405C53E5D}"/>
              </a:ext>
            </a:extLst>
          </p:cNvPr>
          <p:cNvGrpSpPr/>
          <p:nvPr/>
        </p:nvGrpSpPr>
        <p:grpSpPr>
          <a:xfrm>
            <a:off x="6003457" y="4059015"/>
            <a:ext cx="515427" cy="292388"/>
            <a:chOff x="6170069" y="2484693"/>
            <a:chExt cx="515427" cy="292388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BA877DE7-2FA2-0C54-62F1-85D8D5FBE519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AD356BA1-A19B-E1A6-D8E2-4F725FAE5B1E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223EEA7-8DA1-ADFF-81D3-2F3067424CE0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5F0F99C0-CB89-017B-2550-6F22A3101CB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Right Brace 286">
            <a:extLst>
              <a:ext uri="{FF2B5EF4-FFF2-40B4-BE49-F238E27FC236}">
                <a16:creationId xmlns:a16="http://schemas.microsoft.com/office/drawing/2014/main" id="{6356A8FC-54E7-7956-2615-FE9C5AA3F4B5}"/>
              </a:ext>
            </a:extLst>
          </p:cNvPr>
          <p:cNvSpPr/>
          <p:nvPr/>
        </p:nvSpPr>
        <p:spPr>
          <a:xfrm>
            <a:off x="6621184" y="4084415"/>
            <a:ext cx="225434" cy="1020118"/>
          </a:xfrm>
          <a:prstGeom prst="rightBrace">
            <a:avLst>
              <a:gd name="adj1" fmla="val 40367"/>
              <a:gd name="adj2" fmla="val 3249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5D6FFA3A-CEDB-F2EE-1E58-3B96116C5C4C}"/>
              </a:ext>
            </a:extLst>
          </p:cNvPr>
          <p:cNvCxnSpPr>
            <a:cxnSpLocks/>
          </p:cNvCxnSpPr>
          <p:nvPr/>
        </p:nvCxnSpPr>
        <p:spPr>
          <a:xfrm flipH="1">
            <a:off x="7149465" y="4564380"/>
            <a:ext cx="86360" cy="20002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A105B219-D955-C427-7BE9-505C1D538659}"/>
              </a:ext>
            </a:extLst>
          </p:cNvPr>
          <p:cNvCxnSpPr>
            <a:cxnSpLocks/>
          </p:cNvCxnSpPr>
          <p:nvPr/>
        </p:nvCxnSpPr>
        <p:spPr>
          <a:xfrm>
            <a:off x="7304405" y="4556760"/>
            <a:ext cx="407035" cy="20574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ADB5F94-B70D-FADE-2D9D-FEA611AF5981}"/>
              </a:ext>
            </a:extLst>
          </p:cNvPr>
          <p:cNvGrpSpPr/>
          <p:nvPr/>
        </p:nvGrpSpPr>
        <p:grpSpPr>
          <a:xfrm>
            <a:off x="6013352" y="4773038"/>
            <a:ext cx="515427" cy="292388"/>
            <a:chOff x="6170069" y="2484693"/>
            <a:chExt cx="515427" cy="292388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63F2BE8-2FFE-AEAA-93DB-DB93900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9CD2F2CB-94D3-9079-2738-F8ABECA1F227}"/>
                </a:ext>
              </a:extLst>
            </p:cNvPr>
            <p:cNvCxnSpPr>
              <a:cxnSpLocks/>
            </p:cNvCxnSpPr>
            <p:nvPr/>
          </p:nvCxnSpPr>
          <p:spPr>
            <a:xfrm>
              <a:off x="6250078" y="2696745"/>
              <a:ext cx="0" cy="8033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F9C4D2CD-0AF4-4420-2355-4A84456BA2D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57114"/>
              <a:ext cx="0" cy="20265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8D82D37A-A194-7546-0731-6F88FC8D1D2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654C2D2-0CB0-EB3C-394F-078130DA81FF}"/>
              </a:ext>
            </a:extLst>
          </p:cNvPr>
          <p:cNvCxnSpPr>
            <a:cxnSpLocks/>
          </p:cNvCxnSpPr>
          <p:nvPr/>
        </p:nvCxnSpPr>
        <p:spPr>
          <a:xfrm>
            <a:off x="6170446" y="4643529"/>
            <a:ext cx="0" cy="5034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AFAE33F6-BB3D-179C-5AC9-4F9F7A21E998}"/>
              </a:ext>
            </a:extLst>
          </p:cNvPr>
          <p:cNvGrpSpPr/>
          <p:nvPr/>
        </p:nvGrpSpPr>
        <p:grpSpPr>
          <a:xfrm>
            <a:off x="6009158" y="4419983"/>
            <a:ext cx="515427" cy="292388"/>
            <a:chOff x="5948198" y="4244723"/>
            <a:chExt cx="515427" cy="29238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731B2FB9-058E-4079-CD8F-FE06E62245DD}"/>
                </a:ext>
              </a:extLst>
            </p:cNvPr>
            <p:cNvCxnSpPr>
              <a:cxnSpLocks/>
            </p:cNvCxnSpPr>
            <p:nvPr/>
          </p:nvCxnSpPr>
          <p:spPr>
            <a:xfrm>
              <a:off x="5958993" y="424472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DAE5B618-4437-ECF9-5822-2906A92CE0EA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07" y="438007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080FC64-D4CC-8090-2C37-318C7C313BB7}"/>
                </a:ext>
              </a:extLst>
            </p:cNvPr>
            <p:cNvCxnSpPr>
              <a:cxnSpLocks/>
            </p:cNvCxnSpPr>
            <p:nvPr/>
          </p:nvCxnSpPr>
          <p:spPr>
            <a:xfrm>
              <a:off x="6224422" y="426758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DE213C82-D54E-ADCB-423A-1869DA40F2DD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98" y="452949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AB4B68DF-04AE-D4BB-E1A0-3BD8E2ACB2A1}"/>
              </a:ext>
            </a:extLst>
          </p:cNvPr>
          <p:cNvGrpSpPr/>
          <p:nvPr/>
        </p:nvGrpSpPr>
        <p:grpSpPr>
          <a:xfrm>
            <a:off x="7026615" y="4269672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7CDE0BC9-E86B-12B0-3E1E-031E67249B4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AD80F294-B060-54B0-D68E-F47BA628418A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AE6D14-4AA1-493F-E7A0-87601427951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85A072B0-ADE7-550D-843F-87DC86F54DB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90AF8D24-8384-C70B-834E-952CD990C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14394"/>
              </p:ext>
            </p:extLst>
          </p:nvPr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D8A6A5E2-4C15-D599-436C-C72C3722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75859"/>
              </p:ext>
            </p:extLst>
          </p:nvPr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84524FA-3BC3-7062-0C83-3583F6348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82956"/>
              </p:ext>
            </p:extLst>
          </p:nvPr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9116205E-3144-2AF0-CDCC-739E8A7D961C}"/>
              </a:ext>
            </a:extLst>
          </p:cNvPr>
          <p:cNvSpPr/>
          <p:nvPr/>
        </p:nvSpPr>
        <p:spPr>
          <a:xfrm>
            <a:off x="8678703" y="5417214"/>
            <a:ext cx="2176860" cy="131257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B91A41-7724-F1E2-9596-610EDEA23AA5}"/>
              </a:ext>
            </a:extLst>
          </p:cNvPr>
          <p:cNvSpPr/>
          <p:nvPr/>
        </p:nvSpPr>
        <p:spPr>
          <a:xfrm>
            <a:off x="4216688" y="2755301"/>
            <a:ext cx="677499" cy="67749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entagon 68">
            <a:extLst>
              <a:ext uri="{FF2B5EF4-FFF2-40B4-BE49-F238E27FC236}">
                <a16:creationId xmlns:a16="http://schemas.microsoft.com/office/drawing/2014/main" id="{57E578EE-3EF2-8C4C-4291-E8C4D7A2B731}"/>
              </a:ext>
            </a:extLst>
          </p:cNvPr>
          <p:cNvSpPr/>
          <p:nvPr/>
        </p:nvSpPr>
        <p:spPr>
          <a:xfrm>
            <a:off x="4319237" y="2818431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93584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C3CC-633E-6787-9167-DE7C1486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C2CB3592-F017-009C-B04A-CD37981ECB1E}"/>
              </a:ext>
            </a:extLst>
          </p:cNvPr>
          <p:cNvSpPr/>
          <p:nvPr/>
        </p:nvSpPr>
        <p:spPr>
          <a:xfrm>
            <a:off x="-515571" y="2516612"/>
            <a:ext cx="13098533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38A8B4D-8249-2462-4D91-8D6715AEBCAC}"/>
              </a:ext>
            </a:extLst>
          </p:cNvPr>
          <p:cNvGrpSpPr/>
          <p:nvPr/>
        </p:nvGrpSpPr>
        <p:grpSpPr>
          <a:xfrm>
            <a:off x="303221" y="1572680"/>
            <a:ext cx="3714725" cy="4157626"/>
            <a:chOff x="508388" y="1572680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0AE9D11-6F3A-B6CD-2093-B099940390B9}"/>
                </a:ext>
              </a:extLst>
            </p:cNvPr>
            <p:cNvSpPr/>
            <p:nvPr/>
          </p:nvSpPr>
          <p:spPr>
            <a:xfrm>
              <a:off x="508388" y="1572680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F0F8FA"/>
            </a:solidFill>
            <a:ln w="25400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5E3E320-2CDE-C6F8-BA35-2F1BC210C79E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FF88EE-9BBB-A8C2-C16A-1DCB5E0EC303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A09BFD8-9179-5AEF-15BB-1A465B441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D1A2BCF-C25C-AF00-9494-6C71BDD066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F4BACC3-29C5-1B7C-3915-B5F17C67F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01720AF-FCA4-8E3D-6096-E2F98C8EE64B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1F3865B-0B6B-5EA0-8177-F7484FB4E935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B0C6A7-F7CD-D03D-FDAC-F87FD6DF0571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5D286F8-80AC-72FA-32BD-F3066B8E6AC2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BEE7C1-3E1C-352A-6D9A-2438B6E4C3BD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52FD43-F258-D164-5511-955B7C6277C8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AD6E77-3ACA-3F55-A9DC-6D9F768A1FBF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ABC8A551-4BAA-460D-0438-2F87EB03DCCA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1B8E06CB-8D4D-3198-EC49-3AF012F6FD04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3E6A9FD9-603B-3E6A-4643-0B4FA4A2B3B6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07C9A75E-C6B3-FF21-202F-6CF9AD761AF8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417207AD-E8B0-5E36-DB4B-A81DBE76AC2D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0853EF-6248-8AF3-14DC-424B0F490A26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0BB6F1-E8B9-8B4B-B65D-79C37D34E17F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591B11-80E6-CC0D-6745-3519787B7E83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7C5715-BD2C-EBF8-EEAF-61509F82A08D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71C6E3-9DC1-06CB-7831-D34D308F9EA3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1D7316B0-E666-B79F-063D-D54CEF6927B4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3E1C9E-5EED-8A8E-336E-8D011C0B17E7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33E6B18-82E3-F57A-E5E9-2F2E00C441F9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5CE336E-8383-F710-E5AC-3FB400262FA0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4977EBC9-D6D5-C22D-4551-898F33B3960A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ED349307-8A48-8E2E-92B1-E1343A285771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2976527E-24C9-6001-0C1B-F09C02898AAC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DB40C22-CCE0-E479-5351-614FD2B67EC3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CD6AC19-9315-6FB7-3812-DBA4766942E1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7622DF-FE3C-1679-25D2-CEBA4422879D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802D4ED-7F8A-8D83-D811-77EB067E0BED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19ECEF4-B4D7-CA29-1A5A-CC7B856793CD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C1068782-ABE8-4D07-4931-492A156BFC8C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F69DAF0E-7682-5798-A3FD-61D0A6C1D056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1A76F906-D92A-C57B-FC28-272F1EB19B7A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D3F9F92-9149-9809-18AF-B9DC016B9107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3A8A63C-7BA5-9D07-F628-886DB7D0E001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275969C-0531-09E7-6ED4-5F55AAD3478E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01FED2B-9CA1-E42F-D819-ED5AFA786060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803A3956-AC8A-605E-D047-222EEBD48676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1BD726AE-810B-2F3B-987E-C8293C784B3F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950B3B21-CD44-3857-0DA4-33DB935B3F82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1287B3C1-2FF1-51D9-D378-1033FB324AC8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7C20E55-35AD-1C5A-41C8-B739F407FF3F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EF4CBB0-A4ED-0818-E56D-D6A4DD52C7BE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D05B93B-B9F8-D94F-5628-189CB321956C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251071D6-055F-66BA-FC22-0229852137F2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CA5EF8A4-24FD-8FF1-7A34-B58E6056295E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75DD46E5-7C5C-D3D1-E2BB-64B4812A2539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97542EF4-ECDA-A31E-82DF-77A7A95FD8D6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7BA251-11E3-4C57-621B-7B04ACE80845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6E05227F-1516-7AD1-1674-F0E59C7C0589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5E8EE0F-C3BB-469E-6824-4213BE5EE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4CAAB7-B703-A9B3-CBDF-4C6D85D961C9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2DB427-C10C-7974-2183-6802A0814CAC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7B13CA-5F22-9082-CC22-2FEF6BE8111E}"/>
              </a:ext>
            </a:extLst>
          </p:cNvPr>
          <p:cNvSpPr/>
          <p:nvPr/>
        </p:nvSpPr>
        <p:spPr>
          <a:xfrm>
            <a:off x="804716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EBF6F9"/>
          </a:solidFill>
          <a:ln w="25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97C758-7757-833F-C042-B90DF098A89A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9128D374-76E3-E711-1A3C-04B9E0115B89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B306333-535D-D4B5-1732-F42E6FC0B42D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62BA4E-C190-A535-9294-9F66986F6A1C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35491F45-1814-5521-6CD1-7229A7CE1EBD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B8A0E36-DA2F-DCE7-0E61-FCFB230A8785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CEF798F-EBE0-B166-1884-B6437785784C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A1A7234F-5EFB-F54F-7490-13581DD73C48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28D1F80-90A1-F99D-2D98-241BC46936D4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BE09AEDF-67E3-953B-B896-6C4726875ADD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BB723D1-768A-0598-0DCC-FF68460E4859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5F6424F8-FF64-55C2-2DE0-EEF911D45EDE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9CAD7170-C7E3-840E-5A28-13D0D4AE52C1}"/>
              </a:ext>
            </a:extLst>
          </p:cNvPr>
          <p:cNvSpPr/>
          <p:nvPr/>
        </p:nvSpPr>
        <p:spPr>
          <a:xfrm>
            <a:off x="819414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5932BAA-4722-BBE8-95BC-62EFD9E44F73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2B16CE-80B9-43C1-829A-B126F53227C7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E1980F2-62CD-7422-088C-07660B6CE714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5CFB14A-184E-9ECE-E751-661FAC581B51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36D0210-D0F0-8410-E79F-984092091FE0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859572-2A54-15FF-CA9A-664B6AACCFFF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71C8B7-ECC0-5E5B-67F0-5D3CB0271E5B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349189-8196-5D5C-8B49-59CA320535B4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20079AD-6A3E-DCAF-6BDE-C11468E681F6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17F00FE-EA08-9578-2EC0-FE83B8311492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81A6F67-7F7C-5EF3-DEC9-90D769D5934E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45F2CA6-2FFB-B83F-1CA5-EA22C6334F5E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4625384-C47E-4A1B-B42F-CC2833E2D109}"/>
              </a:ext>
            </a:extLst>
          </p:cNvPr>
          <p:cNvSpPr/>
          <p:nvPr/>
        </p:nvSpPr>
        <p:spPr>
          <a:xfrm>
            <a:off x="4176334" y="1858496"/>
            <a:ext cx="3720002" cy="3422164"/>
          </a:xfrm>
          <a:prstGeom prst="roundRect">
            <a:avLst>
              <a:gd name="adj" fmla="val 4189"/>
            </a:avLst>
          </a:prstGeom>
          <a:solidFill>
            <a:srgbClr val="F0F8FA"/>
          </a:solidFill>
          <a:ln w="25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89DB4-A3EC-695A-D5AF-448286DC304E}"/>
              </a:ext>
            </a:extLst>
          </p:cNvPr>
          <p:cNvSpPr txBox="1"/>
          <p:nvPr/>
        </p:nvSpPr>
        <p:spPr>
          <a:xfrm>
            <a:off x="5033952" y="186026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C38F5F5B-05E6-524B-7DEA-C4AB5690DD85}"/>
              </a:ext>
            </a:extLst>
          </p:cNvPr>
          <p:cNvSpPr/>
          <p:nvPr/>
        </p:nvSpPr>
        <p:spPr>
          <a:xfrm>
            <a:off x="4304845" y="4398328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805753F-5394-83C5-4BAB-79C48A63E697}"/>
              </a:ext>
            </a:extLst>
          </p:cNvPr>
          <p:cNvGraphicFramePr>
            <a:graphicFrameLocks noGrp="1"/>
          </p:cNvGraphicFramePr>
          <p:nvPr/>
        </p:nvGraphicFramePr>
        <p:xfrm>
          <a:off x="6814977" y="33023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78365073-B0A4-1EC1-F63E-0CEAD685A026}"/>
              </a:ext>
            </a:extLst>
          </p:cNvPr>
          <p:cNvSpPr/>
          <p:nvPr/>
        </p:nvSpPr>
        <p:spPr>
          <a:xfrm>
            <a:off x="4319237" y="2818431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F7480B3F-5229-F8DE-BF47-A9D8700608BC}"/>
              </a:ext>
            </a:extLst>
          </p:cNvPr>
          <p:cNvSpPr/>
          <p:nvPr/>
        </p:nvSpPr>
        <p:spPr>
          <a:xfrm rot="18582686">
            <a:off x="4682650" y="2730914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B23C1253-4C8A-942F-DDEB-C048486364AD}"/>
              </a:ext>
            </a:extLst>
          </p:cNvPr>
          <p:cNvSpPr/>
          <p:nvPr/>
        </p:nvSpPr>
        <p:spPr>
          <a:xfrm rot="2839795" flipV="1">
            <a:off x="5401231" y="2880650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3E370546-BFB7-1E4C-8359-EBA39B58D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2745666"/>
            <a:ext cx="591633" cy="591633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CBA80B6-7887-EEA5-E7CA-59D580074BF4}"/>
              </a:ext>
            </a:extLst>
          </p:cNvPr>
          <p:cNvGrpSpPr/>
          <p:nvPr/>
        </p:nvGrpSpPr>
        <p:grpSpPr>
          <a:xfrm>
            <a:off x="6003457" y="2344420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CD9BA45-233F-57D8-3199-08749B9E615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27A19A6-6D98-E9FF-2624-F3101D9A8ACE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65A1473-E4BC-BA64-3BD4-A156A8E878C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E8DDB99-8FD3-CEBE-8B10-134B634A1683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8442D76-F7D2-1994-2912-61733CB86E0A}"/>
              </a:ext>
            </a:extLst>
          </p:cNvPr>
          <p:cNvGrpSpPr/>
          <p:nvPr/>
        </p:nvGrpSpPr>
        <p:grpSpPr>
          <a:xfrm>
            <a:off x="6003457" y="3045396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4BCC6C6-8A2A-EB69-163C-A3E2B986FB1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5F2860BF-C195-A6D4-EC58-5F7C7B77E2BF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B445608-A92E-FFB0-4A94-59CDF75E0B98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8FB634AD-7B4E-9F9E-EFDE-94FC5C8A4592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2EA602B-DDD4-DE3E-20D5-18E906DB4026}"/>
              </a:ext>
            </a:extLst>
          </p:cNvPr>
          <p:cNvGrpSpPr/>
          <p:nvPr/>
        </p:nvGrpSpPr>
        <p:grpSpPr>
          <a:xfrm>
            <a:off x="6003457" y="3395884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7FFCCFF-9958-F4B8-3A97-F93F639396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BFBE3DFE-7102-C3B8-432F-A3AE8450F7CD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FDA208F-D6FD-4CC2-0DF0-C6AD2F5589F2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7CBE53D-1C2E-C53E-4990-2B2D1A3B1CFF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FF0B17C-F47C-DA00-F9EA-47224BFE922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DB9B220-11F1-675D-C60B-2D1D087AB4F2}"/>
              </a:ext>
            </a:extLst>
          </p:cNvPr>
          <p:cNvGrpSpPr/>
          <p:nvPr/>
        </p:nvGrpSpPr>
        <p:grpSpPr>
          <a:xfrm>
            <a:off x="6003457" y="2694908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DA80AF2-5520-35FA-E84F-E17BF58320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F94182E-86C6-90CC-B8D4-D41F7648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59F2C990-10A5-E6E6-C7E1-616D3DF880FB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06C2435-1ED5-1F37-7487-7B21AE9CDE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868301B7-C0F7-51CA-1D30-552A925E5C7B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ACA33536-C6DE-B5AB-4608-B164BEAF28EA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CF2F0A78-AC1D-62F8-ED6A-7CC93D4BC97C}"/>
              </a:ext>
            </a:extLst>
          </p:cNvPr>
          <p:cNvSpPr/>
          <p:nvPr/>
        </p:nvSpPr>
        <p:spPr>
          <a:xfrm>
            <a:off x="6621184" y="2369819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A677D01-6116-B0B9-341F-A0076064416D}"/>
              </a:ext>
            </a:extLst>
          </p:cNvPr>
          <p:cNvGrpSpPr/>
          <p:nvPr/>
        </p:nvGrpSpPr>
        <p:grpSpPr>
          <a:xfrm>
            <a:off x="7000321" y="2655256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BEC7529C-E4D5-C6A4-37FB-3191A9AAA6F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4DC98BC-79FF-0787-36F2-AC0AB6857BBB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A9C799A-C826-EE6F-F83B-CA98E3A82B09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D87BC2F-7B0B-D176-0AA6-690E2DBEF00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6418CF3C-15CA-BDF5-B5B9-FE339CD08A5E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62515233-951B-26AF-AC8F-C26262C7AEF1}"/>
              </a:ext>
            </a:extLst>
          </p:cNvPr>
          <p:cNvCxnSpPr>
            <a:cxnSpLocks/>
          </p:cNvCxnSpPr>
          <p:nvPr/>
        </p:nvCxnSpPr>
        <p:spPr>
          <a:xfrm flipH="1">
            <a:off x="6990080" y="2947644"/>
            <a:ext cx="87589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99CAFA01-7C34-690F-FADA-527B8BAB6C9C}"/>
              </a:ext>
            </a:extLst>
          </p:cNvPr>
          <p:cNvCxnSpPr>
            <a:cxnSpLocks/>
          </p:cNvCxnSpPr>
          <p:nvPr/>
        </p:nvCxnSpPr>
        <p:spPr>
          <a:xfrm>
            <a:off x="7145995" y="2947644"/>
            <a:ext cx="303825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B4F2BEB-1C84-D390-591D-54C593BD9A9E}"/>
              </a:ext>
            </a:extLst>
          </p:cNvPr>
          <p:cNvCxnSpPr>
            <a:cxnSpLocks/>
          </p:cNvCxnSpPr>
          <p:nvPr/>
        </p:nvCxnSpPr>
        <p:spPr>
          <a:xfrm>
            <a:off x="7382457" y="2949788"/>
            <a:ext cx="301043" cy="35221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5DA3A1B6-AE19-4776-4976-1DEE3E9886D3}"/>
              </a:ext>
            </a:extLst>
          </p:cNvPr>
          <p:cNvGraphicFramePr>
            <a:graphicFrameLocks noGrp="1"/>
          </p:cNvGraphicFramePr>
          <p:nvPr/>
        </p:nvGraphicFramePr>
        <p:xfrm>
          <a:off x="6847997" y="476290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261" name="Arc 260">
            <a:extLst>
              <a:ext uri="{FF2B5EF4-FFF2-40B4-BE49-F238E27FC236}">
                <a16:creationId xmlns:a16="http://schemas.microsoft.com/office/drawing/2014/main" id="{74B19F93-BFB0-1D92-9EDD-8DFC4B24B8C7}"/>
              </a:ext>
            </a:extLst>
          </p:cNvPr>
          <p:cNvSpPr/>
          <p:nvPr/>
        </p:nvSpPr>
        <p:spPr>
          <a:xfrm rot="18582686">
            <a:off x="4682650" y="4243579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737C2851-088A-FF01-93CF-94DEC4FEE9C7}"/>
              </a:ext>
            </a:extLst>
          </p:cNvPr>
          <p:cNvSpPr/>
          <p:nvPr/>
        </p:nvSpPr>
        <p:spPr>
          <a:xfrm rot="2839795" flipV="1">
            <a:off x="5401231" y="4393315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3" name="Graphic 262" descr="Database outline">
            <a:extLst>
              <a:ext uri="{FF2B5EF4-FFF2-40B4-BE49-F238E27FC236}">
                <a16:creationId xmlns:a16="http://schemas.microsoft.com/office/drawing/2014/main" id="{2CB774E9-EA8E-AC07-C7C0-C9CA2F78E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4258331"/>
            <a:ext cx="591633" cy="591633"/>
          </a:xfrm>
          <a:prstGeom prst="rect">
            <a:avLst/>
          </a:prstGeom>
        </p:spPr>
      </p:pic>
      <p:grpSp>
        <p:nvGrpSpPr>
          <p:cNvPr id="264" name="Group 263">
            <a:extLst>
              <a:ext uri="{FF2B5EF4-FFF2-40B4-BE49-F238E27FC236}">
                <a16:creationId xmlns:a16="http://schemas.microsoft.com/office/drawing/2014/main" id="{CC27942B-FACF-A1FE-029E-CC08B25ED711}"/>
              </a:ext>
            </a:extLst>
          </p:cNvPr>
          <p:cNvGrpSpPr/>
          <p:nvPr/>
        </p:nvGrpSpPr>
        <p:grpSpPr>
          <a:xfrm>
            <a:off x="6003457" y="4059015"/>
            <a:ext cx="515427" cy="292388"/>
            <a:chOff x="6170069" y="2484693"/>
            <a:chExt cx="515427" cy="292388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BEE73F0-FDA2-64B8-A7DD-9D754984460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EE865C6-2F85-C373-04A9-A2D44C8ED3BB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7E16A25A-3B4A-2682-53FB-E62EF240B3DB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2C4C03C-166B-FE6F-8F71-C51C9718F26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Right Brace 286">
            <a:extLst>
              <a:ext uri="{FF2B5EF4-FFF2-40B4-BE49-F238E27FC236}">
                <a16:creationId xmlns:a16="http://schemas.microsoft.com/office/drawing/2014/main" id="{4D77026F-515A-D160-0185-DB6026B745DA}"/>
              </a:ext>
            </a:extLst>
          </p:cNvPr>
          <p:cNvSpPr/>
          <p:nvPr/>
        </p:nvSpPr>
        <p:spPr>
          <a:xfrm>
            <a:off x="6621184" y="4084415"/>
            <a:ext cx="225434" cy="1020118"/>
          </a:xfrm>
          <a:prstGeom prst="rightBrace">
            <a:avLst>
              <a:gd name="adj1" fmla="val 40367"/>
              <a:gd name="adj2" fmla="val 3249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CEE0A1-DFA6-D1F0-84E3-88810B5C3403}"/>
              </a:ext>
            </a:extLst>
          </p:cNvPr>
          <p:cNvCxnSpPr>
            <a:cxnSpLocks/>
          </p:cNvCxnSpPr>
          <p:nvPr/>
        </p:nvCxnSpPr>
        <p:spPr>
          <a:xfrm flipH="1">
            <a:off x="7149465" y="4564380"/>
            <a:ext cx="86360" cy="20002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F45F49AA-D9F1-C42E-1BD3-8EA19A42BC4F}"/>
              </a:ext>
            </a:extLst>
          </p:cNvPr>
          <p:cNvCxnSpPr>
            <a:cxnSpLocks/>
          </p:cNvCxnSpPr>
          <p:nvPr/>
        </p:nvCxnSpPr>
        <p:spPr>
          <a:xfrm>
            <a:off x="7304405" y="4556760"/>
            <a:ext cx="407035" cy="20574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B40F8EF-30F5-7105-21A6-35DAD69A87F2}"/>
              </a:ext>
            </a:extLst>
          </p:cNvPr>
          <p:cNvGrpSpPr/>
          <p:nvPr/>
        </p:nvGrpSpPr>
        <p:grpSpPr>
          <a:xfrm>
            <a:off x="6013352" y="4773038"/>
            <a:ext cx="515427" cy="292388"/>
            <a:chOff x="6170069" y="2484693"/>
            <a:chExt cx="515427" cy="292388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57E9A20-1785-D416-380A-7F4DA3A154D6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0A1E2263-2993-F33C-A0D7-1E2920D113DC}"/>
                </a:ext>
              </a:extLst>
            </p:cNvPr>
            <p:cNvCxnSpPr>
              <a:cxnSpLocks/>
            </p:cNvCxnSpPr>
            <p:nvPr/>
          </p:nvCxnSpPr>
          <p:spPr>
            <a:xfrm>
              <a:off x="6250078" y="2696745"/>
              <a:ext cx="0" cy="8033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A41B69F5-780E-F596-A59E-DC718A5C8331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57114"/>
              <a:ext cx="0" cy="20265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13A5E21-13FE-DCE8-62DD-289372FC14D2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AAFBDBF6-2D18-3F0A-F33B-2052E4F5CCF3}"/>
              </a:ext>
            </a:extLst>
          </p:cNvPr>
          <p:cNvCxnSpPr>
            <a:cxnSpLocks/>
          </p:cNvCxnSpPr>
          <p:nvPr/>
        </p:nvCxnSpPr>
        <p:spPr>
          <a:xfrm>
            <a:off x="6170446" y="4643529"/>
            <a:ext cx="0" cy="5034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B133740B-C993-9508-E68B-9DB36145046A}"/>
              </a:ext>
            </a:extLst>
          </p:cNvPr>
          <p:cNvGrpSpPr/>
          <p:nvPr/>
        </p:nvGrpSpPr>
        <p:grpSpPr>
          <a:xfrm>
            <a:off x="6009158" y="4419983"/>
            <a:ext cx="515427" cy="292388"/>
            <a:chOff x="5948198" y="4244723"/>
            <a:chExt cx="515427" cy="29238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7BA7F23D-89B9-A229-4EC7-F09C75C99692}"/>
                </a:ext>
              </a:extLst>
            </p:cNvPr>
            <p:cNvCxnSpPr>
              <a:cxnSpLocks/>
            </p:cNvCxnSpPr>
            <p:nvPr/>
          </p:nvCxnSpPr>
          <p:spPr>
            <a:xfrm>
              <a:off x="5958993" y="424472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5701FBD2-DA4B-D5EE-4A9F-7D3967B3A4BE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07" y="438007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8A498CD1-4E6B-CA24-CE1E-1BBB25D387D7}"/>
                </a:ext>
              </a:extLst>
            </p:cNvPr>
            <p:cNvCxnSpPr>
              <a:cxnSpLocks/>
            </p:cNvCxnSpPr>
            <p:nvPr/>
          </p:nvCxnSpPr>
          <p:spPr>
            <a:xfrm>
              <a:off x="6224422" y="426758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1EDF840D-C705-27CA-905A-76B1F6F18B16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98" y="452949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11F1369A-4493-CEAC-4E75-8288F7638D69}"/>
              </a:ext>
            </a:extLst>
          </p:cNvPr>
          <p:cNvGrpSpPr/>
          <p:nvPr/>
        </p:nvGrpSpPr>
        <p:grpSpPr>
          <a:xfrm>
            <a:off x="7026615" y="4269672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9A7D8D5D-5CC0-94FD-A1F8-D5440E3BDD38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8617AFEF-527E-615D-FCD4-BB176C62DD5D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D435F9E2-B7F3-31F7-0E3E-7D9ED9B393A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2D0FF9A-44A1-5C58-B48E-40F2F8546707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6C5DE577-26D8-0891-3FF3-EBDDFA3FB9A3}"/>
              </a:ext>
            </a:extLst>
          </p:cNvPr>
          <p:cNvGraphicFramePr>
            <a:graphicFrameLocks noGrp="1"/>
          </p:cNvGraphicFramePr>
          <p:nvPr/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747E7C2D-5E2B-6902-B790-69E8014E938B}"/>
              </a:ext>
            </a:extLst>
          </p:cNvPr>
          <p:cNvGraphicFramePr>
            <a:graphicFrameLocks noGrp="1"/>
          </p:cNvGraphicFramePr>
          <p:nvPr/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61C9939-7F27-504B-218F-26927F869911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D7160346-4354-7D45-744E-A6B877333509}"/>
              </a:ext>
            </a:extLst>
          </p:cNvPr>
          <p:cNvSpPr/>
          <p:nvPr/>
        </p:nvSpPr>
        <p:spPr>
          <a:xfrm>
            <a:off x="8678703" y="5417214"/>
            <a:ext cx="2176860" cy="131257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</p:spTree>
    <p:extLst>
      <p:ext uri="{BB962C8B-B14F-4D97-AF65-F5344CB8AC3E}">
        <p14:creationId xmlns:p14="http://schemas.microsoft.com/office/powerpoint/2010/main" val="17041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329</Words>
  <Application>Microsoft Office PowerPoint</Application>
  <PresentationFormat>Widescreen</PresentationFormat>
  <Paragraphs>181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17</cp:revision>
  <dcterms:created xsi:type="dcterms:W3CDTF">2024-03-03T20:53:48Z</dcterms:created>
  <dcterms:modified xsi:type="dcterms:W3CDTF">2025-01-31T09:27:49Z</dcterms:modified>
</cp:coreProperties>
</file>