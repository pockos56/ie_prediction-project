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C5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Fingerprints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10191197" y="178313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F9CC536-F94F-0579-4244-047D58992F54}"/>
              </a:ext>
            </a:extLst>
          </p:cNvPr>
          <p:cNvGrpSpPr/>
          <p:nvPr/>
        </p:nvGrpSpPr>
        <p:grpSpPr>
          <a:xfrm>
            <a:off x="9844863" y="1179432"/>
            <a:ext cx="2064772" cy="1966120"/>
            <a:chOff x="9891516" y="1599320"/>
            <a:chExt cx="2064772" cy="196612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047C3E4-0A20-5A19-5837-C03C0E439290}"/>
                </a:ext>
              </a:extLst>
            </p:cNvPr>
            <p:cNvSpPr/>
            <p:nvPr/>
          </p:nvSpPr>
          <p:spPr>
            <a:xfrm>
              <a:off x="9891516" y="1599320"/>
              <a:ext cx="2005151" cy="19280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9BA099A-E259-6A81-2E96-5975638AEC47}"/>
                </a:ext>
              </a:extLst>
            </p:cNvPr>
            <p:cNvSpPr txBox="1"/>
            <p:nvPr/>
          </p:nvSpPr>
          <p:spPr>
            <a:xfrm>
              <a:off x="9891517" y="1633315"/>
              <a:ext cx="107391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Conversion to CNL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0CAC9B7-03F1-7D7C-422A-5B259B057621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256" y="2187245"/>
              <a:ext cx="13307" cy="106641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B327003-D0BA-7992-B6D1-010CDD510D2D}"/>
                </a:ext>
              </a:extLst>
            </p:cNvPr>
            <p:cNvCxnSpPr>
              <a:cxnSpLocks/>
            </p:cNvCxnSpPr>
            <p:nvPr/>
          </p:nvCxnSpPr>
          <p:spPr>
            <a:xfrm>
              <a:off x="11481639" y="2194865"/>
              <a:ext cx="0" cy="1017501"/>
            </a:xfrm>
            <a:prstGeom prst="line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190A6E1-F91E-439E-4184-0EB6EBD9E29A}"/>
                </a:ext>
              </a:extLst>
            </p:cNvPr>
            <p:cNvCxnSpPr>
              <a:cxnSpLocks/>
            </p:cNvCxnSpPr>
            <p:nvPr/>
          </p:nvCxnSpPr>
          <p:spPr>
            <a:xfrm>
              <a:off x="10869619" y="2880042"/>
              <a:ext cx="0" cy="355337"/>
            </a:xfrm>
            <a:prstGeom prst="line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69EABEA-7324-CD87-5D06-0C715A3A1DB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835" y="2407379"/>
              <a:ext cx="0" cy="828000"/>
            </a:xfrm>
            <a:prstGeom prst="line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D3CF520-A18E-DDC2-EFEB-7DD7667E59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4969" y="3246040"/>
              <a:ext cx="1755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859A72D-03A5-B967-2649-2B7FC6180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1364" y="2484643"/>
              <a:ext cx="92814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6ED0ABE-1DEB-71E9-E58C-0BFB693E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4550" y="2942875"/>
              <a:ext cx="494960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D72F958-9675-6DFD-3E8C-3BDB09EFE58E}"/>
                </a:ext>
              </a:extLst>
            </p:cNvPr>
            <p:cNvSpPr txBox="1"/>
            <p:nvPr/>
          </p:nvSpPr>
          <p:spPr>
            <a:xfrm>
              <a:off x="10529021" y="3226886"/>
              <a:ext cx="538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m/z</a:t>
              </a:r>
              <a:endParaRPr lang="en-US" sz="16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E8A0478-813C-7534-11C1-AF46829FB7FA}"/>
                </a:ext>
              </a:extLst>
            </p:cNvPr>
            <p:cNvSpPr txBox="1"/>
            <p:nvPr/>
          </p:nvSpPr>
          <p:spPr>
            <a:xfrm>
              <a:off x="10633025" y="2180676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CNL</a:t>
              </a:r>
              <a:r>
                <a:rPr lang="en-US" sz="1400" b="1" baseline="-25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  <a:endPara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C58123D-F02C-F4CF-9B07-23B766E8093E}"/>
                </a:ext>
              </a:extLst>
            </p:cNvPr>
            <p:cNvSpPr txBox="1"/>
            <p:nvPr/>
          </p:nvSpPr>
          <p:spPr>
            <a:xfrm>
              <a:off x="10887158" y="2614765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CNL</a:t>
              </a:r>
              <a:r>
                <a:rPr lang="en-US" sz="1400" b="1" baseline="-25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  <a:endPara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9C95CDA-3768-2C92-28AB-48C1E95C0131}"/>
                </a:ext>
              </a:extLst>
            </p:cNvPr>
            <p:cNvSpPr txBox="1"/>
            <p:nvPr/>
          </p:nvSpPr>
          <p:spPr>
            <a:xfrm>
              <a:off x="11006989" y="1794541"/>
              <a:ext cx="949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[M+H]</a:t>
              </a:r>
              <a:r>
                <a:rPr lang="en-US" b="1" baseline="30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+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BD3562E-5EB7-F52A-6ACF-153B6E40BA12}"/>
                </a:ext>
              </a:extLst>
            </p:cNvPr>
            <p:cNvSpPr/>
            <p:nvPr/>
          </p:nvSpPr>
          <p:spPr>
            <a:xfrm>
              <a:off x="9917593" y="1653092"/>
              <a:ext cx="1021767" cy="483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96044D4-1C74-51A5-EE14-2FF897017062}"/>
              </a:ext>
            </a:extLst>
          </p:cNvPr>
          <p:cNvCxnSpPr>
            <a:cxnSpLocks/>
            <a:endCxn id="89" idx="3"/>
          </p:cNvCxnSpPr>
          <p:nvPr/>
        </p:nvCxnSpPr>
        <p:spPr>
          <a:xfrm flipH="1" flipV="1">
            <a:off x="9560835" y="2162492"/>
            <a:ext cx="271842" cy="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10941728" y="832477"/>
            <a:ext cx="0" cy="3469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4</cp:revision>
  <dcterms:created xsi:type="dcterms:W3CDTF">2024-03-03T20:53:48Z</dcterms:created>
  <dcterms:modified xsi:type="dcterms:W3CDTF">2024-03-03T21:55:38Z</dcterms:modified>
</cp:coreProperties>
</file>