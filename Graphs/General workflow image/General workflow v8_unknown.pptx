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85" d="100"/>
          <a:sy n="85" d="100"/>
        </p:scale>
        <p:origin x="77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BBD3-068D-D6E0-D67D-EB05586D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01E5C-3E58-6BA8-139E-C4B72516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ADCD6-6C85-4949-4D28-EEE60996B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D21B8-3DE4-6582-F674-0FA0BBC83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81A6-11FE-70A9-EE6C-83D21E58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925EAFB6-61A5-FD68-2205-C40992C1F955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39CDE-E4AE-B298-5211-C7224BB53367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F93C7D-626D-0EA8-3A87-E8D43B5011D1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B4E3AB-72F2-4EF7-DEB7-75AC00EB9713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351941-5B7F-6C1C-6BC7-34D4FF499375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4115276-2E49-32DE-0AD7-54C0E1CB9B8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5AA2DF-DA15-5E33-84F5-DB2458B6AF47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B82AA18A-002A-DFDD-A26F-8AD7E552CCB8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E740B-4DEF-FD1F-DFFC-20D3B67F1D63}"/>
              </a:ext>
            </a:extLst>
          </p:cNvPr>
          <p:cNvSpPr txBox="1"/>
          <p:nvPr/>
        </p:nvSpPr>
        <p:spPr>
          <a:xfrm>
            <a:off x="1286371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EF0AEB6-066E-8DA6-B2D6-2D539DD037AE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95CE1B-2ACD-E9D1-37D3-7A574E89546C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2ECA11-7EA4-FBFC-FF9D-587AE88E501B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A39EAA-9483-57A7-D52D-706114449038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458C7D4D-534C-D981-B6D8-6097E56F14FD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74B6AF48-3D8C-34F3-57CE-DCED1B778876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4A0E142-567A-A904-BD91-1422C710DA9D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3DF39B0-4662-288E-501E-83B1626F73F6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C5D7B7B4-E24D-903D-7A26-C010A6DD2EBE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D8D37-A7B9-4563-01D4-4CF6F3319854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81B5A-921F-D6B9-A8FD-3F1474659EAA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30AD2-BA6D-1231-3108-73B6F2D56EBA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601BF-D690-94FD-53D2-111BED7A8DE8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F2533-B3D2-302D-C1CA-944F4929312B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7A9FE999-FFEB-8B73-2EFC-58DA3CBD582E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0651E-9DF1-479F-F8C2-7FBF2B925D67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AD5529-97D9-631E-FC84-6286896F09D6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735F3A-9698-2E22-F705-C7847370ADD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5ABEA6D7-24AD-455C-8221-6ED796A630F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AF3078FE-0B3C-31D1-9633-453712E1377D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4E530E23-D512-1F0E-0DD8-15C698622EF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438BED-9874-3904-D5B4-91BD61DA3A9F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9DD3198-0820-189C-B44A-DDEB1D88B6A7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C3302D-3604-083F-FAC0-61E117A73BB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69828F-7B2D-FD6E-9C59-B0C3E491A4D8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E6F4B0-C2FE-F465-07F1-45A6D0F2DEBA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F302BC0B-38B0-51AA-8198-8183AD3079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92CEF6B-EDBF-39B6-D12D-3026BBFB40A0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7EE40256-3476-B04C-FFCF-0D499E6D9E9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5398617-517A-D9B2-FAAD-0118A65F87F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E4D51D7-A565-56D1-6B19-70568D47C75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CA18B7-31E3-639C-7ABF-DE81111FBC6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2D4CCA1-58E1-DC07-1D71-F7D65581B49E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4B366F-7B30-B4BE-E352-AB8A180329BC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2E5E0914-4E04-B4C9-22F1-3366E6C543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9521D84B-5B2D-2FE7-4C15-74E53048504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F7272CFD-C998-05EE-29C6-96E893EAD3A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4D68FEB-2DF5-829D-AFC3-9B72E25CB89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D1C1BE-6DBB-ED3A-EAF6-7C1E9A4F58C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A362621-0BA0-9AB8-6AFC-EC6CB94E046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3C40772-E232-A57B-D5FA-5844174F0026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B51E5E6A-5651-0B08-388A-B4A4E99C88CD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1445F480-0032-E615-00DE-7888B24E4D1B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121DE4B3-2C5E-FA67-3DBD-4101EC048B89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4178F-EF6A-5C1A-6AF4-C44AD4EBCDC5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6137950-8710-B5E7-546C-CF751E68BFAA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C56317-E41D-533C-FF6A-2966E4960A8F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C698D3-272A-8249-D5A2-76ABD9F9C199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F626B-A972-E6C0-F4F3-8111C6B1BBAC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79BE8AB-E916-3D56-C520-82B3AA95A52D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94B92-62C6-7ECA-2ABE-7D53210B9B6D}"/>
              </a:ext>
            </a:extLst>
          </p:cNvPr>
          <p:cNvSpPr txBox="1"/>
          <p:nvPr/>
        </p:nvSpPr>
        <p:spPr>
          <a:xfrm>
            <a:off x="9212490" y="153324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816D712-1B8C-83ED-0FED-EDAB40282952}"/>
              </a:ext>
            </a:extLst>
          </p:cNvPr>
          <p:cNvSpPr/>
          <p:nvPr/>
        </p:nvSpPr>
        <p:spPr>
          <a:xfrm>
            <a:off x="8289911" y="2023745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11A919A-6A9D-E411-23CC-0092319B02A2}"/>
              </a:ext>
            </a:extLst>
          </p:cNvPr>
          <p:cNvSpPr/>
          <p:nvPr/>
        </p:nvSpPr>
        <p:spPr>
          <a:xfrm>
            <a:off x="8396370" y="24556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FC01A97-EEAB-F45E-8858-2D2A971675B2}"/>
              </a:ext>
            </a:extLst>
          </p:cNvPr>
          <p:cNvSpPr txBox="1"/>
          <p:nvPr/>
        </p:nvSpPr>
        <p:spPr>
          <a:xfrm>
            <a:off x="9515311" y="25052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607CBED1-E63F-3533-BBE8-3C7122B782B8}"/>
              </a:ext>
            </a:extLst>
          </p:cNvPr>
          <p:cNvSpPr/>
          <p:nvPr/>
        </p:nvSpPr>
        <p:spPr>
          <a:xfrm>
            <a:off x="9794972" y="2581878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2A2A64B-2EDE-77FE-4816-2370DB1F978C}"/>
              </a:ext>
            </a:extLst>
          </p:cNvPr>
          <p:cNvSpPr/>
          <p:nvPr/>
        </p:nvSpPr>
        <p:spPr>
          <a:xfrm>
            <a:off x="8396370" y="309167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7E9F9F-B8D0-397F-2B79-DDAEEE2E98E0}"/>
              </a:ext>
            </a:extLst>
          </p:cNvPr>
          <p:cNvSpPr txBox="1"/>
          <p:nvPr/>
        </p:nvSpPr>
        <p:spPr>
          <a:xfrm>
            <a:off x="9515311" y="31412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755A0426-958D-C81F-FD4A-E46AE2B2AAF6}"/>
              </a:ext>
            </a:extLst>
          </p:cNvPr>
          <p:cNvSpPr/>
          <p:nvPr/>
        </p:nvSpPr>
        <p:spPr>
          <a:xfrm>
            <a:off x="9794173" y="3217917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23EBE9-0CF1-D827-FD39-950A35E4E24A}"/>
              </a:ext>
            </a:extLst>
          </p:cNvPr>
          <p:cNvSpPr txBox="1"/>
          <p:nvPr/>
        </p:nvSpPr>
        <p:spPr>
          <a:xfrm>
            <a:off x="9491696" y="1868787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2C9716E8-2C29-A8B4-DD18-6324FD9914B8}"/>
              </a:ext>
            </a:extLst>
          </p:cNvPr>
          <p:cNvSpPr/>
          <p:nvPr/>
        </p:nvSpPr>
        <p:spPr>
          <a:xfrm>
            <a:off x="8396370" y="431032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EE3815B-DA76-A054-C895-721F7C638A2F}"/>
              </a:ext>
            </a:extLst>
          </p:cNvPr>
          <p:cNvSpPr txBox="1"/>
          <p:nvPr/>
        </p:nvSpPr>
        <p:spPr>
          <a:xfrm>
            <a:off x="9515311" y="435990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4407B3B3-EFD1-E3F2-7C04-03A142DD7FE8}"/>
              </a:ext>
            </a:extLst>
          </p:cNvPr>
          <p:cNvSpPr/>
          <p:nvPr/>
        </p:nvSpPr>
        <p:spPr>
          <a:xfrm>
            <a:off x="9794173" y="443657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EBE5575-ECC2-CBA6-51B7-E4AD862A8FF3}"/>
              </a:ext>
            </a:extLst>
          </p:cNvPr>
          <p:cNvSpPr/>
          <p:nvPr/>
        </p:nvSpPr>
        <p:spPr>
          <a:xfrm>
            <a:off x="8308444" y="3982345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DCFA83-A76E-F095-9A67-4CB84D595500}"/>
              </a:ext>
            </a:extLst>
          </p:cNvPr>
          <p:cNvSpPr txBox="1"/>
          <p:nvPr/>
        </p:nvSpPr>
        <p:spPr>
          <a:xfrm>
            <a:off x="9392303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808CD72-752C-C815-B065-5049898084F2}"/>
              </a:ext>
            </a:extLst>
          </p:cNvPr>
          <p:cNvCxnSpPr>
            <a:cxnSpLocks/>
          </p:cNvCxnSpPr>
          <p:nvPr/>
        </p:nvCxnSpPr>
        <p:spPr>
          <a:xfrm>
            <a:off x="10214993" y="26898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8C61327-B662-4416-DE07-B70AA0A713EF}"/>
              </a:ext>
            </a:extLst>
          </p:cNvPr>
          <p:cNvSpPr/>
          <p:nvPr/>
        </p:nvSpPr>
        <p:spPr>
          <a:xfrm>
            <a:off x="10643332" y="25578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7395923-F9A5-116D-01AA-AD39DC41A3BC}"/>
              </a:ext>
            </a:extLst>
          </p:cNvPr>
          <p:cNvSpPr/>
          <p:nvPr/>
        </p:nvSpPr>
        <p:spPr>
          <a:xfrm>
            <a:off x="10643332" y="319385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2C3AF08-003B-7959-CF76-9383A2669C10}"/>
              </a:ext>
            </a:extLst>
          </p:cNvPr>
          <p:cNvSpPr/>
          <p:nvPr/>
        </p:nvSpPr>
        <p:spPr>
          <a:xfrm>
            <a:off x="10643332" y="4412512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F24F24-08B8-6165-2EDD-1022B4B9CDF4}"/>
              </a:ext>
            </a:extLst>
          </p:cNvPr>
          <p:cNvSpPr txBox="1"/>
          <p:nvPr/>
        </p:nvSpPr>
        <p:spPr>
          <a:xfrm>
            <a:off x="10618913" y="2562920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4B9F07-7F79-8855-1C74-739EE898FF37}"/>
              </a:ext>
            </a:extLst>
          </p:cNvPr>
          <p:cNvSpPr txBox="1"/>
          <p:nvPr/>
        </p:nvSpPr>
        <p:spPr>
          <a:xfrm>
            <a:off x="10607901" y="3198959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BE8DF2-0578-0959-A4C6-998143130E51}"/>
              </a:ext>
            </a:extLst>
          </p:cNvPr>
          <p:cNvSpPr txBox="1"/>
          <p:nvPr/>
        </p:nvSpPr>
        <p:spPr>
          <a:xfrm>
            <a:off x="10607901" y="441761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EC9BC24-855D-0BF5-D1AF-18F524598D84}"/>
              </a:ext>
            </a:extLst>
          </p:cNvPr>
          <p:cNvCxnSpPr>
            <a:cxnSpLocks/>
          </p:cNvCxnSpPr>
          <p:nvPr/>
        </p:nvCxnSpPr>
        <p:spPr>
          <a:xfrm>
            <a:off x="10214993" y="332591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6193C3D-EC41-C496-2CE6-528A709C006F}"/>
              </a:ext>
            </a:extLst>
          </p:cNvPr>
          <p:cNvCxnSpPr>
            <a:cxnSpLocks/>
          </p:cNvCxnSpPr>
          <p:nvPr/>
        </p:nvCxnSpPr>
        <p:spPr>
          <a:xfrm>
            <a:off x="10214993" y="454457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DE599CB-0C4A-1B67-E4DC-C33692AF1F79}"/>
              </a:ext>
            </a:extLst>
          </p:cNvPr>
          <p:cNvSpPr txBox="1"/>
          <p:nvPr/>
        </p:nvSpPr>
        <p:spPr>
          <a:xfrm>
            <a:off x="4409270" y="630219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313BB4C-8217-2CDC-69B7-5AB6F6895D60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4A2270-37CB-CAAF-380F-CE4BA818901A}"/>
              </a:ext>
            </a:extLst>
          </p:cNvPr>
          <p:cNvSpPr txBox="1"/>
          <p:nvPr/>
        </p:nvSpPr>
        <p:spPr>
          <a:xfrm>
            <a:off x="5152728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4B5E7EE9-D18E-93AA-6B09-904397F254AE}"/>
              </a:ext>
            </a:extLst>
          </p:cNvPr>
          <p:cNvSpPr/>
          <p:nvPr/>
        </p:nvSpPr>
        <p:spPr>
          <a:xfrm>
            <a:off x="4549065" y="441215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A694DA5-AD34-8106-1101-BA4DE65CC9B2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9C3BCF77-6EC4-E4FF-16C1-377B3CFA3979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0A2FBBEC-F0CC-0236-DA1C-F26FBE69642E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D74C6EC6-B500-B518-C542-BE9069224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6AD080D-322F-D859-0CF6-2FFB4FD80E27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FB905860-3DD7-9F15-2252-9B6E8C56132A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5FE692A-DD71-7D63-58A1-01AACEBA0D34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4BBD30D-E70A-DED9-2B79-823F294642B2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46D9A7C-ACC0-0748-F868-6E90E081C24A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90BFADC-448C-CF74-A645-07AACC927126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A34C53F-E517-B89E-7FFF-6727C2331AEC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B8B8A82-32C3-48D5-C434-24A9FAB26F74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5EA8CAF-5E5B-50B1-2821-4C1F7795BD27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62D83FC-1420-9557-4B8E-52ACBD848441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5E1A17E7-0280-83AA-87C1-D9A0298FE659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A5D1279-4457-85AA-2B22-DC5FCC26ED27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EDA53CD-E36B-9DB5-C9A0-76D2BB168940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7F3401D-47FD-8403-0C25-2B64C4519F03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3AF51B5-DCDF-F26D-8357-9E16BA512B53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686EC84-89D8-F22F-0BE5-CDD726B7A59C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2C9FEE0-CACA-B1D7-F97B-6AE9AC826AF8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A717286-EE19-695B-276A-0694706C41CB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8DEEE26-8BC9-B567-10F9-F47B68173A22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8C34699-578C-6B20-6729-815698FF072A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D22332E-22E9-A461-1249-AD7FF78BD732}"/>
              </a:ext>
            </a:extLst>
          </p:cNvPr>
          <p:cNvCxnSpPr>
            <a:cxnSpLocks/>
          </p:cNvCxnSpPr>
          <p:nvPr/>
        </p:nvCxnSpPr>
        <p:spPr>
          <a:xfrm flipH="1">
            <a:off x="6998970" y="2760345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304D874-E803-3656-17BF-A3BA3B229BF5}"/>
              </a:ext>
            </a:extLst>
          </p:cNvPr>
          <p:cNvCxnSpPr>
            <a:cxnSpLocks/>
          </p:cNvCxnSpPr>
          <p:nvPr/>
        </p:nvCxnSpPr>
        <p:spPr>
          <a:xfrm>
            <a:off x="7181850" y="2762250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20A36DFB-E0EF-4B84-6439-183EDE8EB96C}"/>
              </a:ext>
            </a:extLst>
          </p:cNvPr>
          <p:cNvCxnSpPr>
            <a:cxnSpLocks/>
          </p:cNvCxnSpPr>
          <p:nvPr/>
        </p:nvCxnSpPr>
        <p:spPr>
          <a:xfrm>
            <a:off x="7414260" y="2760345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7F1F1652-6F10-8957-D729-4808C510C81B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19435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5257B1E-2903-5FBD-327B-9EF8986EE50F}"/>
              </a:ext>
            </a:extLst>
          </p:cNvPr>
          <p:cNvCxnSpPr>
            <a:cxnSpLocks/>
          </p:cNvCxnSpPr>
          <p:nvPr/>
        </p:nvCxnSpPr>
        <p:spPr>
          <a:xfrm>
            <a:off x="6058126" y="480220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07A1DEB-9122-0E31-0180-B79A067EDBCF}"/>
              </a:ext>
            </a:extLst>
          </p:cNvPr>
          <p:cNvCxnSpPr>
            <a:cxnSpLocks/>
          </p:cNvCxnSpPr>
          <p:nvPr/>
        </p:nvCxnSpPr>
        <p:spPr>
          <a:xfrm>
            <a:off x="6058126" y="41871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D8CA725A-619A-DC77-AB14-6F771BE2F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9399"/>
              </p:ext>
            </p:extLst>
          </p:nvPr>
        </p:nvGraphicFramePr>
        <p:xfrm>
          <a:off x="8545028" y="318875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9706669-1241-B598-409C-288429B17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933673"/>
              </p:ext>
            </p:extLst>
          </p:nvPr>
        </p:nvGraphicFramePr>
        <p:xfrm>
          <a:off x="8545028" y="44074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0E08260C-0897-039D-23BE-C5BF85BCF1B7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2AF9B-DD46-B9B5-0CD7-95A4428360A7}"/>
              </a:ext>
            </a:extLst>
          </p:cNvPr>
          <p:cNvSpPr/>
          <p:nvPr/>
        </p:nvSpPr>
        <p:spPr>
          <a:xfrm>
            <a:off x="4465271" y="1993265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4A8A8-5DAC-9227-879E-4565024B8A99}"/>
              </a:ext>
            </a:extLst>
          </p:cNvPr>
          <p:cNvSpPr txBox="1"/>
          <p:nvPr/>
        </p:nvSpPr>
        <p:spPr>
          <a:xfrm>
            <a:off x="5670661" y="1838307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AED6C1-A871-8929-CDAE-E3CF707F0A71}"/>
              </a:ext>
            </a:extLst>
          </p:cNvPr>
          <p:cNvSpPr/>
          <p:nvPr/>
        </p:nvSpPr>
        <p:spPr>
          <a:xfrm>
            <a:off x="4465272" y="3982344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FE184-B61B-ADE0-624F-3DED98FD0A70}"/>
              </a:ext>
            </a:extLst>
          </p:cNvPr>
          <p:cNvSpPr txBox="1"/>
          <p:nvPr/>
        </p:nvSpPr>
        <p:spPr>
          <a:xfrm>
            <a:off x="5616864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99EDC08-886F-E2C1-DF6E-B7A0B9E04E5C}"/>
              </a:ext>
            </a:extLst>
          </p:cNvPr>
          <p:cNvSpPr/>
          <p:nvPr/>
        </p:nvSpPr>
        <p:spPr>
          <a:xfrm rot="18582686">
            <a:off x="4926379" y="437295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315358E-C439-F38B-700A-A9C95D0BB2C6}"/>
              </a:ext>
            </a:extLst>
          </p:cNvPr>
          <p:cNvSpPr/>
          <p:nvPr/>
        </p:nvSpPr>
        <p:spPr>
          <a:xfrm rot="2839795" flipV="1">
            <a:off x="5471056" y="450938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524E95B8-4346-78C6-039B-6C05DA259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437439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C978346-D813-7534-9BA1-2182717ACE45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81123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B139824-B16B-6C20-C348-158BC158768B}"/>
              </a:ext>
            </a:extLst>
          </p:cNvPr>
          <p:cNvSpPr/>
          <p:nvPr/>
        </p:nvSpPr>
        <p:spPr>
          <a:xfrm>
            <a:off x="8396370" y="492180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7D5DC8-DE19-6FB6-F273-D2D85DB944F2}"/>
              </a:ext>
            </a:extLst>
          </p:cNvPr>
          <p:cNvSpPr txBox="1"/>
          <p:nvPr/>
        </p:nvSpPr>
        <p:spPr>
          <a:xfrm>
            <a:off x="9515311" y="49713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FC802019-5F48-3CBA-55EF-882450355CC8}"/>
              </a:ext>
            </a:extLst>
          </p:cNvPr>
          <p:cNvSpPr/>
          <p:nvPr/>
        </p:nvSpPr>
        <p:spPr>
          <a:xfrm>
            <a:off x="9794173" y="5048052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5D3972C-423E-30C5-A0DB-17B7EA4AFD28}"/>
              </a:ext>
            </a:extLst>
          </p:cNvPr>
          <p:cNvSpPr/>
          <p:nvPr/>
        </p:nvSpPr>
        <p:spPr>
          <a:xfrm>
            <a:off x="10643332" y="502399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4A8651-AAB0-E982-C764-7A4661C62032}"/>
              </a:ext>
            </a:extLst>
          </p:cNvPr>
          <p:cNvSpPr txBox="1"/>
          <p:nvPr/>
        </p:nvSpPr>
        <p:spPr>
          <a:xfrm>
            <a:off x="10607901" y="5029094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F6D29D7-3448-47A1-4638-26A2A456792C}"/>
              </a:ext>
            </a:extLst>
          </p:cNvPr>
          <p:cNvCxnSpPr>
            <a:cxnSpLocks/>
          </p:cNvCxnSpPr>
          <p:nvPr/>
        </p:nvCxnSpPr>
        <p:spPr>
          <a:xfrm>
            <a:off x="10214993" y="515605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5535F3C-3355-8DC8-8FBC-00C505F3C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21160"/>
              </p:ext>
            </p:extLst>
          </p:nvPr>
        </p:nvGraphicFramePr>
        <p:xfrm>
          <a:off x="8545028" y="501889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ADE6C3A-8860-3D3B-31E7-3EAE8EB1F3CB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0" y="4465320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AA4B705-63F4-4677-1C3F-9B2AE105B91F}"/>
              </a:ext>
            </a:extLst>
          </p:cNvPr>
          <p:cNvSpPr/>
          <p:nvPr/>
        </p:nvSpPr>
        <p:spPr>
          <a:xfrm>
            <a:off x="7004685" y="419355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7DE130-6C8F-D65D-8E44-1FDFB3F4A2C1}"/>
              </a:ext>
            </a:extLst>
          </p:cNvPr>
          <p:cNvSpPr/>
          <p:nvPr/>
        </p:nvSpPr>
        <p:spPr>
          <a:xfrm>
            <a:off x="6886575" y="481077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59907AF-8520-37E0-8ADE-B6C669212EB5}"/>
              </a:ext>
            </a:extLst>
          </p:cNvPr>
          <p:cNvSpPr/>
          <p:nvPr/>
        </p:nvSpPr>
        <p:spPr>
          <a:xfrm>
            <a:off x="7000875" y="481077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AFA78D3-89EB-4648-7DBD-FCE7F627589C}"/>
              </a:ext>
            </a:extLst>
          </p:cNvPr>
          <p:cNvSpPr/>
          <p:nvPr/>
        </p:nvSpPr>
        <p:spPr>
          <a:xfrm>
            <a:off x="7587615" y="4812679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EDC706DB-A992-DC3D-D083-54CDACE31D93}"/>
              </a:ext>
            </a:extLst>
          </p:cNvPr>
          <p:cNvCxnSpPr>
            <a:cxnSpLocks/>
          </p:cNvCxnSpPr>
          <p:nvPr/>
        </p:nvCxnSpPr>
        <p:spPr>
          <a:xfrm>
            <a:off x="6196540" y="5025751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B5C87723-F9A7-5A5F-CF8F-D7F7053B08B5}"/>
              </a:ext>
            </a:extLst>
          </p:cNvPr>
          <p:cNvCxnSpPr>
            <a:cxnSpLocks/>
          </p:cNvCxnSpPr>
          <p:nvPr/>
        </p:nvCxnSpPr>
        <p:spPr>
          <a:xfrm>
            <a:off x="6254340" y="4937553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38BC02B6-9F4B-50C3-3796-49BD5510B170}"/>
              </a:ext>
            </a:extLst>
          </p:cNvPr>
          <p:cNvCxnSpPr>
            <a:cxnSpLocks/>
          </p:cNvCxnSpPr>
          <p:nvPr/>
        </p:nvCxnSpPr>
        <p:spPr>
          <a:xfrm>
            <a:off x="6323555" y="4825065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ED19878-3A16-0247-A6C7-DFCCF193F104}"/>
              </a:ext>
            </a:extLst>
          </p:cNvPr>
          <p:cNvCxnSpPr>
            <a:cxnSpLocks/>
          </p:cNvCxnSpPr>
          <p:nvPr/>
        </p:nvCxnSpPr>
        <p:spPr>
          <a:xfrm>
            <a:off x="6254974" y="43224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F89A4B-C3DB-1334-FE94-C0903A3FEAD3}"/>
              </a:ext>
            </a:extLst>
          </p:cNvPr>
          <p:cNvCxnSpPr>
            <a:cxnSpLocks/>
          </p:cNvCxnSpPr>
          <p:nvPr/>
        </p:nvCxnSpPr>
        <p:spPr>
          <a:xfrm>
            <a:off x="6323555" y="42099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AAE6CCE0-9867-861A-36F9-F733863B7685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5" y="4467225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FF0622B-78E7-58FE-2868-D981D48DA771}"/>
              </a:ext>
            </a:extLst>
          </p:cNvPr>
          <p:cNvSpPr/>
          <p:nvPr/>
        </p:nvSpPr>
        <p:spPr>
          <a:xfrm>
            <a:off x="7585710" y="419355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39A1B8F-53B9-7CE7-FF37-6AA49B143318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0" y="5082540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4F26969A-B9C6-EFFC-AAA1-60978DFA9CC3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0" y="5082540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9B52AF1D-8E74-021B-E5FD-9C1F2ED8FFD4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0" y="5084080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EBF2628B-2C32-A355-1B93-E144CD8E3177}"/>
              </a:ext>
            </a:extLst>
          </p:cNvPr>
          <p:cNvCxnSpPr>
            <a:cxnSpLocks/>
          </p:cNvCxnSpPr>
          <p:nvPr/>
        </p:nvCxnSpPr>
        <p:spPr>
          <a:xfrm>
            <a:off x="6047331" y="44718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56783DB7-C9AA-25C5-2DD0-70168FF94E3E}"/>
              </a:ext>
            </a:extLst>
          </p:cNvPr>
          <p:cNvCxnSpPr>
            <a:cxnSpLocks/>
          </p:cNvCxnSpPr>
          <p:nvPr/>
        </p:nvCxnSpPr>
        <p:spPr>
          <a:xfrm>
            <a:off x="6047331" y="508697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D706E73-49CE-A402-7EFB-0DD580979FED}"/>
              </a:ext>
            </a:extLst>
          </p:cNvPr>
          <p:cNvGrpSpPr/>
          <p:nvPr/>
        </p:nvGrpSpPr>
        <p:grpSpPr>
          <a:xfrm>
            <a:off x="7032503" y="2473900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412AEB37-CFD1-AAD9-AB0C-A57F4411C6A1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4A526EC-C790-415D-509B-27F71C0A1BCB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199A109-22B9-0776-645D-50B395CF43DD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6CAA637-D1DD-2AC7-4EB2-7720BD8E954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497B933-2B6A-FBAB-36EF-B43C5904E5D3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38D18D8-69B7-EBF1-E292-E3DD239BEE1D}"/>
              </a:ext>
            </a:extLst>
          </p:cNvPr>
          <p:cNvSpPr/>
          <p:nvPr/>
        </p:nvSpPr>
        <p:spPr>
          <a:xfrm>
            <a:off x="4981065" y="3279557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89907E-60A1-E8C2-3306-6CEB4E97344E}"/>
              </a:ext>
            </a:extLst>
          </p:cNvPr>
          <p:cNvSpPr/>
          <p:nvPr/>
        </p:nvSpPr>
        <p:spPr>
          <a:xfrm>
            <a:off x="4981065" y="5019965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7E2A20-DE72-C395-C353-6B0EBFBBFD42}"/>
              </a:ext>
            </a:extLst>
          </p:cNvPr>
          <p:cNvSpPr/>
          <p:nvPr/>
        </p:nvSpPr>
        <p:spPr>
          <a:xfrm>
            <a:off x="6824829" y="2148791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F13247-01BC-6EA9-FA5A-BEE9445345B1}"/>
              </a:ext>
            </a:extLst>
          </p:cNvPr>
          <p:cNvSpPr/>
          <p:nvPr/>
        </p:nvSpPr>
        <p:spPr>
          <a:xfrm>
            <a:off x="10451107" y="2151155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913FC6-DBEA-AEE6-184C-88614B6F4046}"/>
              </a:ext>
            </a:extLst>
          </p:cNvPr>
          <p:cNvSpPr/>
          <p:nvPr/>
        </p:nvSpPr>
        <p:spPr>
          <a:xfrm>
            <a:off x="6758941" y="5316971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F6ADE0B-5FEF-7180-CC8A-AFDD221AFF54}"/>
              </a:ext>
            </a:extLst>
          </p:cNvPr>
          <p:cNvSpPr/>
          <p:nvPr/>
        </p:nvSpPr>
        <p:spPr>
          <a:xfrm>
            <a:off x="6824829" y="3434230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19CD67E4-9FEA-49F4-627A-7D329CBEB228}"/>
              </a:ext>
            </a:extLst>
          </p:cNvPr>
          <p:cNvSpPr/>
          <p:nvPr/>
        </p:nvSpPr>
        <p:spPr>
          <a:xfrm rot="16200000">
            <a:off x="8885062" y="2064879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2DB98D-C77F-0327-D4E3-8BC4D3818224}"/>
              </a:ext>
            </a:extLst>
          </p:cNvPr>
          <p:cNvSpPr/>
          <p:nvPr/>
        </p:nvSpPr>
        <p:spPr>
          <a:xfrm>
            <a:off x="8569326" y="2180485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D749800-3F7D-A2A4-5E63-57A41AD8A740}"/>
              </a:ext>
            </a:extLst>
          </p:cNvPr>
          <p:cNvSpPr/>
          <p:nvPr/>
        </p:nvSpPr>
        <p:spPr>
          <a:xfrm>
            <a:off x="9305731" y="218028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364A13D-296E-0F37-7653-74CA1D223557}"/>
              </a:ext>
            </a:extLst>
          </p:cNvPr>
          <p:cNvSpPr/>
          <p:nvPr/>
        </p:nvSpPr>
        <p:spPr>
          <a:xfrm>
            <a:off x="9810781" y="2180283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559BCA-E88D-6B1C-EA9E-93ECBCC2D5B1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2393393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856D8E-E9D6-B5FD-5B7A-4BDC33C34984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2393393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515EBCA1-08D4-4696-4148-915AA5963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844094"/>
              </p:ext>
            </p:extLst>
          </p:nvPr>
        </p:nvGraphicFramePr>
        <p:xfrm>
          <a:off x="8545028" y="25527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94CCC45E-8BD3-4BF5-4DFF-D233BD17BA5C}"/>
              </a:ext>
            </a:extLst>
          </p:cNvPr>
          <p:cNvSpPr/>
          <p:nvPr/>
        </p:nvSpPr>
        <p:spPr>
          <a:xfrm>
            <a:off x="582745" y="4147401"/>
            <a:ext cx="1563082" cy="3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230052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70</Words>
  <Application>Microsoft Office PowerPoint</Application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28</cp:revision>
  <dcterms:created xsi:type="dcterms:W3CDTF">2024-03-03T20:53:48Z</dcterms:created>
  <dcterms:modified xsi:type="dcterms:W3CDTF">2025-02-25T13:44:56Z</dcterms:modified>
</cp:coreProperties>
</file>