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261" r:id="rId3"/>
    <p:sldId id="265" r:id="rId4"/>
    <p:sldId id="266" r:id="rId5"/>
    <p:sldId id="268" r:id="rId6"/>
    <p:sldId id="269" r:id="rId7"/>
    <p:sldId id="270" r:id="rId8"/>
    <p:sldId id="272" r:id="rId9"/>
    <p:sldId id="267" r:id="rId10"/>
    <p:sldId id="271" r:id="rId11"/>
    <p:sldId id="27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vious figures" id="{9C7A7C0A-E6DC-4EEF-B330-236E5F6F293C}">
          <p14:sldIdLst>
            <p14:sldId id="257"/>
            <p14:sldId id="261"/>
          </p14:sldIdLst>
        </p14:section>
        <p14:section name="FP model" id="{1B42616A-2B09-4BA8-A4B2-CD3BE1E7681C}">
          <p14:sldIdLst>
            <p14:sldId id="265"/>
          </p14:sldIdLst>
        </p14:section>
        <p14:section name="CNL model" id="{83EE92EA-3E31-4A7D-93A5-0ED36B90E84F}">
          <p14:sldIdLst>
            <p14:sldId id="266"/>
            <p14:sldId id="268"/>
            <p14:sldId id="269"/>
            <p14:sldId id="270"/>
            <p14:sldId id="272"/>
            <p14:sldId id="267"/>
            <p14:sldId id="271"/>
            <p14:sldId id="27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6B4E6"/>
    <a:srgbClr val="767171"/>
    <a:srgbClr val="3B3838"/>
    <a:srgbClr val="A6A6A6"/>
    <a:srgbClr val="000000"/>
    <a:srgbClr val="FFBC15"/>
    <a:srgbClr val="DEAE00"/>
    <a:srgbClr val="BAFDB1"/>
    <a:srgbClr val="F2BE00"/>
    <a:srgbClr val="DEFE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976" autoAdjust="0"/>
    <p:restoredTop sz="95172" autoAdjust="0"/>
  </p:normalViewPr>
  <p:slideViewPr>
    <p:cSldViewPr snapToGrid="0">
      <p:cViewPr>
        <p:scale>
          <a:sx n="100" d="100"/>
          <a:sy n="100" d="100"/>
        </p:scale>
        <p:origin x="20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253B01-EE6D-4CBE-BDF8-35F5AB9D69BD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82D7BF-320F-4243-B682-510A3198240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5838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933E52-901C-73DA-5B16-7697F3F3F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DF321D0-BE67-38DD-9623-82AE1B591B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A625A4-0A6D-21B1-7859-57017ECD01E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55E420-C97B-2D87-D5F3-2C40DECBE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383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BB72D1-C4A7-8046-5D2B-FAE677870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B6BFFA-044C-3B4E-0EF9-EC9214897BB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6D5FE9-4D5C-5339-A116-46D25366E9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A77E3B-FB59-EDAA-40CC-5967B03C14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4597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E681DB-F077-367A-0383-7640338F13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F6D20B-C51D-13DC-78F9-3B8F43A2B16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FAF42A-DBB5-184C-FE37-060643C5A1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943BAA-68F4-5792-7079-D0390EFA5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1316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B5134-A14D-1EFA-CC00-27D3BAB4D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D82B09-35E0-7BD8-CE1F-4CB06E2D7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F086D9-C62A-E882-45AD-5BCAACFCE3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EB5ED2-2A70-7A03-59B2-BE2406FD06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6213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6A0360-E64F-FD97-1B97-31FFE91EB9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749AA89-B78E-0508-F2D0-CEAF3888F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69AD0A-5939-7057-52B3-92723CD0F3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4D5BD4-41DD-F037-46C0-4D1633B9A53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1236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312B50-97C6-9AE4-603A-1EBC30F07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24B3E87-E120-04E4-132D-23B50C68B7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6F032F-58D6-47F5-CC30-C71A348C5C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F8210-F796-0930-2D72-0570AE3498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04768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5D4405-A3B2-EE01-79F5-5AF31B232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5966A26-4B27-4D42-E92B-7B0801D50B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67C1D7-324C-1D3C-960F-223EC4A1B2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25D1F2-5717-D1AD-C807-2879C824C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759315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CB7E55-E452-77F0-02F8-83E0FE2BD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BCF254-ABEC-34BC-BBDA-61A7872408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7A0ED8D-1755-DDF1-4C1B-0AF5FE316E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832511-627F-69FA-EE5A-43613178A6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121282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256F86-2323-C982-6951-BE437EAAE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0A7DE5-65A5-1563-CE66-F0363645CF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A5E676-7789-9B80-0E47-8FB9CF98BD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9D1893-0D23-A445-E4EA-61CC2709A5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82D7BF-320F-4243-B682-510A3198240E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81907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979FD-96A7-9B9F-B35A-3B063EE54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C47C1A-ED01-D200-1BC1-B88598C78C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3FDC1A-6FC7-4C05-751A-9E391BC7F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B12E2-00F2-7B9C-7839-1B56D43C93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23DE88-3486-340E-C885-4A40DA49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2781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166CC-2D7D-0F5E-F28E-81CEA59617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702512-1688-1F4E-A230-A09637A02A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354D82-E06F-D52A-D39C-F50D4E2516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1BAD47-0725-30F3-B6BC-28E7D769D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A3366-4C46-6DDA-A713-935845BFC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3550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E284E-BEB5-E113-3F8D-99A0B2F96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1BD5EE-8211-2016-0B9C-1F5F225003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84C95-F237-3F6F-A3D7-3D6204299A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9F915C-1DB5-2119-73A4-C5EC015D7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336307-8EC1-8665-66A2-DB7B7E0D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3495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EC416F-749D-EADC-920A-821C0B2A3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9161D-D36D-54AE-02B5-9327DECA6C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8A1CFA-F218-8DED-1FC1-3B46B3F7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E43EC8-F4A6-78B4-B470-FB823CD92D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55F465-B688-6111-60EC-4B595D6EE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A62660-F739-5E12-AA5E-8ADBE9205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6858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568CC-9411-DEA9-70D8-8C2ADE385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205C6-6BA1-9D79-6579-3D2E9AF3E4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046625-A833-438A-461F-F42D8F4EFE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976EC8-F778-14DA-1F02-E63354DDD7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E6B121-89AE-692A-B1BF-4C00A5EB3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446E63-9AFB-9D15-8EBC-E60B717D0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FABA1D-9B93-7503-CDF9-56B7475F4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0142CC-39E4-A7A4-6DE7-E91F4E09A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493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D27D5D-1E24-56B9-80B6-9A07317C8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8FDF8-4F2A-A1F0-D02B-66D0CE58B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D6DD8A-26F0-BE54-E16F-CDA1113E5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E470E9-C236-4507-16D0-3708149A1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7477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54A956-4453-3C55-4741-B8B78754B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29220EA-A76F-97B9-ABAA-AC5DDD36D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393076-7C43-3266-F905-7F4477550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7728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F0B60-1917-D8AA-9C8D-B8FBA0F6D7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0641E7-07DC-C035-9AA8-0B5E9D4122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B2DE17-0636-7B52-4B0D-811EA1FFDD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0AB7E7-6DCD-4867-2C79-BE7062B12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B0FA-BEBB-CEF4-7D4C-7DE607D6F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FD5BA0-8122-81C1-24B3-E48BBD2B9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92421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B21070-A4D1-FC2E-4A20-C66413AD0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7B1D00-6F79-24C4-77B6-29D550FFFC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FF9E5C-1031-096D-4F11-47CC5D47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41CBB8-FE18-BCED-E875-4C39E1BDB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8C50BA-67CB-065B-4E60-D4437BA2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69ACF2-612F-54B7-04B2-814C511EE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63225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3223DE-9BE5-F757-3150-FCC0C7472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E4E4A9-5442-281E-3A3D-FDEE4DB0B0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41F116-B39E-3365-B88E-3DA1D5F6B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E2B4E3-222C-9B09-5A46-89500E429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87186D-5466-2D8C-AE7E-0E724BA06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7325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DB41867-0C66-6B4B-1144-B5745DA710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B4CCBB-021D-CFD3-7D22-C3F2DB3E5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732D0-E20B-D2AB-0371-036136EA1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9E2800-39B5-F9E0-D1B4-3B6881E8E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94B06-9EBC-A638-339F-85A5FF117E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97643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C2504F-E239-B38D-1E9F-3A92A784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886BC-1910-FF8B-22BB-880209F606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83DC3-5E24-B7BA-7D00-A585349B41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69046E-0F48-469F-B64E-AD898842AE09}" type="datetimeFigureOut">
              <a:rPr lang="en-US" smtClean="0"/>
              <a:t>1/31/2025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6430-1C1C-F5D9-19D6-F546FD1531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98EB-5F56-0A9A-F0E8-3BFA32539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C3A11A-F310-4CD0-9B1D-CC41033CB2A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392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F1536EE-F862-C41A-18E6-6905556C2C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047A739-25C2-618F-A37B-D8DC1CB82C02}"/>
              </a:ext>
            </a:extLst>
          </p:cNvPr>
          <p:cNvSpPr txBox="1"/>
          <p:nvPr/>
        </p:nvSpPr>
        <p:spPr>
          <a:xfrm>
            <a:off x="205269" y="154064"/>
            <a:ext cx="473889" cy="568762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5A1361-A44D-7CCB-380D-6480B8746E15}"/>
              </a:ext>
            </a:extLst>
          </p:cNvPr>
          <p:cNvSpPr/>
          <p:nvPr/>
        </p:nvSpPr>
        <p:spPr>
          <a:xfrm>
            <a:off x="1956650" y="1161028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5ECB69-006B-A98F-CCF3-680803DE8108}"/>
              </a:ext>
            </a:extLst>
          </p:cNvPr>
          <p:cNvSpPr txBox="1"/>
          <p:nvPr/>
        </p:nvSpPr>
        <p:spPr>
          <a:xfrm>
            <a:off x="5878134" y="156595"/>
            <a:ext cx="461474" cy="563701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C721094-971B-69A7-C7F5-16BE07BD041E}"/>
              </a:ext>
            </a:extLst>
          </p:cNvPr>
          <p:cNvSpPr/>
          <p:nvPr/>
        </p:nvSpPr>
        <p:spPr>
          <a:xfrm>
            <a:off x="1956650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IE dataset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31DFFC-91FC-1DA0-D67B-32BB032268BB}"/>
              </a:ext>
            </a:extLst>
          </p:cNvPr>
          <p:cNvSpPr/>
          <p:nvPr/>
        </p:nvSpPr>
        <p:spPr>
          <a:xfrm>
            <a:off x="3139352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IE dataset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67867-044D-B8ED-D4F0-A5EE390ABE51}"/>
              </a:ext>
            </a:extLst>
          </p:cNvPr>
          <p:cNvSpPr/>
          <p:nvPr/>
        </p:nvSpPr>
        <p:spPr>
          <a:xfrm>
            <a:off x="4322054" y="195896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IE dataset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3C95A528-477D-5C22-5A61-BEB5A99BC0DA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2460650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CF4F426-332A-4A32-DC1E-CF9E3B09FCC4}"/>
              </a:ext>
            </a:extLst>
          </p:cNvPr>
          <p:cNvCxnSpPr>
            <a:cxnSpLocks/>
            <a:stCxn id="6" idx="2"/>
            <a:endCxn id="12" idx="0"/>
          </p:cNvCxnSpPr>
          <p:nvPr/>
        </p:nvCxnSpPr>
        <p:spPr>
          <a:xfrm>
            <a:off x="3643352" y="1630728"/>
            <a:ext cx="0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81B88485-0108-9748-B036-86F4286F5F1B}"/>
              </a:ext>
            </a:extLst>
          </p:cNvPr>
          <p:cNvCxnSpPr>
            <a:cxnSpLocks/>
            <a:stCxn id="6" idx="2"/>
            <a:endCxn id="13" idx="0"/>
          </p:cNvCxnSpPr>
          <p:nvPr/>
        </p:nvCxnSpPr>
        <p:spPr>
          <a:xfrm>
            <a:off x="3643352" y="1630728"/>
            <a:ext cx="1182702" cy="32823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9EBC3FC3-28F0-FFFE-B277-51FB2C8B6D52}"/>
              </a:ext>
            </a:extLst>
          </p:cNvPr>
          <p:cNvSpPr/>
          <p:nvPr/>
        </p:nvSpPr>
        <p:spPr>
          <a:xfrm>
            <a:off x="1956650" y="290185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7EADAF-0442-7FAB-DD7E-22C6FFB98A65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2460650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3FE162E0-3A24-E7A6-8884-C17A039D1A4A}"/>
              </a:ext>
            </a:extLst>
          </p:cNvPr>
          <p:cNvCxnSpPr>
            <a:cxnSpLocks/>
            <a:stCxn id="12" idx="2"/>
            <a:endCxn id="20" idx="0"/>
          </p:cNvCxnSpPr>
          <p:nvPr/>
        </p:nvCxnSpPr>
        <p:spPr>
          <a:xfrm>
            <a:off x="3643352" y="257478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763200A-E938-52F0-F866-A50721854B52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4826054" y="2574781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4651A041-CAA5-FD40-3C5D-755A1D0CFD60}"/>
              </a:ext>
            </a:extLst>
          </p:cNvPr>
          <p:cNvSpPr/>
          <p:nvPr/>
        </p:nvSpPr>
        <p:spPr>
          <a:xfrm>
            <a:off x="1956650" y="3696145"/>
            <a:ext cx="3373404" cy="4697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E913A9-31F7-707C-2E02-3258A5BC1C07}"/>
              </a:ext>
            </a:extLst>
          </p:cNvPr>
          <p:cNvCxnSpPr>
            <a:cxnSpLocks/>
          </p:cNvCxnSpPr>
          <p:nvPr/>
        </p:nvCxnSpPr>
        <p:spPr>
          <a:xfrm>
            <a:off x="2442650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65FB69B5-9134-1A81-5CE2-6777FEEF0908}"/>
              </a:ext>
            </a:extLst>
          </p:cNvPr>
          <p:cNvCxnSpPr>
            <a:cxnSpLocks/>
            <a:stCxn id="20" idx="2"/>
            <a:endCxn id="27" idx="0"/>
          </p:cNvCxnSpPr>
          <p:nvPr/>
        </p:nvCxnSpPr>
        <p:spPr>
          <a:xfrm>
            <a:off x="3643352" y="3371555"/>
            <a:ext cx="0" cy="32459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31B5951-CE11-C1F3-51F5-84EC16613B84}"/>
              </a:ext>
            </a:extLst>
          </p:cNvPr>
          <p:cNvCxnSpPr>
            <a:cxnSpLocks/>
          </p:cNvCxnSpPr>
          <p:nvPr/>
        </p:nvCxnSpPr>
        <p:spPr>
          <a:xfrm>
            <a:off x="4808054" y="3369071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87E76003-CD37-83A9-873A-A4D283A1A4D0}"/>
              </a:ext>
            </a:extLst>
          </p:cNvPr>
          <p:cNvSpPr/>
          <p:nvPr/>
        </p:nvSpPr>
        <p:spPr>
          <a:xfrm>
            <a:off x="195659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FP model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A710A11-39BC-58C9-7C0F-697F5075BD54}"/>
              </a:ext>
            </a:extLst>
          </p:cNvPr>
          <p:cNvSpPr/>
          <p:nvPr/>
        </p:nvSpPr>
        <p:spPr>
          <a:xfrm>
            <a:off x="3139323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FP model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6B88BC2-A17F-1C9A-874A-A193E122EC80}"/>
              </a:ext>
            </a:extLst>
          </p:cNvPr>
          <p:cNvSpPr/>
          <p:nvPr/>
        </p:nvSpPr>
        <p:spPr>
          <a:xfrm>
            <a:off x="4322054" y="4506921"/>
            <a:ext cx="1008000" cy="6158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FP model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CC835211-54C6-FED6-90EC-CD9385A892FF}"/>
              </a:ext>
            </a:extLst>
          </p:cNvPr>
          <p:cNvCxnSpPr>
            <a:cxnSpLocks/>
          </p:cNvCxnSpPr>
          <p:nvPr/>
        </p:nvCxnSpPr>
        <p:spPr>
          <a:xfrm>
            <a:off x="2460650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76E879F-7D33-DBA3-334E-5DDE87897C51}"/>
              </a:ext>
            </a:extLst>
          </p:cNvPr>
          <p:cNvCxnSpPr>
            <a:cxnSpLocks/>
          </p:cNvCxnSpPr>
          <p:nvPr/>
        </p:nvCxnSpPr>
        <p:spPr>
          <a:xfrm>
            <a:off x="3643352" y="416584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EA638A4E-B33C-3557-3D01-DB83626ECCE2}"/>
              </a:ext>
            </a:extLst>
          </p:cNvPr>
          <p:cNvCxnSpPr>
            <a:cxnSpLocks/>
          </p:cNvCxnSpPr>
          <p:nvPr/>
        </p:nvCxnSpPr>
        <p:spPr>
          <a:xfrm>
            <a:off x="4826054" y="416584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A90E2253-66BA-7651-27A1-0790872D988C}"/>
              </a:ext>
            </a:extLst>
          </p:cNvPr>
          <p:cNvSpPr txBox="1"/>
          <p:nvPr/>
        </p:nvSpPr>
        <p:spPr>
          <a:xfrm>
            <a:off x="862742" y="150445"/>
            <a:ext cx="3373461" cy="576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FCE7B603-CECF-702A-5428-51F20C6F6EEB}"/>
              </a:ext>
            </a:extLst>
          </p:cNvPr>
          <p:cNvSpPr/>
          <p:nvPr/>
        </p:nvSpPr>
        <p:spPr>
          <a:xfrm>
            <a:off x="302914" y="3660995"/>
            <a:ext cx="1352772" cy="54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5B0EBA8D-C366-B203-8CB4-27E862133EE2}"/>
              </a:ext>
            </a:extLst>
          </p:cNvPr>
          <p:cNvCxnSpPr>
            <a:cxnSpLocks/>
          </p:cNvCxnSpPr>
          <p:nvPr/>
        </p:nvCxnSpPr>
        <p:spPr>
          <a:xfrm flipH="1">
            <a:off x="1655686" y="3787474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78EE8EBE-017C-B05C-2F97-E663D803BDF4}"/>
              </a:ext>
            </a:extLst>
          </p:cNvPr>
          <p:cNvCxnSpPr>
            <a:cxnSpLocks/>
          </p:cNvCxnSpPr>
          <p:nvPr/>
        </p:nvCxnSpPr>
        <p:spPr>
          <a:xfrm>
            <a:off x="1686062" y="4049602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0A0C12B4-1517-06EE-EA21-729A1528ECEC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F2112EC9-D0D0-BC20-FCF0-B62A66BB07C8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EBA1A2A7-D209-B642-11D9-3CB6F4167420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3EC48795-1ED5-AFB0-78AF-D1AFA1CB63DF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B0D13D8B-B7FC-8EDF-C61D-D6222E558441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217FFDAC-242D-A491-DC89-34915EA63C07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896DC2D4-A5C7-40D9-BB4C-0712D87C05B5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846618D3-3B77-D945-5206-44141F14A3E2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111348D2-0B35-1DFE-62E3-1877DCDDF80A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EAF9DA76-5756-5433-A206-3572A4AC6C38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725C706-43E0-7FDD-046E-F36FB68CFC14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0F75D14B-91A8-F27A-4AED-0D5FED102F85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54C8A6B7-A13D-9776-D366-62425471E319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37F33560-80AE-5515-3DC0-FDD7E9AC3553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336C2ECC-B7F2-A28F-F69B-44162632A25B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2" name="Straight Connector 161">
            <a:extLst>
              <a:ext uri="{FF2B5EF4-FFF2-40B4-BE49-F238E27FC236}">
                <a16:creationId xmlns:a16="http://schemas.microsoft.com/office/drawing/2014/main" id="{0AB8004A-B3A1-DC08-6586-9066339C34B4}"/>
              </a:ext>
            </a:extLst>
          </p:cNvPr>
          <p:cNvCxnSpPr>
            <a:cxnSpLocks/>
          </p:cNvCxnSpPr>
          <p:nvPr/>
        </p:nvCxnSpPr>
        <p:spPr>
          <a:xfrm>
            <a:off x="5745482" y="0"/>
            <a:ext cx="0" cy="6858000"/>
          </a:xfrm>
          <a:prstGeom prst="lin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F96A0836-5EFC-9967-8D5B-A70AC7F327E6}"/>
              </a:ext>
            </a:extLst>
          </p:cNvPr>
          <p:cNvCxnSpPr>
            <a:cxnSpLocks/>
          </p:cNvCxnSpPr>
          <p:nvPr/>
        </p:nvCxnSpPr>
        <p:spPr>
          <a:xfrm flipH="1">
            <a:off x="9763287" y="1901622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8B39461-35C0-CC94-8367-0AC7188E6FE2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9B4123A6-8E45-B00B-992A-F1DE88CA2E78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31C6E861-E374-EB12-6945-B9EC47516496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5F4545AC-957E-73E9-D76C-11D56E97199C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F9912EB0-9997-EEF3-0BDE-44C5B4C70276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78CE82C7-CF60-F5E7-B1BE-CFB6DF121618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B9F75016-42B5-73F4-1611-C5D067A179D4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18276EBA-2D20-FC1D-45C9-514DAF74235F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3CBC225B-8616-D7C7-B3E9-279262A2192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2E45CD09-696C-7805-EF1D-7B73D55C8B1F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2F4BD017-192D-1FBE-D896-9024C09012F9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C76B4CA-EA66-F0FF-AAA2-3EEB22E7C660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EADE3CC2-328C-07E1-1AA5-D175E27E5AA8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B3AEFA9F-26B0-FFE9-B5EE-F76D45D4B84D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297C40B8-5667-C22A-EC54-8CA1A3B98D65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272FFECC-4065-EEEC-92B3-08F3AAB922E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8B51C242-B074-6B60-A7C9-B7FCB001F7D0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590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D9AEE-8067-A407-D491-CFDC28362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72">
            <a:extLst>
              <a:ext uri="{FF2B5EF4-FFF2-40B4-BE49-F238E27FC236}">
                <a16:creationId xmlns:a16="http://schemas.microsoft.com/office/drawing/2014/main" id="{B5AB459E-E9F5-FF42-DC99-1137B9E340BB}"/>
              </a:ext>
            </a:extLst>
          </p:cNvPr>
          <p:cNvSpPr/>
          <p:nvPr/>
        </p:nvSpPr>
        <p:spPr>
          <a:xfrm>
            <a:off x="9940409" y="1142366"/>
            <a:ext cx="1501061" cy="65416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Mass spectra database</a:t>
            </a:r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9C0F417B-F071-4206-62E1-F890B1F0801F}"/>
              </a:ext>
            </a:extLst>
          </p:cNvPr>
          <p:cNvSpPr/>
          <p:nvPr/>
        </p:nvSpPr>
        <p:spPr>
          <a:xfrm>
            <a:off x="6187431" y="1927642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CNL-IE dataset</a:t>
            </a: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CCED3A4A-236E-0E3B-FD78-07788D1EE1DA}"/>
              </a:ext>
            </a:extLst>
          </p:cNvPr>
          <p:cNvSpPr/>
          <p:nvPr/>
        </p:nvSpPr>
        <p:spPr>
          <a:xfrm>
            <a:off x="6187432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CNL-IE dataset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F0109445-BF3D-A88A-D737-E38549F2F1CA}"/>
              </a:ext>
            </a:extLst>
          </p:cNvPr>
          <p:cNvSpPr/>
          <p:nvPr/>
        </p:nvSpPr>
        <p:spPr>
          <a:xfrm>
            <a:off x="7345848" y="2734755"/>
            <a:ext cx="1056572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CNL-IE dataset</a:t>
            </a:r>
          </a:p>
        </p:txBody>
      </p:sp>
      <p:sp>
        <p:nvSpPr>
          <p:cNvPr id="92" name="Rectangle 91">
            <a:extLst>
              <a:ext uri="{FF2B5EF4-FFF2-40B4-BE49-F238E27FC236}">
                <a16:creationId xmlns:a16="http://schemas.microsoft.com/office/drawing/2014/main" id="{22E9ED96-B741-0393-C771-8DC1DBED59DC}"/>
              </a:ext>
            </a:extLst>
          </p:cNvPr>
          <p:cNvSpPr/>
          <p:nvPr/>
        </p:nvSpPr>
        <p:spPr>
          <a:xfrm>
            <a:off x="8552836" y="2734755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3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CNL-IE dataset</a:t>
            </a:r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98EA62E6-0B23-7BD6-B7B6-1DEA715B6645}"/>
              </a:ext>
            </a:extLst>
          </p:cNvPr>
          <p:cNvCxnSpPr>
            <a:cxnSpLocks/>
            <a:stCxn id="89" idx="2"/>
            <a:endCxn id="90" idx="0"/>
          </p:cNvCxnSpPr>
          <p:nvPr/>
        </p:nvCxnSpPr>
        <p:spPr>
          <a:xfrm flipH="1">
            <a:off x="6691432" y="2397342"/>
            <a:ext cx="118270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7C400A3-673B-ABB6-6D04-3C087A907F84}"/>
              </a:ext>
            </a:extLst>
          </p:cNvPr>
          <p:cNvCxnSpPr>
            <a:cxnSpLocks/>
            <a:stCxn id="89" idx="2"/>
            <a:endCxn id="91" idx="0"/>
          </p:cNvCxnSpPr>
          <p:nvPr/>
        </p:nvCxnSpPr>
        <p:spPr>
          <a:xfrm>
            <a:off x="7874133" y="2397342"/>
            <a:ext cx="1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AD497E21-DFFD-CF1A-3032-B925DCBB5F04}"/>
              </a:ext>
            </a:extLst>
          </p:cNvPr>
          <p:cNvCxnSpPr>
            <a:cxnSpLocks/>
            <a:stCxn id="89" idx="2"/>
            <a:endCxn id="92" idx="0"/>
          </p:cNvCxnSpPr>
          <p:nvPr/>
        </p:nvCxnSpPr>
        <p:spPr>
          <a:xfrm>
            <a:off x="7874133" y="2397342"/>
            <a:ext cx="1182703" cy="33741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A325FF79-C282-C353-F5E1-787B7CBECFEB}"/>
              </a:ext>
            </a:extLst>
          </p:cNvPr>
          <p:cNvSpPr/>
          <p:nvPr/>
        </p:nvSpPr>
        <p:spPr>
          <a:xfrm>
            <a:off x="6187432" y="367764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Filter on minimum no. of fragments</a:t>
            </a:r>
          </a:p>
        </p:txBody>
      </p:sp>
      <p:cxnSp>
        <p:nvCxnSpPr>
          <p:cNvPr id="97" name="Straight Arrow Connector 96">
            <a:extLst>
              <a:ext uri="{FF2B5EF4-FFF2-40B4-BE49-F238E27FC236}">
                <a16:creationId xmlns:a16="http://schemas.microsoft.com/office/drawing/2014/main" id="{83DE76D0-C068-1B47-1253-64D73B43021C}"/>
              </a:ext>
            </a:extLst>
          </p:cNvPr>
          <p:cNvCxnSpPr>
            <a:cxnSpLocks/>
            <a:stCxn id="90" idx="2"/>
          </p:cNvCxnSpPr>
          <p:nvPr/>
        </p:nvCxnSpPr>
        <p:spPr>
          <a:xfrm>
            <a:off x="6691432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Arrow Connector 97">
            <a:extLst>
              <a:ext uri="{FF2B5EF4-FFF2-40B4-BE49-F238E27FC236}">
                <a16:creationId xmlns:a16="http://schemas.microsoft.com/office/drawing/2014/main" id="{8DFF556B-FD68-2663-DEC1-D2DBD2C1192C}"/>
              </a:ext>
            </a:extLst>
          </p:cNvPr>
          <p:cNvCxnSpPr>
            <a:cxnSpLocks/>
            <a:stCxn id="91" idx="2"/>
            <a:endCxn id="96" idx="0"/>
          </p:cNvCxnSpPr>
          <p:nvPr/>
        </p:nvCxnSpPr>
        <p:spPr>
          <a:xfrm>
            <a:off x="7874134" y="335057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Arrow Connector 98">
            <a:extLst>
              <a:ext uri="{FF2B5EF4-FFF2-40B4-BE49-F238E27FC236}">
                <a16:creationId xmlns:a16="http://schemas.microsoft.com/office/drawing/2014/main" id="{1CC41D0A-E1B6-7A5D-4CD5-7C1DBDF4F503}"/>
              </a:ext>
            </a:extLst>
          </p:cNvPr>
          <p:cNvCxnSpPr>
            <a:cxnSpLocks/>
            <a:stCxn id="92" idx="2"/>
          </p:cNvCxnSpPr>
          <p:nvPr/>
        </p:nvCxnSpPr>
        <p:spPr>
          <a:xfrm>
            <a:off x="9056836" y="335057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2F689A58-BE04-49C9-4790-080700CC9F1C}"/>
              </a:ext>
            </a:extLst>
          </p:cNvPr>
          <p:cNvSpPr/>
          <p:nvPr/>
        </p:nvSpPr>
        <p:spPr>
          <a:xfrm>
            <a:off x="6187430" y="11423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Unified IE dataset</a:t>
            </a:r>
          </a:p>
        </p:txBody>
      </p:sp>
      <p:cxnSp>
        <p:nvCxnSpPr>
          <p:cNvPr id="103" name="Straight Arrow Connector 102">
            <a:extLst>
              <a:ext uri="{FF2B5EF4-FFF2-40B4-BE49-F238E27FC236}">
                <a16:creationId xmlns:a16="http://schemas.microsoft.com/office/drawing/2014/main" id="{BC790199-7865-A127-E803-E640E3F33A8F}"/>
              </a:ext>
            </a:extLst>
          </p:cNvPr>
          <p:cNvCxnSpPr>
            <a:cxnSpLocks/>
            <a:stCxn id="100" idx="2"/>
            <a:endCxn id="89" idx="0"/>
          </p:cNvCxnSpPr>
          <p:nvPr/>
        </p:nvCxnSpPr>
        <p:spPr>
          <a:xfrm>
            <a:off x="7874132" y="1612066"/>
            <a:ext cx="1" cy="31557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>
            <a:extLst>
              <a:ext uri="{FF2B5EF4-FFF2-40B4-BE49-F238E27FC236}">
                <a16:creationId xmlns:a16="http://schemas.microsoft.com/office/drawing/2014/main" id="{68A3B049-5789-799A-1C1F-E280DC819858}"/>
              </a:ext>
            </a:extLst>
          </p:cNvPr>
          <p:cNvSpPr txBox="1"/>
          <p:nvPr/>
        </p:nvSpPr>
        <p:spPr>
          <a:xfrm>
            <a:off x="6517444" y="15044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A4F0C7FA-30BF-D4FF-E691-91BA68F0B1B2}"/>
              </a:ext>
            </a:extLst>
          </p:cNvPr>
          <p:cNvCxnSpPr>
            <a:cxnSpLocks/>
          </p:cNvCxnSpPr>
          <p:nvPr/>
        </p:nvCxnSpPr>
        <p:spPr>
          <a:xfrm flipH="1">
            <a:off x="9731350" y="1828526"/>
            <a:ext cx="354244" cy="26087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>
            <a:extLst>
              <a:ext uri="{FF2B5EF4-FFF2-40B4-BE49-F238E27FC236}">
                <a16:creationId xmlns:a16="http://schemas.microsoft.com/office/drawing/2014/main" id="{234FD777-69B8-A5B9-BE4C-EB0AE8D8A8B7}"/>
              </a:ext>
            </a:extLst>
          </p:cNvPr>
          <p:cNvSpPr/>
          <p:nvPr/>
        </p:nvSpPr>
        <p:spPr>
          <a:xfrm>
            <a:off x="6187430" y="4488259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Consensus spectra filtering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C7FB28E6-3132-029E-D77D-D09D8CE2126B}"/>
              </a:ext>
            </a:extLst>
          </p:cNvPr>
          <p:cNvCxnSpPr>
            <a:cxnSpLocks/>
          </p:cNvCxnSpPr>
          <p:nvPr/>
        </p:nvCxnSpPr>
        <p:spPr>
          <a:xfrm>
            <a:off x="6691430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F9338FFB-1402-671D-A41C-98831BE62215}"/>
              </a:ext>
            </a:extLst>
          </p:cNvPr>
          <p:cNvCxnSpPr>
            <a:cxnSpLocks/>
            <a:endCxn id="169" idx="0"/>
          </p:cNvCxnSpPr>
          <p:nvPr/>
        </p:nvCxnSpPr>
        <p:spPr>
          <a:xfrm>
            <a:off x="7874132" y="4161185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49513A8-358B-8ABF-9FF0-5411EA1863F0}"/>
              </a:ext>
            </a:extLst>
          </p:cNvPr>
          <p:cNvCxnSpPr>
            <a:cxnSpLocks/>
          </p:cNvCxnSpPr>
          <p:nvPr/>
        </p:nvCxnSpPr>
        <p:spPr>
          <a:xfrm>
            <a:off x="9056834" y="4161185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Rectangle 172">
            <a:extLst>
              <a:ext uri="{FF2B5EF4-FFF2-40B4-BE49-F238E27FC236}">
                <a16:creationId xmlns:a16="http://schemas.microsoft.com/office/drawing/2014/main" id="{232FA765-63C5-C50A-108D-D3C22F31EEFC}"/>
              </a:ext>
            </a:extLst>
          </p:cNvPr>
          <p:cNvSpPr/>
          <p:nvPr/>
        </p:nvSpPr>
        <p:spPr>
          <a:xfrm>
            <a:off x="6187430" y="5298866"/>
            <a:ext cx="3373404" cy="46970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Gradient boosted modeling</a:t>
            </a:r>
          </a:p>
        </p:txBody>
      </p: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DE77498D-64B7-8E2B-08CC-55E5A0D3EA4F}"/>
              </a:ext>
            </a:extLst>
          </p:cNvPr>
          <p:cNvCxnSpPr>
            <a:cxnSpLocks/>
          </p:cNvCxnSpPr>
          <p:nvPr/>
        </p:nvCxnSpPr>
        <p:spPr>
          <a:xfrm>
            <a:off x="6691430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>
            <a:extLst>
              <a:ext uri="{FF2B5EF4-FFF2-40B4-BE49-F238E27FC236}">
                <a16:creationId xmlns:a16="http://schemas.microsoft.com/office/drawing/2014/main" id="{10E9D329-1F1A-AD74-2EAF-3E06EDA20951}"/>
              </a:ext>
            </a:extLst>
          </p:cNvPr>
          <p:cNvCxnSpPr>
            <a:cxnSpLocks/>
            <a:endCxn id="173" idx="0"/>
          </p:cNvCxnSpPr>
          <p:nvPr/>
        </p:nvCxnSpPr>
        <p:spPr>
          <a:xfrm>
            <a:off x="7874132" y="4971792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CF7ADF17-8902-97D3-E11D-B1D8E419333D}"/>
              </a:ext>
            </a:extLst>
          </p:cNvPr>
          <p:cNvCxnSpPr>
            <a:cxnSpLocks/>
          </p:cNvCxnSpPr>
          <p:nvPr/>
        </p:nvCxnSpPr>
        <p:spPr>
          <a:xfrm>
            <a:off x="9056834" y="4971792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>
            <a:extLst>
              <a:ext uri="{FF2B5EF4-FFF2-40B4-BE49-F238E27FC236}">
                <a16:creationId xmlns:a16="http://schemas.microsoft.com/office/drawing/2014/main" id="{AD74B331-1120-78F1-3A4D-6E75137163B2}"/>
              </a:ext>
            </a:extLst>
          </p:cNvPr>
          <p:cNvSpPr/>
          <p:nvPr/>
        </p:nvSpPr>
        <p:spPr>
          <a:xfrm>
            <a:off x="6187375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Min CNL model</a:t>
            </a:r>
          </a:p>
        </p:txBody>
      </p:sp>
      <p:sp>
        <p:nvSpPr>
          <p:cNvPr id="194" name="Rectangle 193">
            <a:extLst>
              <a:ext uri="{FF2B5EF4-FFF2-40B4-BE49-F238E27FC236}">
                <a16:creationId xmlns:a16="http://schemas.microsoft.com/office/drawing/2014/main" id="{0ECAE5BB-F231-D778-98B6-FAC587A40639}"/>
              </a:ext>
            </a:extLst>
          </p:cNvPr>
          <p:cNvSpPr/>
          <p:nvPr/>
        </p:nvSpPr>
        <p:spPr>
          <a:xfrm>
            <a:off x="7332000" y="6089756"/>
            <a:ext cx="108421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Mean CNL model</a:t>
            </a:r>
          </a:p>
        </p:txBody>
      </p:sp>
      <p:sp>
        <p:nvSpPr>
          <p:cNvPr id="195" name="Rectangle 194">
            <a:extLst>
              <a:ext uri="{FF2B5EF4-FFF2-40B4-BE49-F238E27FC236}">
                <a16:creationId xmlns:a16="http://schemas.microsoft.com/office/drawing/2014/main" id="{FB1E646A-ED2B-751A-AD73-06A86523CFFE}"/>
              </a:ext>
            </a:extLst>
          </p:cNvPr>
          <p:cNvSpPr/>
          <p:nvPr/>
        </p:nvSpPr>
        <p:spPr>
          <a:xfrm>
            <a:off x="8552836" y="6089756"/>
            <a:ext cx="1008000" cy="61582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Max CNL model</a:t>
            </a:r>
          </a:p>
        </p:txBody>
      </p: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1828E881-58FC-3F6D-93BA-3D5F67687BAC}"/>
              </a:ext>
            </a:extLst>
          </p:cNvPr>
          <p:cNvCxnSpPr>
            <a:cxnSpLocks/>
          </p:cNvCxnSpPr>
          <p:nvPr/>
        </p:nvCxnSpPr>
        <p:spPr>
          <a:xfrm>
            <a:off x="6691432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Arrow Connector 196">
            <a:extLst>
              <a:ext uri="{FF2B5EF4-FFF2-40B4-BE49-F238E27FC236}">
                <a16:creationId xmlns:a16="http://schemas.microsoft.com/office/drawing/2014/main" id="{A4E6C436-5A21-B1B8-FDBD-0B885CB2A9BB}"/>
              </a:ext>
            </a:extLst>
          </p:cNvPr>
          <p:cNvCxnSpPr>
            <a:cxnSpLocks/>
          </p:cNvCxnSpPr>
          <p:nvPr/>
        </p:nvCxnSpPr>
        <p:spPr>
          <a:xfrm>
            <a:off x="7874134" y="5748680"/>
            <a:ext cx="0" cy="3270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Arrow Connector 197">
            <a:extLst>
              <a:ext uri="{FF2B5EF4-FFF2-40B4-BE49-F238E27FC236}">
                <a16:creationId xmlns:a16="http://schemas.microsoft.com/office/drawing/2014/main" id="{1E8BB5A2-2320-1B0E-204D-C7F2E37D9DB0}"/>
              </a:ext>
            </a:extLst>
          </p:cNvPr>
          <p:cNvCxnSpPr>
            <a:cxnSpLocks/>
          </p:cNvCxnSpPr>
          <p:nvPr/>
        </p:nvCxnSpPr>
        <p:spPr>
          <a:xfrm>
            <a:off x="9056836" y="5748680"/>
            <a:ext cx="0" cy="339803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: Rounded Corners 198">
            <a:extLst>
              <a:ext uri="{FF2B5EF4-FFF2-40B4-BE49-F238E27FC236}">
                <a16:creationId xmlns:a16="http://schemas.microsoft.com/office/drawing/2014/main" id="{C74F9EC7-EE9F-5A85-1769-E2D5A7379121}"/>
              </a:ext>
            </a:extLst>
          </p:cNvPr>
          <p:cNvSpPr/>
          <p:nvPr/>
        </p:nvSpPr>
        <p:spPr>
          <a:xfrm>
            <a:off x="9875206" y="5263716"/>
            <a:ext cx="1352772" cy="54000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9050">
            <a:solidFill>
              <a:srgbClr val="00206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Optimization</a:t>
            </a:r>
          </a:p>
        </p:txBody>
      </p:sp>
      <p:cxnSp>
        <p:nvCxnSpPr>
          <p:cNvPr id="200" name="Straight Arrow Connector 199">
            <a:extLst>
              <a:ext uri="{FF2B5EF4-FFF2-40B4-BE49-F238E27FC236}">
                <a16:creationId xmlns:a16="http://schemas.microsoft.com/office/drawing/2014/main" id="{A40058B8-7FAD-8F04-2473-50F0537F0FF6}"/>
              </a:ext>
            </a:extLst>
          </p:cNvPr>
          <p:cNvCxnSpPr>
            <a:cxnSpLocks/>
          </p:cNvCxnSpPr>
          <p:nvPr/>
        </p:nvCxnSpPr>
        <p:spPr>
          <a:xfrm flipH="1">
            <a:off x="9570034" y="5666568"/>
            <a:ext cx="30090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200">
            <a:extLst>
              <a:ext uri="{FF2B5EF4-FFF2-40B4-BE49-F238E27FC236}">
                <a16:creationId xmlns:a16="http://schemas.microsoft.com/office/drawing/2014/main" id="{AAE9B32E-D0DE-1DF4-F2A5-735F3E17E9CE}"/>
              </a:ext>
            </a:extLst>
          </p:cNvPr>
          <p:cNvCxnSpPr>
            <a:cxnSpLocks/>
          </p:cNvCxnSpPr>
          <p:nvPr/>
        </p:nvCxnSpPr>
        <p:spPr>
          <a:xfrm>
            <a:off x="9574333" y="5459077"/>
            <a:ext cx="270530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021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D2370-8D69-BC8A-A908-5AD67F0C7B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Arrow: Chevron 57">
            <a:extLst>
              <a:ext uri="{FF2B5EF4-FFF2-40B4-BE49-F238E27FC236}">
                <a16:creationId xmlns:a16="http://schemas.microsoft.com/office/drawing/2014/main" id="{1E79C6DE-CA7D-C064-6F2E-5F1811FC2EC0}"/>
              </a:ext>
            </a:extLst>
          </p:cNvPr>
          <p:cNvSpPr/>
          <p:nvPr/>
        </p:nvSpPr>
        <p:spPr>
          <a:xfrm>
            <a:off x="0" y="2470892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2792A3DF-584A-2F43-5263-143E8FAEA182}"/>
              </a:ext>
            </a:extLst>
          </p:cNvPr>
          <p:cNvSpPr/>
          <p:nvPr/>
        </p:nvSpPr>
        <p:spPr>
          <a:xfrm>
            <a:off x="4546046" y="2005064"/>
            <a:ext cx="3099908" cy="32349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4C41476-19DF-B989-29E7-2773FBAB4DD7}"/>
              </a:ext>
            </a:extLst>
          </p:cNvPr>
          <p:cNvSpPr txBox="1"/>
          <p:nvPr/>
        </p:nvSpPr>
        <p:spPr>
          <a:xfrm>
            <a:off x="4859649" y="2143816"/>
            <a:ext cx="247270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Fingerprint calculation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AD2313F-1306-C733-7C28-5B4031F837E1}"/>
              </a:ext>
            </a:extLst>
          </p:cNvPr>
          <p:cNvSpPr/>
          <p:nvPr/>
        </p:nvSpPr>
        <p:spPr>
          <a:xfrm>
            <a:off x="507493" y="1534514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96152C44-8C50-E79E-A35F-788040BB92BD}"/>
              </a:ext>
            </a:extLst>
          </p:cNvPr>
          <p:cNvSpPr txBox="1"/>
          <p:nvPr/>
        </p:nvSpPr>
        <p:spPr>
          <a:xfrm>
            <a:off x="1411345" y="479601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8437E3A-6AB3-8288-E55C-741BEE44460F}"/>
              </a:ext>
            </a:extLst>
          </p:cNvPr>
          <p:cNvGrpSpPr/>
          <p:nvPr/>
        </p:nvGrpSpPr>
        <p:grpSpPr>
          <a:xfrm>
            <a:off x="2323064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4171976-19B2-1313-F036-10D63A7EDF0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2D0E126F-5FF7-F834-6B71-2326E8E98FB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926CD638-9E9E-F4D8-2586-F27524CB0D9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10225DB7-7EFA-59EB-ABAB-B8E764E5E825}"/>
              </a:ext>
            </a:extLst>
          </p:cNvPr>
          <p:cNvSpPr/>
          <p:nvPr/>
        </p:nvSpPr>
        <p:spPr>
          <a:xfrm>
            <a:off x="687026" y="262468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B494159-C9AF-4A61-C6D0-2AD03DFE54B8}"/>
              </a:ext>
            </a:extLst>
          </p:cNvPr>
          <p:cNvSpPr txBox="1"/>
          <p:nvPr/>
        </p:nvSpPr>
        <p:spPr>
          <a:xfrm>
            <a:off x="1365111" y="161803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0927262-482A-B348-8D25-F3D68597A5A3}"/>
              </a:ext>
            </a:extLst>
          </p:cNvPr>
          <p:cNvSpPr txBox="1"/>
          <p:nvPr/>
        </p:nvSpPr>
        <p:spPr>
          <a:xfrm>
            <a:off x="682682" y="414118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1843F8C-4A37-DD6B-A2EF-DC8894394C1D}"/>
              </a:ext>
            </a:extLst>
          </p:cNvPr>
          <p:cNvGrpSpPr/>
          <p:nvPr/>
        </p:nvGrpSpPr>
        <p:grpSpPr>
          <a:xfrm>
            <a:off x="2224349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FC4CE352-C709-11C6-63B3-C5C34689BDD9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0DD5B1-8793-5838-A12E-4A35E4F831D4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13CBD8AF-B969-09BC-79D7-FE0D144C9899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C1CBE4B1-6E19-D507-4DA6-27216347F7DA}"/>
              </a:ext>
            </a:extLst>
          </p:cNvPr>
          <p:cNvSpPr/>
          <p:nvPr/>
        </p:nvSpPr>
        <p:spPr>
          <a:xfrm>
            <a:off x="893298" y="35212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FC23530E-80F7-D525-8712-64EEB523872A}"/>
              </a:ext>
            </a:extLst>
          </p:cNvPr>
          <p:cNvSpPr/>
          <p:nvPr/>
        </p:nvSpPr>
        <p:spPr>
          <a:xfrm>
            <a:off x="1695669" y="343272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856354F-F7ED-B88E-F92C-E24A850C0F82}"/>
              </a:ext>
            </a:extLst>
          </p:cNvPr>
          <p:cNvSpPr/>
          <p:nvPr/>
        </p:nvSpPr>
        <p:spPr>
          <a:xfrm>
            <a:off x="1318576" y="36846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E573D639-27B6-BE64-029E-955FA020517C}"/>
              </a:ext>
            </a:extLst>
          </p:cNvPr>
          <p:cNvSpPr/>
          <p:nvPr/>
        </p:nvSpPr>
        <p:spPr>
          <a:xfrm>
            <a:off x="1714755" y="29937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F589163E-6999-0D6D-046B-2FF1D2EB2754}"/>
              </a:ext>
            </a:extLst>
          </p:cNvPr>
          <p:cNvSpPr/>
          <p:nvPr/>
        </p:nvSpPr>
        <p:spPr>
          <a:xfrm>
            <a:off x="811064" y="300014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5DA8AFE-C258-75AE-9237-E1F940D74C08}"/>
              </a:ext>
            </a:extLst>
          </p:cNvPr>
          <p:cNvSpPr txBox="1"/>
          <p:nvPr/>
        </p:nvSpPr>
        <p:spPr>
          <a:xfrm>
            <a:off x="1647268" y="304670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E29041-7B15-D59A-2142-BF055E51E2F1}"/>
              </a:ext>
            </a:extLst>
          </p:cNvPr>
          <p:cNvSpPr txBox="1"/>
          <p:nvPr/>
        </p:nvSpPr>
        <p:spPr>
          <a:xfrm>
            <a:off x="1620097" y="348060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47BDF2-3423-CD25-6326-3BC1F4F0B108}"/>
              </a:ext>
            </a:extLst>
          </p:cNvPr>
          <p:cNvSpPr txBox="1"/>
          <p:nvPr/>
        </p:nvSpPr>
        <p:spPr>
          <a:xfrm>
            <a:off x="1244991" y="371972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C9FDA1-2245-9F0C-068F-AB2D999E5363}"/>
              </a:ext>
            </a:extLst>
          </p:cNvPr>
          <p:cNvSpPr txBox="1"/>
          <p:nvPr/>
        </p:nvSpPr>
        <p:spPr>
          <a:xfrm>
            <a:off x="813696" y="356066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0BEB5C1-8C32-D4AC-B74E-694FCAE26C2E}"/>
              </a:ext>
            </a:extLst>
          </p:cNvPr>
          <p:cNvSpPr txBox="1"/>
          <p:nvPr/>
        </p:nvSpPr>
        <p:spPr>
          <a:xfrm>
            <a:off x="764280" y="306697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1EE0C09-A401-13EB-C777-B2683230CB51}"/>
              </a:ext>
            </a:extLst>
          </p:cNvPr>
          <p:cNvSpPr/>
          <p:nvPr/>
        </p:nvSpPr>
        <p:spPr>
          <a:xfrm>
            <a:off x="1254845" y="278632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CD8FD53-9B3F-5B36-3FCE-76A8BB582421}"/>
              </a:ext>
            </a:extLst>
          </p:cNvPr>
          <p:cNvSpPr txBox="1"/>
          <p:nvPr/>
        </p:nvSpPr>
        <p:spPr>
          <a:xfrm>
            <a:off x="1208061" y="285315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32F57EA-F72B-47D3-C3AC-A3807201AC8F}"/>
              </a:ext>
            </a:extLst>
          </p:cNvPr>
          <p:cNvGrpSpPr/>
          <p:nvPr/>
        </p:nvGrpSpPr>
        <p:grpSpPr>
          <a:xfrm>
            <a:off x="2978805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29A5197-2761-52AE-A4C2-23226C0DBA19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6737ECB6-D0FE-154B-BE01-EF874A8C7823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DFE272B-2E1A-E93A-1D12-6B3D1C4E40CB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01911FC3-7EBD-B36C-6380-824DDEE19904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DA09B0B0-8456-C446-CC3B-83480651B44D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3C739BB0-4529-C40F-E211-94B68CA4D59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113DCEC-B0BE-A3FD-6A18-9D48A19E54E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2C5A374E-2625-EB59-6F50-054C9016EEA3}"/>
              </a:ext>
            </a:extLst>
          </p:cNvPr>
          <p:cNvGrpSpPr/>
          <p:nvPr/>
        </p:nvGrpSpPr>
        <p:grpSpPr>
          <a:xfrm>
            <a:off x="2978805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8C999EA-2578-5C99-4352-474F691FF6A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D5BB8497-E5B7-C138-80C3-E4BD8FAE3B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A2020473-8180-6E00-C21D-A91463D92865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357B7296-0AD8-F1E1-9B42-D73AE739974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CCCF8831-9F25-9DA1-2CA0-2DB83F4C0E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7AA08FCA-93CB-77D8-D876-9E1BDFBB46C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4E2503A-DE31-E109-E6FC-78329F83C96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6813FC7-528A-9F76-AAFF-518213BA8705}"/>
              </a:ext>
            </a:extLst>
          </p:cNvPr>
          <p:cNvGrpSpPr/>
          <p:nvPr/>
        </p:nvGrpSpPr>
        <p:grpSpPr>
          <a:xfrm>
            <a:off x="2978805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77B6D442-5894-7E0F-F8F2-2510400338A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424E0E7-2797-17F6-714D-DCBCF6888200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E8371840-A8CF-DEEB-3178-E6DAD68AC15E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722A78DF-2644-0B1B-F595-4AE5A6566C1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39B3CEAC-8BCF-F7CC-65A8-9C91F5995EA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4362AA8-4A16-849A-B5F3-A6741A0A180A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BAA2D3E4-01F2-2935-FF4B-F1CB364BD609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BC5FD21-CEB8-AB98-AA18-87DE64229B23}"/>
              </a:ext>
            </a:extLst>
          </p:cNvPr>
          <p:cNvSpPr/>
          <p:nvPr/>
        </p:nvSpPr>
        <p:spPr>
          <a:xfrm>
            <a:off x="831427" y="475899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57E06743-E468-5CCD-962B-F3B7F2163DDE}"/>
              </a:ext>
            </a:extLst>
          </p:cNvPr>
          <p:cNvSpPr/>
          <p:nvPr/>
        </p:nvSpPr>
        <p:spPr>
          <a:xfrm rot="7639531">
            <a:off x="1889592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BD13D331-EC31-4544-BEB9-E2324C26B2E0}"/>
              </a:ext>
            </a:extLst>
          </p:cNvPr>
          <p:cNvSpPr/>
          <p:nvPr/>
        </p:nvSpPr>
        <p:spPr>
          <a:xfrm rot="18409040">
            <a:off x="1285970" y="486407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7797555A-CA37-1264-0126-5F7225488411}"/>
              </a:ext>
            </a:extLst>
          </p:cNvPr>
          <p:cNvSpPr/>
          <p:nvPr/>
        </p:nvSpPr>
        <p:spPr>
          <a:xfrm>
            <a:off x="917252" y="495682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3A3BE3-7D49-BE8E-EF74-06F206BD3816}"/>
              </a:ext>
            </a:extLst>
          </p:cNvPr>
          <p:cNvSpPr txBox="1"/>
          <p:nvPr/>
        </p:nvSpPr>
        <p:spPr>
          <a:xfrm>
            <a:off x="899660" y="50609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36A282E3-68E3-385E-0283-8D822C0FCDC6}"/>
              </a:ext>
            </a:extLst>
          </p:cNvPr>
          <p:cNvSpPr/>
          <p:nvPr/>
        </p:nvSpPr>
        <p:spPr>
          <a:xfrm rot="3190960" flipV="1">
            <a:off x="1153228" y="489760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D1A9EE0-C67D-C8CE-B4A1-6C2A95451B5B}"/>
              </a:ext>
            </a:extLst>
          </p:cNvPr>
          <p:cNvCxnSpPr>
            <a:cxnSpLocks/>
          </p:cNvCxnSpPr>
          <p:nvPr/>
        </p:nvCxnSpPr>
        <p:spPr>
          <a:xfrm flipV="1">
            <a:off x="1310071" y="5190807"/>
            <a:ext cx="279554" cy="315"/>
          </a:xfrm>
          <a:prstGeom prst="straightConnector1">
            <a:avLst/>
          </a:prstGeom>
          <a:ln w="12700" cap="rnd">
            <a:solidFill>
              <a:schemeClr val="accent2">
                <a:lumMod val="75000"/>
              </a:schemeClr>
            </a:solidFill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55C45F9-E686-C5AD-7635-630853153125}"/>
              </a:ext>
            </a:extLst>
          </p:cNvPr>
          <p:cNvSpPr txBox="1"/>
          <p:nvPr/>
        </p:nvSpPr>
        <p:spPr>
          <a:xfrm>
            <a:off x="1501077" y="508324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9BDC357-025E-ADFB-FDA7-5FD38D594BF2}"/>
              </a:ext>
            </a:extLst>
          </p:cNvPr>
          <p:cNvSpPr txBox="1"/>
          <p:nvPr/>
        </p:nvSpPr>
        <p:spPr>
          <a:xfrm>
            <a:off x="1271936" y="534697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C9443F59-6805-5EC7-2635-37205137C5CB}"/>
              </a:ext>
            </a:extLst>
          </p:cNvPr>
          <p:cNvSpPr/>
          <p:nvPr/>
        </p:nvSpPr>
        <p:spPr>
          <a:xfrm>
            <a:off x="7955727" y="1714500"/>
            <a:ext cx="3532888" cy="3816028"/>
          </a:xfrm>
          <a:prstGeom prst="roundRect">
            <a:avLst>
              <a:gd name="adj" fmla="val 4189"/>
            </a:avLst>
          </a:prstGeom>
          <a:solidFill>
            <a:srgbClr val="86B4E6"/>
          </a:solidFill>
          <a:ln w="28575">
            <a:solidFill>
              <a:schemeClr val="accent1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47368E8-4446-DA60-3E1D-45B4798112C2}"/>
              </a:ext>
            </a:extLst>
          </p:cNvPr>
          <p:cNvSpPr txBox="1"/>
          <p:nvPr/>
        </p:nvSpPr>
        <p:spPr>
          <a:xfrm>
            <a:off x="8722427" y="189235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40" name="Plaque 39">
            <a:extLst>
              <a:ext uri="{FF2B5EF4-FFF2-40B4-BE49-F238E27FC236}">
                <a16:creationId xmlns:a16="http://schemas.microsoft.com/office/drawing/2014/main" id="{445BCD42-B18B-F1C3-6EEC-8A7DB3FCE4AF}"/>
              </a:ext>
            </a:extLst>
          </p:cNvPr>
          <p:cNvSpPr/>
          <p:nvPr/>
        </p:nvSpPr>
        <p:spPr>
          <a:xfrm>
            <a:off x="4744635" y="4223273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56" name="Table 55">
            <a:extLst>
              <a:ext uri="{FF2B5EF4-FFF2-40B4-BE49-F238E27FC236}">
                <a16:creationId xmlns:a16="http://schemas.microsoft.com/office/drawing/2014/main" id="{A9D05FA8-D7C4-4D60-EFDA-F942C60A17F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4965899"/>
              </p:ext>
            </p:extLst>
          </p:nvPr>
        </p:nvGraphicFramePr>
        <p:xfrm>
          <a:off x="6347860" y="305499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2" name="Pentagon 61">
            <a:extLst>
              <a:ext uri="{FF2B5EF4-FFF2-40B4-BE49-F238E27FC236}">
                <a16:creationId xmlns:a16="http://schemas.microsoft.com/office/drawing/2014/main" id="{5B58B5AF-8BCF-D3CB-8757-8783BB25D26C}"/>
              </a:ext>
            </a:extLst>
          </p:cNvPr>
          <p:cNvSpPr/>
          <p:nvPr/>
        </p:nvSpPr>
        <p:spPr>
          <a:xfrm>
            <a:off x="4744635" y="2966015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3" name="Table 62">
            <a:extLst>
              <a:ext uri="{FF2B5EF4-FFF2-40B4-BE49-F238E27FC236}">
                <a16:creationId xmlns:a16="http://schemas.microsoft.com/office/drawing/2014/main" id="{C96AD060-B1EE-1FDA-996D-E4D2B70259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4193822"/>
              </p:ext>
            </p:extLst>
          </p:nvPr>
        </p:nvGraphicFramePr>
        <p:xfrm>
          <a:off x="6347860" y="4286941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" name="Arc 4">
            <a:extLst>
              <a:ext uri="{FF2B5EF4-FFF2-40B4-BE49-F238E27FC236}">
                <a16:creationId xmlns:a16="http://schemas.microsoft.com/office/drawing/2014/main" id="{C656B3AA-D03C-D124-4931-23BBE1056143}"/>
              </a:ext>
            </a:extLst>
          </p:cNvPr>
          <p:cNvSpPr/>
          <p:nvPr/>
        </p:nvSpPr>
        <p:spPr>
          <a:xfrm rot="18582686">
            <a:off x="5169008" y="4128155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1" name="Arc 40">
            <a:extLst>
              <a:ext uri="{FF2B5EF4-FFF2-40B4-BE49-F238E27FC236}">
                <a16:creationId xmlns:a16="http://schemas.microsoft.com/office/drawing/2014/main" id="{2281AA41-88DE-63CF-FAC9-BB7A73458952}"/>
              </a:ext>
            </a:extLst>
          </p:cNvPr>
          <p:cNvSpPr/>
          <p:nvPr/>
        </p:nvSpPr>
        <p:spPr>
          <a:xfrm rot="2839795" flipV="1">
            <a:off x="5887589" y="4277891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aphic 66" descr="Checklist with solid fill">
            <a:extLst>
              <a:ext uri="{FF2B5EF4-FFF2-40B4-BE49-F238E27FC236}">
                <a16:creationId xmlns:a16="http://schemas.microsoft.com/office/drawing/2014/main" id="{3B7704B8-42D4-D0D6-5BB2-76744217B757}"/>
              </a:ext>
            </a:extLst>
          </p:cNvPr>
          <p:cNvGrpSpPr/>
          <p:nvPr/>
        </p:nvGrpSpPr>
        <p:grpSpPr>
          <a:xfrm>
            <a:off x="5617843" y="4222111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2D9082BD-4EE6-88EA-2DAA-EA9C37EC8376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7ACC0FB8-29AE-FCDD-BC26-D0DC8C2B82C4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96FDE304-93F8-E532-7D2B-0B13F82DC8A8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9D8EEB93-11FA-3AA2-5140-26F64C21E481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1D6535E5-B575-526E-30E4-838FDF2B589D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114085C0-4197-44ED-AD34-A65D9ABD71E3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F84A9E8B-D1C4-7C95-0092-FBE1728E9D88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A57AA89B-4451-E86E-DCAC-F0AB986CA731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322F3BBD-E30A-4E38-85C4-8F59B6CDE334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65" name="Arc 64">
            <a:extLst>
              <a:ext uri="{FF2B5EF4-FFF2-40B4-BE49-F238E27FC236}">
                <a16:creationId xmlns:a16="http://schemas.microsoft.com/office/drawing/2014/main" id="{03602D79-9FA5-814E-27F0-93946181E316}"/>
              </a:ext>
            </a:extLst>
          </p:cNvPr>
          <p:cNvSpPr/>
          <p:nvPr/>
        </p:nvSpPr>
        <p:spPr>
          <a:xfrm rot="18582686">
            <a:off x="5169008" y="2898818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Arc 65">
            <a:extLst>
              <a:ext uri="{FF2B5EF4-FFF2-40B4-BE49-F238E27FC236}">
                <a16:creationId xmlns:a16="http://schemas.microsoft.com/office/drawing/2014/main" id="{3475A354-BBEB-4072-CB83-4A94E62C786C}"/>
              </a:ext>
            </a:extLst>
          </p:cNvPr>
          <p:cNvSpPr/>
          <p:nvPr/>
        </p:nvSpPr>
        <p:spPr>
          <a:xfrm rot="2839795" flipV="1">
            <a:off x="5887589" y="3048554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7" name="Graphic 66" descr="Checklist with solid fill">
            <a:extLst>
              <a:ext uri="{FF2B5EF4-FFF2-40B4-BE49-F238E27FC236}">
                <a16:creationId xmlns:a16="http://schemas.microsoft.com/office/drawing/2014/main" id="{749479D3-86A2-19EA-890F-54DD7048D127}"/>
              </a:ext>
            </a:extLst>
          </p:cNvPr>
          <p:cNvGrpSpPr/>
          <p:nvPr/>
        </p:nvGrpSpPr>
        <p:grpSpPr>
          <a:xfrm>
            <a:off x="5617843" y="2992774"/>
            <a:ext cx="357729" cy="461585"/>
            <a:chOff x="5736886" y="3017958"/>
            <a:chExt cx="357729" cy="461585"/>
          </a:xfrm>
          <a:solidFill>
            <a:schemeClr val="tx2">
              <a:lumMod val="75000"/>
            </a:schemeClr>
          </a:solidFill>
        </p:grpSpPr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4ECFD368-C785-F857-E5A1-F58D08B712DF}"/>
                </a:ext>
              </a:extLst>
            </p:cNvPr>
            <p:cNvSpPr/>
            <p:nvPr/>
          </p:nvSpPr>
          <p:spPr>
            <a:xfrm>
              <a:off x="5736886" y="3017958"/>
              <a:ext cx="357729" cy="461585"/>
            </a:xfrm>
            <a:custGeom>
              <a:avLst/>
              <a:gdLst>
                <a:gd name="connsiteX0" fmla="*/ 34619 w 357729"/>
                <a:gd name="connsiteY0" fmla="*/ 34619 h 461585"/>
                <a:gd name="connsiteX1" fmla="*/ 323110 w 357729"/>
                <a:gd name="connsiteY1" fmla="*/ 34619 h 461585"/>
                <a:gd name="connsiteX2" fmla="*/ 323110 w 357729"/>
                <a:gd name="connsiteY2" fmla="*/ 426967 h 461585"/>
                <a:gd name="connsiteX3" fmla="*/ 34619 w 357729"/>
                <a:gd name="connsiteY3" fmla="*/ 426967 h 461585"/>
                <a:gd name="connsiteX4" fmla="*/ 34619 w 357729"/>
                <a:gd name="connsiteY4" fmla="*/ 34619 h 461585"/>
                <a:gd name="connsiteX5" fmla="*/ 0 w 357729"/>
                <a:gd name="connsiteY5" fmla="*/ 461586 h 461585"/>
                <a:gd name="connsiteX6" fmla="*/ 357729 w 357729"/>
                <a:gd name="connsiteY6" fmla="*/ 461586 h 461585"/>
                <a:gd name="connsiteX7" fmla="*/ 357729 w 357729"/>
                <a:gd name="connsiteY7" fmla="*/ 0 h 461585"/>
                <a:gd name="connsiteX8" fmla="*/ 0 w 357729"/>
                <a:gd name="connsiteY8" fmla="*/ 0 h 461585"/>
                <a:gd name="connsiteX9" fmla="*/ 0 w 357729"/>
                <a:gd name="connsiteY9" fmla="*/ 461586 h 4615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729" h="461585">
                  <a:moveTo>
                    <a:pt x="34619" y="34619"/>
                  </a:moveTo>
                  <a:lnTo>
                    <a:pt x="323110" y="34619"/>
                  </a:lnTo>
                  <a:lnTo>
                    <a:pt x="323110" y="426967"/>
                  </a:lnTo>
                  <a:lnTo>
                    <a:pt x="34619" y="426967"/>
                  </a:lnTo>
                  <a:lnTo>
                    <a:pt x="34619" y="34619"/>
                  </a:lnTo>
                  <a:close/>
                  <a:moveTo>
                    <a:pt x="0" y="461586"/>
                  </a:moveTo>
                  <a:lnTo>
                    <a:pt x="357729" y="461586"/>
                  </a:lnTo>
                  <a:lnTo>
                    <a:pt x="357729" y="0"/>
                  </a:lnTo>
                  <a:lnTo>
                    <a:pt x="0" y="0"/>
                  </a:lnTo>
                  <a:lnTo>
                    <a:pt x="0" y="461586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62D84D7A-C57B-36CB-E476-D658DD1C3400}"/>
                </a:ext>
              </a:extLst>
            </p:cNvPr>
            <p:cNvSpPr/>
            <p:nvPr/>
          </p:nvSpPr>
          <p:spPr>
            <a:xfrm>
              <a:off x="5927291" y="3104505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376C582F-D7B7-A3C4-4352-7E66B966D18B}"/>
                </a:ext>
              </a:extLst>
            </p:cNvPr>
            <p:cNvSpPr/>
            <p:nvPr/>
          </p:nvSpPr>
          <p:spPr>
            <a:xfrm>
              <a:off x="5927291" y="3196823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8EF8BC51-D4EA-42C2-4FB9-288EBD35FACB}"/>
                </a:ext>
              </a:extLst>
            </p:cNvPr>
            <p:cNvSpPr/>
            <p:nvPr/>
          </p:nvSpPr>
          <p:spPr>
            <a:xfrm>
              <a:off x="5927291" y="3381457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F5939523-75FB-05F3-67DC-129674BE9449}"/>
                </a:ext>
              </a:extLst>
            </p:cNvPr>
            <p:cNvSpPr/>
            <p:nvPr/>
          </p:nvSpPr>
          <p:spPr>
            <a:xfrm>
              <a:off x="5927291" y="3289140"/>
              <a:ext cx="98086" cy="23079"/>
            </a:xfrm>
            <a:custGeom>
              <a:avLst/>
              <a:gdLst>
                <a:gd name="connsiteX0" fmla="*/ 0 w 98086"/>
                <a:gd name="connsiteY0" fmla="*/ 0 h 23079"/>
                <a:gd name="connsiteX1" fmla="*/ 98087 w 98086"/>
                <a:gd name="connsiteY1" fmla="*/ 0 h 23079"/>
                <a:gd name="connsiteX2" fmla="*/ 98087 w 98086"/>
                <a:gd name="connsiteY2" fmla="*/ 23079 h 23079"/>
                <a:gd name="connsiteX3" fmla="*/ 0 w 98086"/>
                <a:gd name="connsiteY3" fmla="*/ 23079 h 23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8086" h="23079">
                  <a:moveTo>
                    <a:pt x="0" y="0"/>
                  </a:moveTo>
                  <a:lnTo>
                    <a:pt x="98087" y="0"/>
                  </a:lnTo>
                  <a:lnTo>
                    <a:pt x="98087" y="23079"/>
                  </a:lnTo>
                  <a:lnTo>
                    <a:pt x="0" y="23079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3D9F08D1-CB76-67B0-59AB-2B2584254782}"/>
                </a:ext>
              </a:extLst>
            </p:cNvPr>
            <p:cNvSpPr/>
            <p:nvPr/>
          </p:nvSpPr>
          <p:spPr>
            <a:xfrm>
              <a:off x="5806124" y="3075656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9B60CCCA-0CDA-FE76-1716-78696E33BD46}"/>
                </a:ext>
              </a:extLst>
            </p:cNvPr>
            <p:cNvSpPr/>
            <p:nvPr/>
          </p:nvSpPr>
          <p:spPr>
            <a:xfrm>
              <a:off x="5806124" y="3167973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C0FD0F3-5DF6-BFFF-2BC3-957DAFFB878E}"/>
                </a:ext>
              </a:extLst>
            </p:cNvPr>
            <p:cNvSpPr/>
            <p:nvPr/>
          </p:nvSpPr>
          <p:spPr>
            <a:xfrm>
              <a:off x="5806124" y="3260291"/>
              <a:ext cx="85393" cy="70391"/>
            </a:xfrm>
            <a:custGeom>
              <a:avLst/>
              <a:gdLst>
                <a:gd name="connsiteX0" fmla="*/ 85393 w 85393"/>
                <a:gd name="connsiteY0" fmla="*/ 16156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6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FBE87DB4-8A8C-0283-A277-D9A0CF4BFE47}"/>
                </a:ext>
              </a:extLst>
            </p:cNvPr>
            <p:cNvSpPr/>
            <p:nvPr/>
          </p:nvSpPr>
          <p:spPr>
            <a:xfrm>
              <a:off x="5806124" y="3351454"/>
              <a:ext cx="85393" cy="70391"/>
            </a:xfrm>
            <a:custGeom>
              <a:avLst/>
              <a:gdLst>
                <a:gd name="connsiteX0" fmla="*/ 85393 w 85393"/>
                <a:gd name="connsiteY0" fmla="*/ 16155 h 70391"/>
                <a:gd name="connsiteX1" fmla="*/ 69238 w 85393"/>
                <a:gd name="connsiteY1" fmla="*/ 0 h 70391"/>
                <a:gd name="connsiteX2" fmla="*/ 31157 w 85393"/>
                <a:gd name="connsiteY2" fmla="*/ 38081 h 70391"/>
                <a:gd name="connsiteX3" fmla="*/ 16156 w 85393"/>
                <a:gd name="connsiteY3" fmla="*/ 23079 h 70391"/>
                <a:gd name="connsiteX4" fmla="*/ 0 w 85393"/>
                <a:gd name="connsiteY4" fmla="*/ 39235 h 70391"/>
                <a:gd name="connsiteX5" fmla="*/ 31157 w 85393"/>
                <a:gd name="connsiteY5" fmla="*/ 70392 h 703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5393" h="70391">
                  <a:moveTo>
                    <a:pt x="85393" y="16155"/>
                  </a:moveTo>
                  <a:lnTo>
                    <a:pt x="69238" y="0"/>
                  </a:lnTo>
                  <a:lnTo>
                    <a:pt x="31157" y="38081"/>
                  </a:lnTo>
                  <a:lnTo>
                    <a:pt x="16156" y="23079"/>
                  </a:lnTo>
                  <a:lnTo>
                    <a:pt x="0" y="39235"/>
                  </a:lnTo>
                  <a:lnTo>
                    <a:pt x="31157" y="70392"/>
                  </a:lnTo>
                  <a:close/>
                </a:path>
              </a:pathLst>
            </a:custGeom>
            <a:grpFill/>
            <a:ln w="575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34E521BF-5C3B-978D-59E2-AE528A90C482}"/>
              </a:ext>
            </a:extLst>
          </p:cNvPr>
          <p:cNvSpPr/>
          <p:nvPr/>
        </p:nvSpPr>
        <p:spPr>
          <a:xfrm>
            <a:off x="8102704" y="2586921"/>
            <a:ext cx="3238934" cy="1629962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07864A23-EAF6-A81C-A896-CE375EBCDA00}"/>
              </a:ext>
            </a:extLst>
          </p:cNvPr>
          <p:cNvSpPr/>
          <p:nvPr/>
        </p:nvSpPr>
        <p:spPr>
          <a:xfrm>
            <a:off x="8221110" y="2912652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23" name="Table 122">
            <a:extLst>
              <a:ext uri="{FF2B5EF4-FFF2-40B4-BE49-F238E27FC236}">
                <a16:creationId xmlns:a16="http://schemas.microsoft.com/office/drawing/2014/main" id="{AC43A223-B4B7-4D28-CCFA-C9449F88A1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604821"/>
              </p:ext>
            </p:extLst>
          </p:nvPr>
        </p:nvGraphicFramePr>
        <p:xfrm>
          <a:off x="8273664" y="3009739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27" name="TextBox 126">
            <a:extLst>
              <a:ext uri="{FF2B5EF4-FFF2-40B4-BE49-F238E27FC236}">
                <a16:creationId xmlns:a16="http://schemas.microsoft.com/office/drawing/2014/main" id="{ADB07D9A-5B3F-46D9-5A3B-5BB29EF3BC5B}"/>
              </a:ext>
            </a:extLst>
          </p:cNvPr>
          <p:cNvSpPr txBox="1"/>
          <p:nvPr/>
        </p:nvSpPr>
        <p:spPr>
          <a:xfrm>
            <a:off x="9406091" y="296223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9935F7E2-6887-A229-8C11-F1D6E252927D}"/>
              </a:ext>
            </a:extLst>
          </p:cNvPr>
          <p:cNvSpPr/>
          <p:nvPr/>
        </p:nvSpPr>
        <p:spPr>
          <a:xfrm>
            <a:off x="9666274" y="3064984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FC72EE54-EB31-9E1D-7173-D9B5111F1746}"/>
              </a:ext>
            </a:extLst>
          </p:cNvPr>
          <p:cNvSpPr/>
          <p:nvPr/>
        </p:nvSpPr>
        <p:spPr>
          <a:xfrm>
            <a:off x="8221110" y="3566979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131" name="Table 130">
            <a:extLst>
              <a:ext uri="{FF2B5EF4-FFF2-40B4-BE49-F238E27FC236}">
                <a16:creationId xmlns:a16="http://schemas.microsoft.com/office/drawing/2014/main" id="{EBC5A3A0-1BD4-5AD5-ED15-E061E6AE5C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023552"/>
              </p:ext>
            </p:extLst>
          </p:nvPr>
        </p:nvGraphicFramePr>
        <p:xfrm>
          <a:off x="8273664" y="3664066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32" name="TextBox 131">
            <a:extLst>
              <a:ext uri="{FF2B5EF4-FFF2-40B4-BE49-F238E27FC236}">
                <a16:creationId xmlns:a16="http://schemas.microsoft.com/office/drawing/2014/main" id="{3532D609-E347-6931-D2B4-F3C9D80C997B}"/>
              </a:ext>
            </a:extLst>
          </p:cNvPr>
          <p:cNvSpPr txBox="1"/>
          <p:nvPr/>
        </p:nvSpPr>
        <p:spPr>
          <a:xfrm>
            <a:off x="9406091" y="361656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37B09A2-A20E-4355-B7C6-87AF4E699401}"/>
              </a:ext>
            </a:extLst>
          </p:cNvPr>
          <p:cNvSpPr/>
          <p:nvPr/>
        </p:nvSpPr>
        <p:spPr>
          <a:xfrm>
            <a:off x="9666274" y="3719311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C3C99B43-F6D4-A3A1-92DA-A8F08403ED38}"/>
              </a:ext>
            </a:extLst>
          </p:cNvPr>
          <p:cNvSpPr txBox="1"/>
          <p:nvPr/>
        </p:nvSpPr>
        <p:spPr>
          <a:xfrm>
            <a:off x="9285956" y="2431803"/>
            <a:ext cx="872430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E32AE4F1-6D68-B363-D882-111E1DA355CF}"/>
              </a:ext>
            </a:extLst>
          </p:cNvPr>
          <p:cNvSpPr/>
          <p:nvPr/>
        </p:nvSpPr>
        <p:spPr>
          <a:xfrm>
            <a:off x="8221110" y="466523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93126FB9-E331-C314-BBF7-0F283A3ABE0E}"/>
              </a:ext>
            </a:extLst>
          </p:cNvPr>
          <p:cNvSpPr txBox="1"/>
          <p:nvPr/>
        </p:nvSpPr>
        <p:spPr>
          <a:xfrm>
            <a:off x="9406091" y="47148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01E6D4C6-5BEC-449E-88D3-1BA5A3E6168A}"/>
              </a:ext>
            </a:extLst>
          </p:cNvPr>
          <p:cNvSpPr/>
          <p:nvPr/>
        </p:nvSpPr>
        <p:spPr>
          <a:xfrm>
            <a:off x="9666274" y="481756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3" name="Table 142">
            <a:extLst>
              <a:ext uri="{FF2B5EF4-FFF2-40B4-BE49-F238E27FC236}">
                <a16:creationId xmlns:a16="http://schemas.microsoft.com/office/drawing/2014/main" id="{71F54073-F948-E7AC-1E61-C398FF694BE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66854434"/>
              </p:ext>
            </p:extLst>
          </p:nvPr>
        </p:nvGraphicFramePr>
        <p:xfrm>
          <a:off x="8273664" y="4762324"/>
          <a:ext cx="1163470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344489580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248428453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4E7F5635-70D4-EA56-3389-0C223C6A1BFB}"/>
              </a:ext>
            </a:extLst>
          </p:cNvPr>
          <p:cNvSpPr/>
          <p:nvPr/>
        </p:nvSpPr>
        <p:spPr>
          <a:xfrm>
            <a:off x="8102704" y="4426087"/>
            <a:ext cx="3238934" cy="911023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B6B03D9-F695-73B7-0B35-44ABFCA9FE16}"/>
              </a:ext>
            </a:extLst>
          </p:cNvPr>
          <p:cNvSpPr txBox="1"/>
          <p:nvPr/>
        </p:nvSpPr>
        <p:spPr>
          <a:xfrm>
            <a:off x="9186563" y="4270969"/>
            <a:ext cx="1071216" cy="307777"/>
          </a:xfrm>
          <a:prstGeom prst="rect">
            <a:avLst/>
          </a:prstGeom>
          <a:solidFill>
            <a:srgbClr val="86B4E6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CBC917F-BA54-9EBC-A264-40E991DDF20C}"/>
              </a:ext>
            </a:extLst>
          </p:cNvPr>
          <p:cNvCxnSpPr>
            <a:cxnSpLocks/>
          </p:cNvCxnSpPr>
          <p:nvPr/>
        </p:nvCxnSpPr>
        <p:spPr>
          <a:xfrm>
            <a:off x="10039733" y="3146899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4FAB020-BA18-61ED-EEE5-D945B73D9F81}"/>
              </a:ext>
            </a:extLst>
          </p:cNvPr>
          <p:cNvSpPr/>
          <p:nvPr/>
        </p:nvSpPr>
        <p:spPr>
          <a:xfrm>
            <a:off x="10468073" y="301484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6678DDFD-BFDD-3951-3DE3-CE5887CF255D}"/>
              </a:ext>
            </a:extLst>
          </p:cNvPr>
          <p:cNvSpPr/>
          <p:nvPr/>
        </p:nvSpPr>
        <p:spPr>
          <a:xfrm>
            <a:off x="10468073" y="3669167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23D7BD4C-3DEA-9109-2CBB-54336D5DE751}"/>
              </a:ext>
            </a:extLst>
          </p:cNvPr>
          <p:cNvSpPr/>
          <p:nvPr/>
        </p:nvSpPr>
        <p:spPr>
          <a:xfrm>
            <a:off x="10468073" y="476742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BDACD58-DB5D-B196-9E16-A6334C9E0F12}"/>
              </a:ext>
            </a:extLst>
          </p:cNvPr>
          <p:cNvSpPr txBox="1"/>
          <p:nvPr/>
        </p:nvSpPr>
        <p:spPr>
          <a:xfrm>
            <a:off x="10443654" y="3019941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D97CB4B-587B-FE53-8A0B-C6A60FFA99FA}"/>
              </a:ext>
            </a:extLst>
          </p:cNvPr>
          <p:cNvSpPr txBox="1"/>
          <p:nvPr/>
        </p:nvSpPr>
        <p:spPr>
          <a:xfrm>
            <a:off x="10432642" y="3674268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7A2E0D60-1E2D-DE8B-1FE2-6260C00ACF7A}"/>
              </a:ext>
            </a:extLst>
          </p:cNvPr>
          <p:cNvSpPr txBox="1"/>
          <p:nvPr/>
        </p:nvSpPr>
        <p:spPr>
          <a:xfrm>
            <a:off x="10432642" y="477252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FD36EFA-570F-A045-66DE-818F56404B4A}"/>
              </a:ext>
            </a:extLst>
          </p:cNvPr>
          <p:cNvSpPr txBox="1"/>
          <p:nvPr/>
        </p:nvSpPr>
        <p:spPr>
          <a:xfrm>
            <a:off x="10399746" y="267166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5037B4EC-F04D-62DC-F707-A29B82F9D523}"/>
              </a:ext>
            </a:extLst>
          </p:cNvPr>
          <p:cNvCxnSpPr>
            <a:cxnSpLocks/>
          </p:cNvCxnSpPr>
          <p:nvPr/>
        </p:nvCxnSpPr>
        <p:spPr>
          <a:xfrm>
            <a:off x="10039733" y="3801226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B57997D-8007-8ABF-9AA9-E29703295A25}"/>
              </a:ext>
            </a:extLst>
          </p:cNvPr>
          <p:cNvCxnSpPr>
            <a:cxnSpLocks/>
          </p:cNvCxnSpPr>
          <p:nvPr/>
        </p:nvCxnSpPr>
        <p:spPr>
          <a:xfrm>
            <a:off x="10039733" y="489948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03014D-7944-72D9-5B0F-563FE39F7D00}"/>
              </a:ext>
            </a:extLst>
          </p:cNvPr>
          <p:cNvSpPr txBox="1"/>
          <p:nvPr/>
        </p:nvSpPr>
        <p:spPr>
          <a:xfrm>
            <a:off x="4409270" y="62975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Known structure</a:t>
            </a:r>
          </a:p>
        </p:txBody>
      </p:sp>
    </p:spTree>
    <p:extLst>
      <p:ext uri="{BB962C8B-B14F-4D97-AF65-F5344CB8AC3E}">
        <p14:creationId xmlns:p14="http://schemas.microsoft.com/office/powerpoint/2010/main" val="3513113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0A85A-CE62-EBF0-A9C7-B341606E3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8E3E19E6-5976-DDD4-97D2-67C9B73BF5CF}"/>
              </a:ext>
            </a:extLst>
          </p:cNvPr>
          <p:cNvSpPr/>
          <p:nvPr/>
        </p:nvSpPr>
        <p:spPr>
          <a:xfrm>
            <a:off x="-79516" y="2509733"/>
            <a:ext cx="12397021" cy="2207188"/>
          </a:xfrm>
          <a:prstGeom prst="chevron">
            <a:avLst>
              <a:gd name="adj" fmla="val 261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0746F293-5B56-18CB-BD08-F83F51EA8207}"/>
              </a:ext>
            </a:extLst>
          </p:cNvPr>
          <p:cNvGrpSpPr/>
          <p:nvPr/>
        </p:nvGrpSpPr>
        <p:grpSpPr>
          <a:xfrm>
            <a:off x="314453" y="1534514"/>
            <a:ext cx="3714725" cy="4157626"/>
            <a:chOff x="507493" y="1534514"/>
            <a:chExt cx="3714725" cy="4157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92903049-4037-6DBF-3DF7-FEDA335450CF}"/>
                </a:ext>
              </a:extLst>
            </p:cNvPr>
            <p:cNvSpPr/>
            <p:nvPr/>
          </p:nvSpPr>
          <p:spPr>
            <a:xfrm>
              <a:off x="507493" y="1534514"/>
              <a:ext cx="3714725" cy="4157626"/>
            </a:xfrm>
            <a:prstGeom prst="roundRect">
              <a:avLst>
                <a:gd name="adj" fmla="val 4189"/>
              </a:avLst>
            </a:prstGeom>
            <a:solidFill>
              <a:srgbClr val="8FAADC"/>
            </a:solidFill>
            <a:ln>
              <a:solidFill>
                <a:schemeClr val="bg1"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2DE25276-4D27-DC3F-B46B-272EB641802A}"/>
                </a:ext>
              </a:extLst>
            </p:cNvPr>
            <p:cNvSpPr txBox="1"/>
            <p:nvPr/>
          </p:nvSpPr>
          <p:spPr>
            <a:xfrm>
              <a:off x="1411345" y="4796013"/>
              <a:ext cx="14364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1159FB4-EA1B-0828-73CC-1CD9C003360F}"/>
                </a:ext>
              </a:extLst>
            </p:cNvPr>
            <p:cNvGrpSpPr/>
            <p:nvPr/>
          </p:nvGrpSpPr>
          <p:grpSpPr>
            <a:xfrm>
              <a:off x="2323064" y="2533827"/>
              <a:ext cx="492131" cy="1964667"/>
              <a:chOff x="2469950" y="2131480"/>
              <a:chExt cx="476140" cy="646176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B0A3ADE-EE2D-DADE-0950-53AB5545A06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131480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9B6E124-39BC-BE19-FD4E-0223616AE63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454568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8C355A15-5854-4FBF-301B-31827CA88F7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777656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2E4819DF-9C92-B057-52FC-40AEBECDC555}"/>
                </a:ext>
              </a:extLst>
            </p:cNvPr>
            <p:cNvSpPr/>
            <p:nvPr/>
          </p:nvSpPr>
          <p:spPr>
            <a:xfrm>
              <a:off x="687026" y="2624681"/>
              <a:ext cx="1512000" cy="151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41DD79D-E8EB-AB49-ADCC-DC14B387EC49}"/>
                </a:ext>
              </a:extLst>
            </p:cNvPr>
            <p:cNvSpPr txBox="1"/>
            <p:nvPr/>
          </p:nvSpPr>
          <p:spPr>
            <a:xfrm>
              <a:off x="1365111" y="1599210"/>
              <a:ext cx="1999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Dataset summary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BB57A97-FDCB-B49B-6FC4-FE0D620EE0CD}"/>
                </a:ext>
              </a:extLst>
            </p:cNvPr>
            <p:cNvSpPr txBox="1"/>
            <p:nvPr/>
          </p:nvSpPr>
          <p:spPr>
            <a:xfrm>
              <a:off x="682682" y="4141187"/>
              <a:ext cx="15206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IE library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A0BEAABB-DD33-B239-89C6-82A665989730}"/>
                </a:ext>
              </a:extLst>
            </p:cNvPr>
            <p:cNvGrpSpPr/>
            <p:nvPr/>
          </p:nvGrpSpPr>
          <p:grpSpPr>
            <a:xfrm>
              <a:off x="2224349" y="2250127"/>
              <a:ext cx="635782" cy="2255115"/>
              <a:chOff x="2552009" y="1611768"/>
              <a:chExt cx="635782" cy="225511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4A508B7E-CC79-CA8F-3A46-AD1487FEB787}"/>
                  </a:ext>
                </a:extLst>
              </p:cNvPr>
              <p:cNvSpPr txBox="1"/>
              <p:nvPr/>
            </p:nvSpPr>
            <p:spPr>
              <a:xfrm>
                <a:off x="2552009" y="1611768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82A016A2-EE82-015C-E893-0F7787B28A57}"/>
                  </a:ext>
                </a:extLst>
              </p:cNvPr>
              <p:cNvSpPr txBox="1"/>
              <p:nvPr/>
            </p:nvSpPr>
            <p:spPr>
              <a:xfrm>
                <a:off x="2552009" y="2582217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Mean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0550F9F3-B459-EECB-26F0-130C1F347717}"/>
                  </a:ext>
                </a:extLst>
              </p:cNvPr>
              <p:cNvSpPr txBox="1"/>
              <p:nvPr/>
            </p:nvSpPr>
            <p:spPr>
              <a:xfrm>
                <a:off x="2552009" y="3559106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</a:p>
            </p:txBody>
          </p:sp>
        </p:grpSp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7B2AC5C2-2BE5-154E-2A42-C7F4C3081DB2}"/>
                </a:ext>
              </a:extLst>
            </p:cNvPr>
            <p:cNvSpPr/>
            <p:nvPr/>
          </p:nvSpPr>
          <p:spPr>
            <a:xfrm>
              <a:off x="893298" y="3521223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3E83C59D-8764-1A62-524E-7CAEDE145A5E}"/>
                </a:ext>
              </a:extLst>
            </p:cNvPr>
            <p:cNvSpPr/>
            <p:nvPr/>
          </p:nvSpPr>
          <p:spPr>
            <a:xfrm>
              <a:off x="1695669" y="3432726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E922F7A6-5509-F40A-26E2-A71AC5205B7B}"/>
                </a:ext>
              </a:extLst>
            </p:cNvPr>
            <p:cNvSpPr/>
            <p:nvPr/>
          </p:nvSpPr>
          <p:spPr>
            <a:xfrm>
              <a:off x="1318576" y="368464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Pentagon 14">
              <a:extLst>
                <a:ext uri="{FF2B5EF4-FFF2-40B4-BE49-F238E27FC236}">
                  <a16:creationId xmlns:a16="http://schemas.microsoft.com/office/drawing/2014/main" id="{D4A73AB8-6FA8-CA22-0B7A-35C2F9B8E7B4}"/>
                </a:ext>
              </a:extLst>
            </p:cNvPr>
            <p:cNvSpPr/>
            <p:nvPr/>
          </p:nvSpPr>
          <p:spPr>
            <a:xfrm>
              <a:off x="1714755" y="2993747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laque 19">
              <a:extLst>
                <a:ext uri="{FF2B5EF4-FFF2-40B4-BE49-F238E27FC236}">
                  <a16:creationId xmlns:a16="http://schemas.microsoft.com/office/drawing/2014/main" id="{4C47FD3A-DC7D-3CBD-A692-89D34FBBDA94}"/>
                </a:ext>
              </a:extLst>
            </p:cNvPr>
            <p:cNvSpPr/>
            <p:nvPr/>
          </p:nvSpPr>
          <p:spPr>
            <a:xfrm>
              <a:off x="811064" y="3000141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9864B881-CADF-A6C9-E8D9-2BE2D81A7131}"/>
                </a:ext>
              </a:extLst>
            </p:cNvPr>
            <p:cNvSpPr txBox="1"/>
            <p:nvPr/>
          </p:nvSpPr>
          <p:spPr>
            <a:xfrm>
              <a:off x="1647268" y="3046708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63F271ED-7AA4-4ABC-900E-6442C8ECA2E9}"/>
                </a:ext>
              </a:extLst>
            </p:cNvPr>
            <p:cNvSpPr txBox="1"/>
            <p:nvPr/>
          </p:nvSpPr>
          <p:spPr>
            <a:xfrm>
              <a:off x="1620097" y="348060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1.55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4DC9F128-0074-2020-F5E0-A476BC1495A1}"/>
                </a:ext>
              </a:extLst>
            </p:cNvPr>
            <p:cNvSpPr txBox="1"/>
            <p:nvPr/>
          </p:nvSpPr>
          <p:spPr>
            <a:xfrm>
              <a:off x="1244991" y="3719729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76442B-71A1-353B-E601-21CC3DBAF958}"/>
                </a:ext>
              </a:extLst>
            </p:cNvPr>
            <p:cNvSpPr txBox="1"/>
            <p:nvPr/>
          </p:nvSpPr>
          <p:spPr>
            <a:xfrm>
              <a:off x="813696" y="3560664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4A20B94-2C09-0DEA-ACD7-6F51081A1079}"/>
                </a:ext>
              </a:extLst>
            </p:cNvPr>
            <p:cNvSpPr txBox="1"/>
            <p:nvPr/>
          </p:nvSpPr>
          <p:spPr>
            <a:xfrm>
              <a:off x="764280" y="306697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  <p:sp>
          <p:nvSpPr>
            <p:cNvPr id="23" name="Plaque 22">
              <a:extLst>
                <a:ext uri="{FF2B5EF4-FFF2-40B4-BE49-F238E27FC236}">
                  <a16:creationId xmlns:a16="http://schemas.microsoft.com/office/drawing/2014/main" id="{74107728-CA2A-9FCD-2749-FFC81271EC88}"/>
                </a:ext>
              </a:extLst>
            </p:cNvPr>
            <p:cNvSpPr/>
            <p:nvPr/>
          </p:nvSpPr>
          <p:spPr>
            <a:xfrm>
              <a:off x="1254845" y="2786326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A6F7BCD0-BDB6-F539-032A-3BA2143F3EE2}"/>
                </a:ext>
              </a:extLst>
            </p:cNvPr>
            <p:cNvSpPr txBox="1"/>
            <p:nvPr/>
          </p:nvSpPr>
          <p:spPr>
            <a:xfrm>
              <a:off x="1208061" y="2853157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0C6B1E5-3789-3193-7B5E-61CF9B7C6CBC}"/>
                </a:ext>
              </a:extLst>
            </p:cNvPr>
            <p:cNvGrpSpPr/>
            <p:nvPr/>
          </p:nvGrpSpPr>
          <p:grpSpPr>
            <a:xfrm>
              <a:off x="2978805" y="2066642"/>
              <a:ext cx="1080000" cy="924774"/>
              <a:chOff x="3205679" y="1361465"/>
              <a:chExt cx="1080000" cy="92477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C43062A-DCDD-46BC-61E5-7768C7A274F8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Pentagon 28">
                <a:extLst>
                  <a:ext uri="{FF2B5EF4-FFF2-40B4-BE49-F238E27FC236}">
                    <a16:creationId xmlns:a16="http://schemas.microsoft.com/office/drawing/2014/main" id="{58575E0C-04AD-AE6A-31D3-1D66642707A1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Pentagon 29">
                <a:extLst>
                  <a:ext uri="{FF2B5EF4-FFF2-40B4-BE49-F238E27FC236}">
                    <a16:creationId xmlns:a16="http://schemas.microsoft.com/office/drawing/2014/main" id="{1D275A50-9494-2272-5C0A-0000EAB7923C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Plaque 30">
                <a:extLst>
                  <a:ext uri="{FF2B5EF4-FFF2-40B4-BE49-F238E27FC236}">
                    <a16:creationId xmlns:a16="http://schemas.microsoft.com/office/drawing/2014/main" id="{6C67B3DE-5516-AE73-6D63-49100C6FAF0C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241E1E9-B44F-1414-BA9D-A93799E1FE0F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739AF59-62AA-5D27-4867-E4023CE535C2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1.05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C15D06FE-D6F3-E95C-3101-A2A223B9F168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2.90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A0A14E2C-1586-56A0-164A-DCA0D5B581F0}"/>
                </a:ext>
              </a:extLst>
            </p:cNvPr>
            <p:cNvGrpSpPr/>
            <p:nvPr/>
          </p:nvGrpSpPr>
          <p:grpSpPr>
            <a:xfrm>
              <a:off x="2978805" y="3016701"/>
              <a:ext cx="1080000" cy="924774"/>
              <a:chOff x="3205679" y="1361465"/>
              <a:chExt cx="1080000" cy="924774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BACD8BC5-BEDF-9B7B-A30F-B4A7E169518D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Pentagon 90">
                <a:extLst>
                  <a:ext uri="{FF2B5EF4-FFF2-40B4-BE49-F238E27FC236}">
                    <a16:creationId xmlns:a16="http://schemas.microsoft.com/office/drawing/2014/main" id="{052894EE-51B6-474E-D1B7-977CD65A516F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Pentagon 91">
                <a:extLst>
                  <a:ext uri="{FF2B5EF4-FFF2-40B4-BE49-F238E27FC236}">
                    <a16:creationId xmlns:a16="http://schemas.microsoft.com/office/drawing/2014/main" id="{1D0A7291-1D83-10F6-01E7-74AE12E434CF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Plaque 92">
                <a:extLst>
                  <a:ext uri="{FF2B5EF4-FFF2-40B4-BE49-F238E27FC236}">
                    <a16:creationId xmlns:a16="http://schemas.microsoft.com/office/drawing/2014/main" id="{276F2445-02AD-6C28-E424-C08BEB539DD2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74F2FA51-1A09-D3E4-1E91-9C8FAFE1AA0D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0E5E4C39-B860-E638-709E-3460F0F8629F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1.45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861DC2F-F67A-6084-21C9-938294C85C8C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3.15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9E4C0534-7E8B-32D8-3DE7-B8C1FC443CA3}"/>
                </a:ext>
              </a:extLst>
            </p:cNvPr>
            <p:cNvGrpSpPr/>
            <p:nvPr/>
          </p:nvGrpSpPr>
          <p:grpSpPr>
            <a:xfrm>
              <a:off x="2978805" y="3966760"/>
              <a:ext cx="1080000" cy="924774"/>
              <a:chOff x="3205679" y="1361465"/>
              <a:chExt cx="1080000" cy="924774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C92D25D8-F638-ED35-671C-1703A6AFE1CA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1DBE97E9-1067-0CC0-8730-2072781EA0EA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Pentagon 99">
                <a:extLst>
                  <a:ext uri="{FF2B5EF4-FFF2-40B4-BE49-F238E27FC236}">
                    <a16:creationId xmlns:a16="http://schemas.microsoft.com/office/drawing/2014/main" id="{293A107A-93D0-EBF4-3D43-BE44A36EC19C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Plaque 100">
                <a:extLst>
                  <a:ext uri="{FF2B5EF4-FFF2-40B4-BE49-F238E27FC236}">
                    <a16:creationId xmlns:a16="http://schemas.microsoft.com/office/drawing/2014/main" id="{9324F8F6-1F28-178A-AD26-A63E7AEF7296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F8E0C24B-8BD5-21E5-53C8-A0D16F19A109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759DA1AB-431E-AE8A-2663-985FDFA53B98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1.75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D0391A6B-292C-6833-B672-F0E621D3F894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3.40</a:t>
                </a:r>
              </a:p>
            </p:txBody>
          </p:sp>
        </p:grp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43724472-ADF4-EB53-C80F-BE14A079D674}"/>
                </a:ext>
              </a:extLst>
            </p:cNvPr>
            <p:cNvSpPr/>
            <p:nvPr/>
          </p:nvSpPr>
          <p:spPr>
            <a:xfrm>
              <a:off x="831427" y="4758992"/>
              <a:ext cx="2035460" cy="83539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090A36C2-E5B9-FDBF-C84E-C82D7E58F109}"/>
                </a:ext>
              </a:extLst>
            </p:cNvPr>
            <p:cNvSpPr/>
            <p:nvPr/>
          </p:nvSpPr>
          <p:spPr>
            <a:xfrm rot="7639531">
              <a:off x="1889592" y="482746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430A44F7-DD36-ADC2-BB62-E8472DDDF9DB}"/>
                </a:ext>
              </a:extLst>
            </p:cNvPr>
            <p:cNvSpPr/>
            <p:nvPr/>
          </p:nvSpPr>
          <p:spPr>
            <a:xfrm rot="18409040">
              <a:off x="1285970" y="4864073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Plaque 1">
              <a:extLst>
                <a:ext uri="{FF2B5EF4-FFF2-40B4-BE49-F238E27FC236}">
                  <a16:creationId xmlns:a16="http://schemas.microsoft.com/office/drawing/2014/main" id="{ABAD0464-542B-6217-97C4-DF4553FADB5C}"/>
                </a:ext>
              </a:extLst>
            </p:cNvPr>
            <p:cNvSpPr/>
            <p:nvPr/>
          </p:nvSpPr>
          <p:spPr>
            <a:xfrm>
              <a:off x="917252" y="4956822"/>
              <a:ext cx="469876" cy="469876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B51F63D-9C4F-4878-4AE7-1AC4E22DD4D2}"/>
                </a:ext>
              </a:extLst>
            </p:cNvPr>
            <p:cNvSpPr txBox="1"/>
            <p:nvPr/>
          </p:nvSpPr>
          <p:spPr>
            <a:xfrm>
              <a:off x="899660" y="506095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51BABFA3-70F3-CF83-5AF9-E2C798DD3BF4}"/>
                </a:ext>
              </a:extLst>
            </p:cNvPr>
            <p:cNvSpPr/>
            <p:nvPr/>
          </p:nvSpPr>
          <p:spPr>
            <a:xfrm rot="3190960" flipV="1">
              <a:off x="1153228" y="4897600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34C0053A-672C-E832-B2F3-461366FB515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071" y="5190807"/>
              <a:ext cx="279554" cy="315"/>
            </a:xfrm>
            <a:prstGeom prst="straightConnector1">
              <a:avLst/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F3842FCF-4BFC-E77F-2267-6D0D02BC8276}"/>
                </a:ext>
              </a:extLst>
            </p:cNvPr>
            <p:cNvSpPr txBox="1"/>
            <p:nvPr/>
          </p:nvSpPr>
          <p:spPr>
            <a:xfrm>
              <a:off x="1501077" y="5083242"/>
              <a:ext cx="11495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Ionization efficiency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CBEF72-CB1D-9C00-FA24-B30893DA5844}"/>
                </a:ext>
              </a:extLst>
            </p:cNvPr>
            <p:cNvSpPr txBox="1"/>
            <p:nvPr/>
          </p:nvSpPr>
          <p:spPr>
            <a:xfrm>
              <a:off x="1271936" y="5346970"/>
              <a:ext cx="728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A00B4791-2226-BD40-39B8-7695A74974AA}"/>
              </a:ext>
            </a:extLst>
          </p:cNvPr>
          <p:cNvSpPr/>
          <p:nvPr/>
        </p:nvSpPr>
        <p:spPr>
          <a:xfrm>
            <a:off x="8047167" y="2019654"/>
            <a:ext cx="3532888" cy="31670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272CDF9-5F42-7872-6768-7E0673022398}"/>
              </a:ext>
            </a:extLst>
          </p:cNvPr>
          <p:cNvSpPr txBox="1"/>
          <p:nvPr/>
        </p:nvSpPr>
        <p:spPr>
          <a:xfrm>
            <a:off x="881386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B5E0CAEC-8609-FCD1-9E93-816AA8C2542A}"/>
              </a:ext>
            </a:extLst>
          </p:cNvPr>
          <p:cNvSpPr/>
          <p:nvPr/>
        </p:nvSpPr>
        <p:spPr>
          <a:xfrm>
            <a:off x="819414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69903883-D479-BD2B-0C40-DB90C128D68C}"/>
              </a:ext>
            </a:extLst>
          </p:cNvPr>
          <p:cNvSpPr/>
          <p:nvPr/>
        </p:nvSpPr>
        <p:spPr>
          <a:xfrm>
            <a:off x="828207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55D3758A-1304-2AE8-7B6E-486F3194979B}"/>
              </a:ext>
            </a:extLst>
          </p:cNvPr>
          <p:cNvSpPr txBox="1"/>
          <p:nvPr/>
        </p:nvSpPr>
        <p:spPr>
          <a:xfrm>
            <a:off x="946705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B37AB2FE-920F-7682-58CA-F5E484EBFC4C}"/>
              </a:ext>
            </a:extLst>
          </p:cNvPr>
          <p:cNvSpPr/>
          <p:nvPr/>
        </p:nvSpPr>
        <p:spPr>
          <a:xfrm>
            <a:off x="972723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36B956DF-B6A2-1158-C885-F9C0F4D9C5F8}"/>
              </a:ext>
            </a:extLst>
          </p:cNvPr>
          <p:cNvSpPr/>
          <p:nvPr/>
        </p:nvSpPr>
        <p:spPr>
          <a:xfrm>
            <a:off x="828207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50E49496-0D71-B47B-0878-7EE20DF867CE}"/>
              </a:ext>
            </a:extLst>
          </p:cNvPr>
          <p:cNvSpPr txBox="1"/>
          <p:nvPr/>
        </p:nvSpPr>
        <p:spPr>
          <a:xfrm>
            <a:off x="946705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2E1DEE1C-BFE5-F64B-3C2A-10B390004981}"/>
              </a:ext>
            </a:extLst>
          </p:cNvPr>
          <p:cNvSpPr/>
          <p:nvPr/>
        </p:nvSpPr>
        <p:spPr>
          <a:xfrm>
            <a:off x="972723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0FC3D7BD-5FD6-680F-A744-0D5CDE73CD1D}"/>
              </a:ext>
            </a:extLst>
          </p:cNvPr>
          <p:cNvSpPr txBox="1"/>
          <p:nvPr/>
        </p:nvSpPr>
        <p:spPr>
          <a:xfrm>
            <a:off x="937739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DF53CEB7-39D4-69B2-E157-570DDD25B08E}"/>
              </a:ext>
            </a:extLst>
          </p:cNvPr>
          <p:cNvSpPr/>
          <p:nvPr/>
        </p:nvSpPr>
        <p:spPr>
          <a:xfrm>
            <a:off x="828207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BA41A151-3810-E9F1-3E3C-B30B264460EB}"/>
              </a:ext>
            </a:extLst>
          </p:cNvPr>
          <p:cNvSpPr txBox="1"/>
          <p:nvPr/>
        </p:nvSpPr>
        <p:spPr>
          <a:xfrm>
            <a:off x="946705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B559A2EC-7590-CCBC-A843-B86EB47323F9}"/>
              </a:ext>
            </a:extLst>
          </p:cNvPr>
          <p:cNvSpPr/>
          <p:nvPr/>
        </p:nvSpPr>
        <p:spPr>
          <a:xfrm>
            <a:off x="972723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51B73ECE-53DB-40C8-B2E4-6679C440D9B1}"/>
              </a:ext>
            </a:extLst>
          </p:cNvPr>
          <p:cNvSpPr/>
          <p:nvPr/>
        </p:nvSpPr>
        <p:spPr>
          <a:xfrm>
            <a:off x="8194144" y="4200536"/>
            <a:ext cx="3238934" cy="80292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D2BD1B9-E5CD-858D-3F3C-5A8CAC50E84A}"/>
              </a:ext>
            </a:extLst>
          </p:cNvPr>
          <p:cNvSpPr txBox="1"/>
          <p:nvPr/>
        </p:nvSpPr>
        <p:spPr>
          <a:xfrm>
            <a:off x="927800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4D59B8DC-42EC-5AC3-6881-B824EF6FAAEF}"/>
              </a:ext>
            </a:extLst>
          </p:cNvPr>
          <p:cNvCxnSpPr>
            <a:cxnSpLocks/>
          </p:cNvCxnSpPr>
          <p:nvPr/>
        </p:nvCxnSpPr>
        <p:spPr>
          <a:xfrm>
            <a:off x="1009762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7C94F788-9543-6504-43F2-D76B743828C8}"/>
              </a:ext>
            </a:extLst>
          </p:cNvPr>
          <p:cNvSpPr/>
          <p:nvPr/>
        </p:nvSpPr>
        <p:spPr>
          <a:xfrm>
            <a:off x="1052903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8E23BF11-5B2D-268C-F728-0DC7796D5DCE}"/>
              </a:ext>
            </a:extLst>
          </p:cNvPr>
          <p:cNvSpPr/>
          <p:nvPr/>
        </p:nvSpPr>
        <p:spPr>
          <a:xfrm>
            <a:off x="1052903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79F1F58-42A0-0DB5-FF73-57AE8BA17AA1}"/>
              </a:ext>
            </a:extLst>
          </p:cNvPr>
          <p:cNvSpPr/>
          <p:nvPr/>
        </p:nvSpPr>
        <p:spPr>
          <a:xfrm>
            <a:off x="1052903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F425B2D8-18DF-4176-D92C-7B77D8B1421A}"/>
              </a:ext>
            </a:extLst>
          </p:cNvPr>
          <p:cNvSpPr txBox="1"/>
          <p:nvPr/>
        </p:nvSpPr>
        <p:spPr>
          <a:xfrm>
            <a:off x="1050461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9712A91-C8E7-966B-8991-8CB541098522}"/>
              </a:ext>
            </a:extLst>
          </p:cNvPr>
          <p:cNvSpPr txBox="1"/>
          <p:nvPr/>
        </p:nvSpPr>
        <p:spPr>
          <a:xfrm>
            <a:off x="1049360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9F793CC5-D8AE-D043-DDCA-5E7762C3305C}"/>
              </a:ext>
            </a:extLst>
          </p:cNvPr>
          <p:cNvSpPr txBox="1"/>
          <p:nvPr/>
        </p:nvSpPr>
        <p:spPr>
          <a:xfrm>
            <a:off x="1049360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BC989033-1706-8BCB-E5BE-941EF19EF7D2}"/>
              </a:ext>
            </a:extLst>
          </p:cNvPr>
          <p:cNvSpPr txBox="1"/>
          <p:nvPr/>
        </p:nvSpPr>
        <p:spPr>
          <a:xfrm>
            <a:off x="1046070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8F51568-AC1E-4711-9DF9-57F294C4EA37}"/>
              </a:ext>
            </a:extLst>
          </p:cNvPr>
          <p:cNvCxnSpPr>
            <a:cxnSpLocks/>
          </p:cNvCxnSpPr>
          <p:nvPr/>
        </p:nvCxnSpPr>
        <p:spPr>
          <a:xfrm>
            <a:off x="1009762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8EB118BA-934E-8A41-0009-DC6D76095EFC}"/>
              </a:ext>
            </a:extLst>
          </p:cNvPr>
          <p:cNvCxnSpPr>
            <a:cxnSpLocks/>
          </p:cNvCxnSpPr>
          <p:nvPr/>
        </p:nvCxnSpPr>
        <p:spPr>
          <a:xfrm>
            <a:off x="1010376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344D1896-5B89-3806-1B25-D84E6AAD5A12}"/>
              </a:ext>
            </a:extLst>
          </p:cNvPr>
          <p:cNvSpPr txBox="1"/>
          <p:nvPr/>
        </p:nvSpPr>
        <p:spPr>
          <a:xfrm>
            <a:off x="4409269" y="71940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2C6CD756-32D1-91AC-DC93-017D28254127}"/>
              </a:ext>
            </a:extLst>
          </p:cNvPr>
          <p:cNvSpPr/>
          <p:nvPr/>
        </p:nvSpPr>
        <p:spPr>
          <a:xfrm>
            <a:off x="4176334" y="1858496"/>
            <a:ext cx="3720002" cy="3422164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4A38919-C41E-2F20-169D-C7C3F5C457FF}"/>
              </a:ext>
            </a:extLst>
          </p:cNvPr>
          <p:cNvSpPr txBox="1"/>
          <p:nvPr/>
        </p:nvSpPr>
        <p:spPr>
          <a:xfrm>
            <a:off x="5033952" y="186026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338C1214-5E3F-C153-58D4-9601A3F67146}"/>
              </a:ext>
            </a:extLst>
          </p:cNvPr>
          <p:cNvSpPr/>
          <p:nvPr/>
        </p:nvSpPr>
        <p:spPr>
          <a:xfrm>
            <a:off x="4304845" y="4398328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C2A2A982-F4BF-101E-D8C3-05F51E8BFC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0416615"/>
              </p:ext>
            </p:extLst>
          </p:nvPr>
        </p:nvGraphicFramePr>
        <p:xfrm>
          <a:off x="6814977" y="330231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E69B72FF-D6C5-B949-C3CF-44F98FE937F9}"/>
              </a:ext>
            </a:extLst>
          </p:cNvPr>
          <p:cNvSpPr/>
          <p:nvPr/>
        </p:nvSpPr>
        <p:spPr>
          <a:xfrm rot="18582686">
            <a:off x="4682650" y="2730914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24B8BD28-898B-0E5C-E169-CF0605873091}"/>
              </a:ext>
            </a:extLst>
          </p:cNvPr>
          <p:cNvSpPr/>
          <p:nvPr/>
        </p:nvSpPr>
        <p:spPr>
          <a:xfrm rot="2839795" flipV="1">
            <a:off x="5401231" y="2880650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D8034779-4CCE-0227-F030-CAD32C48B4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2745666"/>
            <a:ext cx="591633" cy="591633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8A2A7F31-68EF-F7B4-49EA-AE1C07C38891}"/>
              </a:ext>
            </a:extLst>
          </p:cNvPr>
          <p:cNvGrpSpPr/>
          <p:nvPr/>
        </p:nvGrpSpPr>
        <p:grpSpPr>
          <a:xfrm>
            <a:off x="6003457" y="2344420"/>
            <a:ext cx="515427" cy="292388"/>
            <a:chOff x="6170069" y="2484693"/>
            <a:chExt cx="515427" cy="292388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2F64C879-9FE1-D58B-8501-6AF5D524D49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9F02751-909B-FDE1-367F-D84C5A5AC25F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60D70D4-3FEC-7B56-E62D-2D046E3A86B3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850EF962-275B-F982-A03B-11F193A96886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DEE4410B-F626-89CD-5F58-4AF9F1C638BE}"/>
              </a:ext>
            </a:extLst>
          </p:cNvPr>
          <p:cNvGrpSpPr/>
          <p:nvPr/>
        </p:nvGrpSpPr>
        <p:grpSpPr>
          <a:xfrm>
            <a:off x="6003457" y="3045396"/>
            <a:ext cx="515427" cy="292388"/>
            <a:chOff x="6170069" y="2484693"/>
            <a:chExt cx="515427" cy="292388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0D060397-0897-33DD-C17E-34CD43102F9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B5C6E542-DC7E-5403-A9AD-0CC11396D47D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E2CC88AA-F3A7-19D6-B1E9-B70A8FD66542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425C2195-9CF1-BC94-13EE-C159CD123B1B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AD4D4459-A484-67E9-E185-D31D0D57C2ED}"/>
              </a:ext>
            </a:extLst>
          </p:cNvPr>
          <p:cNvGrpSpPr/>
          <p:nvPr/>
        </p:nvGrpSpPr>
        <p:grpSpPr>
          <a:xfrm>
            <a:off x="6003457" y="3395884"/>
            <a:ext cx="515427" cy="292388"/>
            <a:chOff x="6170069" y="2484693"/>
            <a:chExt cx="515427" cy="292388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36FD2573-5AC1-9C58-E1F8-B4FAE1084A18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0AE45E25-10F4-5E6D-E43B-CC45BD6602F0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3BD230CC-8142-F721-2419-01D82EB41EF7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162434D1-966A-7FB1-01B7-BD31AC42D7DC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8B6CFBF2-8F67-C05B-8972-59E44A10EA7B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FC2682C-74D0-3B65-E268-C0187CA9A01F}"/>
              </a:ext>
            </a:extLst>
          </p:cNvPr>
          <p:cNvGrpSpPr/>
          <p:nvPr/>
        </p:nvGrpSpPr>
        <p:grpSpPr>
          <a:xfrm>
            <a:off x="6003457" y="2694908"/>
            <a:ext cx="515427" cy="292388"/>
            <a:chOff x="5942497" y="2519648"/>
            <a:chExt cx="515427" cy="292388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6F1F7115-AD2B-79EA-572D-68E1AB54FECC}"/>
                </a:ext>
              </a:extLst>
            </p:cNvPr>
            <p:cNvCxnSpPr>
              <a:cxnSpLocks/>
            </p:cNvCxnSpPr>
            <p:nvPr/>
          </p:nvCxnSpPr>
          <p:spPr>
            <a:xfrm>
              <a:off x="5953292" y="251964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75BBCF1-5A15-CC98-B914-0FA3FA54CDCD}"/>
                </a:ext>
              </a:extLst>
            </p:cNvPr>
            <p:cNvCxnSpPr>
              <a:cxnSpLocks/>
            </p:cNvCxnSpPr>
            <p:nvPr/>
          </p:nvCxnSpPr>
          <p:spPr>
            <a:xfrm>
              <a:off x="6021871" y="2724861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EDF8790C-9F3C-68C0-CB01-3B2436262890}"/>
                </a:ext>
              </a:extLst>
            </p:cNvPr>
            <p:cNvCxnSpPr>
              <a:cxnSpLocks/>
            </p:cNvCxnSpPr>
            <p:nvPr/>
          </p:nvCxnSpPr>
          <p:spPr>
            <a:xfrm>
              <a:off x="6088546" y="265499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8BACC1EA-48BB-91EB-6E21-504EDCA7CF85}"/>
                </a:ext>
              </a:extLst>
            </p:cNvPr>
            <p:cNvCxnSpPr>
              <a:cxnSpLocks/>
            </p:cNvCxnSpPr>
            <p:nvPr/>
          </p:nvCxnSpPr>
          <p:spPr>
            <a:xfrm>
              <a:off x="6322861" y="254250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11FEE47D-141C-7072-4455-C1A937E456E1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81" y="2669714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368B75B3-1B44-85C8-F88B-8EBFDF59B889}"/>
                </a:ext>
              </a:extLst>
            </p:cNvPr>
            <p:cNvCxnSpPr>
              <a:cxnSpLocks/>
            </p:cNvCxnSpPr>
            <p:nvPr/>
          </p:nvCxnSpPr>
          <p:spPr>
            <a:xfrm>
              <a:off x="5942497" y="280441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BEFC27CF-7F9B-1E8C-A5C5-36B924345E37}"/>
              </a:ext>
            </a:extLst>
          </p:cNvPr>
          <p:cNvSpPr/>
          <p:nvPr/>
        </p:nvSpPr>
        <p:spPr>
          <a:xfrm>
            <a:off x="6621184" y="2369819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D5D2BCD9-06B1-DEC8-AF5F-891B523A31D2}"/>
              </a:ext>
            </a:extLst>
          </p:cNvPr>
          <p:cNvGrpSpPr/>
          <p:nvPr/>
        </p:nvGrpSpPr>
        <p:grpSpPr>
          <a:xfrm>
            <a:off x="7000321" y="2655256"/>
            <a:ext cx="515427" cy="292388"/>
            <a:chOff x="6170069" y="2484693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E11425E3-B813-72FB-0AAB-FEB3D5607A36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F96910D9-A83F-A009-72BF-FF6C10777413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280EDCA4-627A-C4E2-5CD3-7E19763316B9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787EF0ED-10DE-97EB-5187-E08F0067A3B5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F30B68BC-D1F1-0ED8-C003-FB67C4E27B48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5ACCE7D3-BD65-6301-EBB8-5C3907E26FE2}"/>
              </a:ext>
            </a:extLst>
          </p:cNvPr>
          <p:cNvCxnSpPr>
            <a:cxnSpLocks/>
          </p:cNvCxnSpPr>
          <p:nvPr/>
        </p:nvCxnSpPr>
        <p:spPr>
          <a:xfrm flipH="1">
            <a:off x="6990080" y="2947644"/>
            <a:ext cx="87589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F5D276A5-0C49-3D3C-5ADB-4CE68F086415}"/>
              </a:ext>
            </a:extLst>
          </p:cNvPr>
          <p:cNvCxnSpPr>
            <a:cxnSpLocks/>
          </p:cNvCxnSpPr>
          <p:nvPr/>
        </p:nvCxnSpPr>
        <p:spPr>
          <a:xfrm>
            <a:off x="7145995" y="2947644"/>
            <a:ext cx="303825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37D5BD2C-D50A-2CEA-D64B-95D08BE73FAE}"/>
              </a:ext>
            </a:extLst>
          </p:cNvPr>
          <p:cNvCxnSpPr>
            <a:cxnSpLocks/>
          </p:cNvCxnSpPr>
          <p:nvPr/>
        </p:nvCxnSpPr>
        <p:spPr>
          <a:xfrm>
            <a:off x="7382457" y="2949788"/>
            <a:ext cx="301043" cy="35221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6A1C7772-1007-E121-0F30-5ABD3D5964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145487"/>
              </p:ext>
            </p:extLst>
          </p:nvPr>
        </p:nvGraphicFramePr>
        <p:xfrm>
          <a:off x="6847997" y="476290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261" name="Arc 260">
            <a:extLst>
              <a:ext uri="{FF2B5EF4-FFF2-40B4-BE49-F238E27FC236}">
                <a16:creationId xmlns:a16="http://schemas.microsoft.com/office/drawing/2014/main" id="{795A7615-BD5B-9FDC-0006-85BDC97AEBCC}"/>
              </a:ext>
            </a:extLst>
          </p:cNvPr>
          <p:cNvSpPr/>
          <p:nvPr/>
        </p:nvSpPr>
        <p:spPr>
          <a:xfrm rot="18582686">
            <a:off x="4682650" y="4243579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2" name="Arc 261">
            <a:extLst>
              <a:ext uri="{FF2B5EF4-FFF2-40B4-BE49-F238E27FC236}">
                <a16:creationId xmlns:a16="http://schemas.microsoft.com/office/drawing/2014/main" id="{40628C1F-C48B-2956-FEC5-0F35605EC8F7}"/>
              </a:ext>
            </a:extLst>
          </p:cNvPr>
          <p:cNvSpPr/>
          <p:nvPr/>
        </p:nvSpPr>
        <p:spPr>
          <a:xfrm rot="2839795" flipV="1">
            <a:off x="5401231" y="4393315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3" name="Graphic 262" descr="Database outline">
            <a:extLst>
              <a:ext uri="{FF2B5EF4-FFF2-40B4-BE49-F238E27FC236}">
                <a16:creationId xmlns:a16="http://schemas.microsoft.com/office/drawing/2014/main" id="{E9FC38D9-817F-F7B3-0E3E-570B2B939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4258331"/>
            <a:ext cx="591633" cy="591633"/>
          </a:xfrm>
          <a:prstGeom prst="rect">
            <a:avLst/>
          </a:prstGeom>
        </p:spPr>
      </p:pic>
      <p:grpSp>
        <p:nvGrpSpPr>
          <p:cNvPr id="264" name="Group 263">
            <a:extLst>
              <a:ext uri="{FF2B5EF4-FFF2-40B4-BE49-F238E27FC236}">
                <a16:creationId xmlns:a16="http://schemas.microsoft.com/office/drawing/2014/main" id="{8A9A1258-E1EF-DE3F-B8A3-BC7405C53E5D}"/>
              </a:ext>
            </a:extLst>
          </p:cNvPr>
          <p:cNvGrpSpPr/>
          <p:nvPr/>
        </p:nvGrpSpPr>
        <p:grpSpPr>
          <a:xfrm>
            <a:off x="6003457" y="4059015"/>
            <a:ext cx="515427" cy="292388"/>
            <a:chOff x="6170069" y="2484693"/>
            <a:chExt cx="515427" cy="292388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BA877DE7-2FA2-0C54-62F1-85D8D5FBE519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AD356BA1-A19B-E1A6-D8E2-4F725FAE5B1E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E223EEA7-8DA1-ADFF-81D3-2F3067424CE0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5F0F99C0-CB89-017B-2550-6F22A3101CB6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7" name="Right Brace 286">
            <a:extLst>
              <a:ext uri="{FF2B5EF4-FFF2-40B4-BE49-F238E27FC236}">
                <a16:creationId xmlns:a16="http://schemas.microsoft.com/office/drawing/2014/main" id="{6356A8FC-54E7-7956-2615-FE9C5AA3F4B5}"/>
              </a:ext>
            </a:extLst>
          </p:cNvPr>
          <p:cNvSpPr/>
          <p:nvPr/>
        </p:nvSpPr>
        <p:spPr>
          <a:xfrm>
            <a:off x="6621184" y="4084415"/>
            <a:ext cx="225434" cy="1020118"/>
          </a:xfrm>
          <a:prstGeom prst="rightBrace">
            <a:avLst>
              <a:gd name="adj1" fmla="val 40367"/>
              <a:gd name="adj2" fmla="val 3249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5D6FFA3A-CEDB-F2EE-1E58-3B96116C5C4C}"/>
              </a:ext>
            </a:extLst>
          </p:cNvPr>
          <p:cNvCxnSpPr>
            <a:cxnSpLocks/>
          </p:cNvCxnSpPr>
          <p:nvPr/>
        </p:nvCxnSpPr>
        <p:spPr>
          <a:xfrm flipH="1">
            <a:off x="7149465" y="4564380"/>
            <a:ext cx="86360" cy="20002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A105B219-D955-C427-7BE9-505C1D538659}"/>
              </a:ext>
            </a:extLst>
          </p:cNvPr>
          <p:cNvCxnSpPr>
            <a:cxnSpLocks/>
          </p:cNvCxnSpPr>
          <p:nvPr/>
        </p:nvCxnSpPr>
        <p:spPr>
          <a:xfrm>
            <a:off x="7304405" y="4556760"/>
            <a:ext cx="407035" cy="20574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8ADB5F94-B70D-FADE-2D9D-FEA611AF5981}"/>
              </a:ext>
            </a:extLst>
          </p:cNvPr>
          <p:cNvGrpSpPr/>
          <p:nvPr/>
        </p:nvGrpSpPr>
        <p:grpSpPr>
          <a:xfrm>
            <a:off x="6013352" y="4773038"/>
            <a:ext cx="515427" cy="292388"/>
            <a:chOff x="6170069" y="2484693"/>
            <a:chExt cx="515427" cy="292388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963F2BE8-2FFE-AEAA-93DB-DB939007FCBA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9CD2F2CB-94D3-9079-2738-F8ABECA1F227}"/>
                </a:ext>
              </a:extLst>
            </p:cNvPr>
            <p:cNvCxnSpPr>
              <a:cxnSpLocks/>
            </p:cNvCxnSpPr>
            <p:nvPr/>
          </p:nvCxnSpPr>
          <p:spPr>
            <a:xfrm>
              <a:off x="6250078" y="2696745"/>
              <a:ext cx="0" cy="8033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F9C4D2CD-0AF4-4420-2355-4A84456BA2DD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57114"/>
              <a:ext cx="0" cy="20265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8D82D37A-A194-7546-0731-6F88FC8D1D28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654C2D2-0CB0-EB3C-394F-078130DA81FF}"/>
              </a:ext>
            </a:extLst>
          </p:cNvPr>
          <p:cNvCxnSpPr>
            <a:cxnSpLocks/>
          </p:cNvCxnSpPr>
          <p:nvPr/>
        </p:nvCxnSpPr>
        <p:spPr>
          <a:xfrm>
            <a:off x="6170446" y="4643529"/>
            <a:ext cx="0" cy="5034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AFAE33F6-BB3D-179C-5AC9-4F9F7A21E998}"/>
              </a:ext>
            </a:extLst>
          </p:cNvPr>
          <p:cNvGrpSpPr/>
          <p:nvPr/>
        </p:nvGrpSpPr>
        <p:grpSpPr>
          <a:xfrm>
            <a:off x="6009158" y="4419983"/>
            <a:ext cx="515427" cy="292388"/>
            <a:chOff x="5948198" y="4244723"/>
            <a:chExt cx="515427" cy="292388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731B2FB9-058E-4079-CD8F-FE06E62245DD}"/>
                </a:ext>
              </a:extLst>
            </p:cNvPr>
            <p:cNvCxnSpPr>
              <a:cxnSpLocks/>
            </p:cNvCxnSpPr>
            <p:nvPr/>
          </p:nvCxnSpPr>
          <p:spPr>
            <a:xfrm>
              <a:off x="5958993" y="424472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DAE5B618-4437-ECF9-5822-2906A92CE0EA}"/>
                </a:ext>
              </a:extLst>
            </p:cNvPr>
            <p:cNvCxnSpPr>
              <a:cxnSpLocks/>
            </p:cNvCxnSpPr>
            <p:nvPr/>
          </p:nvCxnSpPr>
          <p:spPr>
            <a:xfrm>
              <a:off x="6155207" y="438007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3080FC64-D4CC-8090-2C37-318C7C313BB7}"/>
                </a:ext>
              </a:extLst>
            </p:cNvPr>
            <p:cNvCxnSpPr>
              <a:cxnSpLocks/>
            </p:cNvCxnSpPr>
            <p:nvPr/>
          </p:nvCxnSpPr>
          <p:spPr>
            <a:xfrm>
              <a:off x="6224422" y="426758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DE213C82-D54E-ADCB-423A-1869DA40F2DD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98" y="452949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AB4B68DF-04AE-D4BB-E1A0-3BD8E2ACB2A1}"/>
              </a:ext>
            </a:extLst>
          </p:cNvPr>
          <p:cNvGrpSpPr/>
          <p:nvPr/>
        </p:nvGrpSpPr>
        <p:grpSpPr>
          <a:xfrm>
            <a:off x="7026615" y="4269672"/>
            <a:ext cx="515427" cy="292388"/>
            <a:chOff x="6170069" y="2484693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7CDE0BC9-E86B-12B0-3E1E-031E67249B4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AD80F294-B060-54B0-D68E-F47BA628418A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05AE6D14-4AA1-493F-E7A0-87601427951D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85A072B0-ADE7-550D-843F-87DC86F54DBB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90AF8D24-8384-C70B-834E-952CD990C3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314394"/>
              </p:ext>
            </p:extLst>
          </p:nvPr>
        </p:nvGraphicFramePr>
        <p:xfrm>
          <a:off x="8457815" y="287562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D8A6A5E2-4C15-D599-436C-C72C37226C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75859"/>
              </p:ext>
            </p:extLst>
          </p:nvPr>
        </p:nvGraphicFramePr>
        <p:xfrm>
          <a:off x="8492312" y="343185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584524FA-3BC3-7062-0C83-3583F6348B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682956"/>
              </p:ext>
            </p:extLst>
          </p:nvPr>
        </p:nvGraphicFramePr>
        <p:xfrm>
          <a:off x="8369145" y="44500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35" name="Flowchart: Punched Tape 334">
            <a:extLst>
              <a:ext uri="{FF2B5EF4-FFF2-40B4-BE49-F238E27FC236}">
                <a16:creationId xmlns:a16="http://schemas.microsoft.com/office/drawing/2014/main" id="{9116205E-3144-2AF0-CDCC-739E8A7D961C}"/>
              </a:ext>
            </a:extLst>
          </p:cNvPr>
          <p:cNvSpPr/>
          <p:nvPr/>
        </p:nvSpPr>
        <p:spPr>
          <a:xfrm>
            <a:off x="7539318" y="5417214"/>
            <a:ext cx="3316245" cy="1028410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confusion? I think we use the raw spectra in validation</a:t>
            </a:r>
          </a:p>
        </p:txBody>
      </p:sp>
      <p:sp>
        <p:nvSpPr>
          <p:cNvPr id="69" name="Pentagon 68">
            <a:extLst>
              <a:ext uri="{FF2B5EF4-FFF2-40B4-BE49-F238E27FC236}">
                <a16:creationId xmlns:a16="http://schemas.microsoft.com/office/drawing/2014/main" id="{57E578EE-3EF2-8C4C-4291-E8C4D7A2B731}"/>
              </a:ext>
            </a:extLst>
          </p:cNvPr>
          <p:cNvSpPr/>
          <p:nvPr/>
        </p:nvSpPr>
        <p:spPr>
          <a:xfrm>
            <a:off x="4319237" y="2818431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</p:spTree>
    <p:extLst>
      <p:ext uri="{BB962C8B-B14F-4D97-AF65-F5344CB8AC3E}">
        <p14:creationId xmlns:p14="http://schemas.microsoft.com/office/powerpoint/2010/main" val="9358411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990ABC-A4C3-3F0E-CC44-EA19564B0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D7330012-093F-72C3-49E3-10485D848DBA}"/>
              </a:ext>
            </a:extLst>
          </p:cNvPr>
          <p:cNvSpPr/>
          <p:nvPr/>
        </p:nvSpPr>
        <p:spPr>
          <a:xfrm>
            <a:off x="-79516" y="2509733"/>
            <a:ext cx="12397021" cy="2207188"/>
          </a:xfrm>
          <a:prstGeom prst="chevron">
            <a:avLst>
              <a:gd name="adj" fmla="val 261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3F185CD7-0D3F-FB20-08E0-EE11FB4525B1}"/>
              </a:ext>
            </a:extLst>
          </p:cNvPr>
          <p:cNvGrpSpPr/>
          <p:nvPr/>
        </p:nvGrpSpPr>
        <p:grpSpPr>
          <a:xfrm>
            <a:off x="314453" y="1534514"/>
            <a:ext cx="3714725" cy="4157626"/>
            <a:chOff x="507493" y="1534514"/>
            <a:chExt cx="3714725" cy="4157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4C70C100-B827-746D-3E2F-EE7707865524}"/>
                </a:ext>
              </a:extLst>
            </p:cNvPr>
            <p:cNvSpPr/>
            <p:nvPr/>
          </p:nvSpPr>
          <p:spPr>
            <a:xfrm>
              <a:off x="507493" y="1534514"/>
              <a:ext cx="3714725" cy="4157626"/>
            </a:xfrm>
            <a:prstGeom prst="roundRect">
              <a:avLst>
                <a:gd name="adj" fmla="val 4189"/>
              </a:avLst>
            </a:prstGeom>
            <a:solidFill>
              <a:srgbClr val="8FAADC"/>
            </a:solidFill>
            <a:ln>
              <a:solidFill>
                <a:schemeClr val="bg1"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7B7C9CF0-00DD-4136-3E90-939411F0D9F3}"/>
                </a:ext>
              </a:extLst>
            </p:cNvPr>
            <p:cNvSpPr txBox="1"/>
            <p:nvPr/>
          </p:nvSpPr>
          <p:spPr>
            <a:xfrm>
              <a:off x="1411345" y="4796013"/>
              <a:ext cx="14364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AAAE815-7C7A-EC91-C107-C7CFA7A5CC8E}"/>
                </a:ext>
              </a:extLst>
            </p:cNvPr>
            <p:cNvGrpSpPr/>
            <p:nvPr/>
          </p:nvGrpSpPr>
          <p:grpSpPr>
            <a:xfrm>
              <a:off x="2323064" y="2533827"/>
              <a:ext cx="492131" cy="1964667"/>
              <a:chOff x="2469950" y="2131480"/>
              <a:chExt cx="476140" cy="646176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B233F92C-1244-3E64-21C0-038766A5BF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131480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5EBB00B3-874B-E10F-824C-E513C21819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454568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ED97A7BD-F545-5089-18E4-B12663FE12D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777656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7448268B-318C-B8CC-592E-A68E98AC8A65}"/>
                </a:ext>
              </a:extLst>
            </p:cNvPr>
            <p:cNvSpPr/>
            <p:nvPr/>
          </p:nvSpPr>
          <p:spPr>
            <a:xfrm>
              <a:off x="687026" y="2624681"/>
              <a:ext cx="1512000" cy="151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3B6CC8D-D308-D356-E62C-E4B75E273998}"/>
                </a:ext>
              </a:extLst>
            </p:cNvPr>
            <p:cNvSpPr txBox="1"/>
            <p:nvPr/>
          </p:nvSpPr>
          <p:spPr>
            <a:xfrm>
              <a:off x="1365111" y="1599210"/>
              <a:ext cx="1999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Dataset summary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D3CD498-BC3A-CDEF-872F-6999E46F06EE}"/>
                </a:ext>
              </a:extLst>
            </p:cNvPr>
            <p:cNvSpPr txBox="1"/>
            <p:nvPr/>
          </p:nvSpPr>
          <p:spPr>
            <a:xfrm>
              <a:off x="682682" y="4141187"/>
              <a:ext cx="15206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IE library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F91E60C4-3724-6134-460E-0A12A7020DE2}"/>
                </a:ext>
              </a:extLst>
            </p:cNvPr>
            <p:cNvGrpSpPr/>
            <p:nvPr/>
          </p:nvGrpSpPr>
          <p:grpSpPr>
            <a:xfrm>
              <a:off x="2224349" y="2250127"/>
              <a:ext cx="635782" cy="2255115"/>
              <a:chOff x="2552009" y="1611768"/>
              <a:chExt cx="635782" cy="225511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D2F335B9-98D4-E1D9-B1FC-1E5673FC8A8B}"/>
                  </a:ext>
                </a:extLst>
              </p:cNvPr>
              <p:cNvSpPr txBox="1"/>
              <p:nvPr/>
            </p:nvSpPr>
            <p:spPr>
              <a:xfrm>
                <a:off x="2552009" y="1611768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D68A460-2194-5077-EF13-2CFFB967D298}"/>
                  </a:ext>
                </a:extLst>
              </p:cNvPr>
              <p:cNvSpPr txBox="1"/>
              <p:nvPr/>
            </p:nvSpPr>
            <p:spPr>
              <a:xfrm>
                <a:off x="2552009" y="2582217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Mean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3B4995B0-1ED4-AE30-7BE4-86E4074AA0D7}"/>
                  </a:ext>
                </a:extLst>
              </p:cNvPr>
              <p:cNvSpPr txBox="1"/>
              <p:nvPr/>
            </p:nvSpPr>
            <p:spPr>
              <a:xfrm>
                <a:off x="2552009" y="3559106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</a:p>
            </p:txBody>
          </p:sp>
        </p:grpSp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258A95C8-E88D-0295-20E8-69D594DA271F}"/>
                </a:ext>
              </a:extLst>
            </p:cNvPr>
            <p:cNvSpPr/>
            <p:nvPr/>
          </p:nvSpPr>
          <p:spPr>
            <a:xfrm>
              <a:off x="893298" y="3521223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49AFE633-D62F-3C11-CA7A-5C4AF419DDBA}"/>
                </a:ext>
              </a:extLst>
            </p:cNvPr>
            <p:cNvSpPr/>
            <p:nvPr/>
          </p:nvSpPr>
          <p:spPr>
            <a:xfrm>
              <a:off x="1695669" y="3432726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4A7FB07C-B827-1887-900F-727AEF61EFD1}"/>
                </a:ext>
              </a:extLst>
            </p:cNvPr>
            <p:cNvSpPr/>
            <p:nvPr/>
          </p:nvSpPr>
          <p:spPr>
            <a:xfrm>
              <a:off x="1318576" y="368464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Pentagon 14">
              <a:extLst>
                <a:ext uri="{FF2B5EF4-FFF2-40B4-BE49-F238E27FC236}">
                  <a16:creationId xmlns:a16="http://schemas.microsoft.com/office/drawing/2014/main" id="{489C49A8-CCD1-7A4F-87B3-9261B5EE2BA5}"/>
                </a:ext>
              </a:extLst>
            </p:cNvPr>
            <p:cNvSpPr/>
            <p:nvPr/>
          </p:nvSpPr>
          <p:spPr>
            <a:xfrm>
              <a:off x="1714755" y="2993747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laque 19">
              <a:extLst>
                <a:ext uri="{FF2B5EF4-FFF2-40B4-BE49-F238E27FC236}">
                  <a16:creationId xmlns:a16="http://schemas.microsoft.com/office/drawing/2014/main" id="{DB9E4B8A-B1DC-3162-5E6C-56710B40FBBF}"/>
                </a:ext>
              </a:extLst>
            </p:cNvPr>
            <p:cNvSpPr/>
            <p:nvPr/>
          </p:nvSpPr>
          <p:spPr>
            <a:xfrm>
              <a:off x="811064" y="3000141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5918D0B-ABBC-F669-9EEB-F2BACBAEF768}"/>
                </a:ext>
              </a:extLst>
            </p:cNvPr>
            <p:cNvSpPr txBox="1"/>
            <p:nvPr/>
          </p:nvSpPr>
          <p:spPr>
            <a:xfrm>
              <a:off x="1647268" y="3046708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79B418B-0266-20A9-0325-B3EAE0818E9C}"/>
                </a:ext>
              </a:extLst>
            </p:cNvPr>
            <p:cNvSpPr txBox="1"/>
            <p:nvPr/>
          </p:nvSpPr>
          <p:spPr>
            <a:xfrm>
              <a:off x="1620097" y="348060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1.55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A5B676A-5458-D72B-CF09-CEF510858101}"/>
                </a:ext>
              </a:extLst>
            </p:cNvPr>
            <p:cNvSpPr txBox="1"/>
            <p:nvPr/>
          </p:nvSpPr>
          <p:spPr>
            <a:xfrm>
              <a:off x="1244991" y="3719729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DFE65D0-024D-E2E6-B846-297183F905E5}"/>
                </a:ext>
              </a:extLst>
            </p:cNvPr>
            <p:cNvSpPr txBox="1"/>
            <p:nvPr/>
          </p:nvSpPr>
          <p:spPr>
            <a:xfrm>
              <a:off x="813696" y="3560664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2AF8A7DF-F64E-D454-C740-E94B24ED27C2}"/>
                </a:ext>
              </a:extLst>
            </p:cNvPr>
            <p:cNvSpPr txBox="1"/>
            <p:nvPr/>
          </p:nvSpPr>
          <p:spPr>
            <a:xfrm>
              <a:off x="764280" y="306697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  <p:sp>
          <p:nvSpPr>
            <p:cNvPr id="23" name="Plaque 22">
              <a:extLst>
                <a:ext uri="{FF2B5EF4-FFF2-40B4-BE49-F238E27FC236}">
                  <a16:creationId xmlns:a16="http://schemas.microsoft.com/office/drawing/2014/main" id="{9DA47E74-97F4-F6C5-3EB7-12C99660914A}"/>
                </a:ext>
              </a:extLst>
            </p:cNvPr>
            <p:cNvSpPr/>
            <p:nvPr/>
          </p:nvSpPr>
          <p:spPr>
            <a:xfrm>
              <a:off x="1254845" y="2786326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F433DF3-B526-24B0-6671-36069EC0A00D}"/>
                </a:ext>
              </a:extLst>
            </p:cNvPr>
            <p:cNvSpPr txBox="1"/>
            <p:nvPr/>
          </p:nvSpPr>
          <p:spPr>
            <a:xfrm>
              <a:off x="1208061" y="2853157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DFAE3951-71D5-807D-EF73-5625DB9A5DB6}"/>
                </a:ext>
              </a:extLst>
            </p:cNvPr>
            <p:cNvGrpSpPr/>
            <p:nvPr/>
          </p:nvGrpSpPr>
          <p:grpSpPr>
            <a:xfrm>
              <a:off x="2978805" y="2066642"/>
              <a:ext cx="1080000" cy="924774"/>
              <a:chOff x="3205679" y="1361465"/>
              <a:chExt cx="1080000" cy="92477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6793EB5-79BE-5D93-C4BD-6A1825F4F0BC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Pentagon 28">
                <a:extLst>
                  <a:ext uri="{FF2B5EF4-FFF2-40B4-BE49-F238E27FC236}">
                    <a16:creationId xmlns:a16="http://schemas.microsoft.com/office/drawing/2014/main" id="{FB2CF95E-2D6F-5123-3DE4-D70C4A87A0FB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Pentagon 29">
                <a:extLst>
                  <a:ext uri="{FF2B5EF4-FFF2-40B4-BE49-F238E27FC236}">
                    <a16:creationId xmlns:a16="http://schemas.microsoft.com/office/drawing/2014/main" id="{D62678CA-80F4-71C8-B013-98CEB49F1C7E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Plaque 30">
                <a:extLst>
                  <a:ext uri="{FF2B5EF4-FFF2-40B4-BE49-F238E27FC236}">
                    <a16:creationId xmlns:a16="http://schemas.microsoft.com/office/drawing/2014/main" id="{C69C57F2-2903-E49F-E3A5-9089E6ED707F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BAF9C32-F920-F886-35B1-B599325E6126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8D3D0C53-CD6C-4C06-1390-9584CAC8AA7E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1.05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0B6CD5FF-24BF-1A09-1F46-A64EAFCB056A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2.90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4B85453C-7270-C998-897F-AF70B3CD318F}"/>
                </a:ext>
              </a:extLst>
            </p:cNvPr>
            <p:cNvGrpSpPr/>
            <p:nvPr/>
          </p:nvGrpSpPr>
          <p:grpSpPr>
            <a:xfrm>
              <a:off x="2978805" y="3016701"/>
              <a:ext cx="1080000" cy="924774"/>
              <a:chOff x="3205679" y="1361465"/>
              <a:chExt cx="1080000" cy="924774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EAE47EBD-815A-AF18-54BC-71B468C92BBE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Pentagon 90">
                <a:extLst>
                  <a:ext uri="{FF2B5EF4-FFF2-40B4-BE49-F238E27FC236}">
                    <a16:creationId xmlns:a16="http://schemas.microsoft.com/office/drawing/2014/main" id="{26698D7E-04B7-BCB6-AABB-91C34D8476BE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Pentagon 91">
                <a:extLst>
                  <a:ext uri="{FF2B5EF4-FFF2-40B4-BE49-F238E27FC236}">
                    <a16:creationId xmlns:a16="http://schemas.microsoft.com/office/drawing/2014/main" id="{A0D5CEE4-91D6-D6CB-5BEA-36F9F2885411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Plaque 92">
                <a:extLst>
                  <a:ext uri="{FF2B5EF4-FFF2-40B4-BE49-F238E27FC236}">
                    <a16:creationId xmlns:a16="http://schemas.microsoft.com/office/drawing/2014/main" id="{9DE733EB-9903-EB01-FD98-B173F2B9698A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F7E11DB0-CE3F-0AD1-2392-D85EB06433DD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D6458271-2E7E-7515-9A46-F01E7592C7A0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1.45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42F21197-3ACA-6B75-640C-C0CE0E945F88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3.15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653E625F-EE81-F7DB-15A6-87BB35C9037E}"/>
                </a:ext>
              </a:extLst>
            </p:cNvPr>
            <p:cNvGrpSpPr/>
            <p:nvPr/>
          </p:nvGrpSpPr>
          <p:grpSpPr>
            <a:xfrm>
              <a:off x="2978805" y="3966760"/>
              <a:ext cx="1080000" cy="924774"/>
              <a:chOff x="3205679" y="1361465"/>
              <a:chExt cx="1080000" cy="924774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6C519859-3D2F-044F-7362-3D9F09FB8CC8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26F12450-0BBF-56D2-A297-4BB45F4A1E56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Pentagon 99">
                <a:extLst>
                  <a:ext uri="{FF2B5EF4-FFF2-40B4-BE49-F238E27FC236}">
                    <a16:creationId xmlns:a16="http://schemas.microsoft.com/office/drawing/2014/main" id="{442E9B21-D95F-ECBF-AA98-F4EAE9B28D46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Plaque 100">
                <a:extLst>
                  <a:ext uri="{FF2B5EF4-FFF2-40B4-BE49-F238E27FC236}">
                    <a16:creationId xmlns:a16="http://schemas.microsoft.com/office/drawing/2014/main" id="{55A9C73C-7362-EDDB-09DA-BD9051811ECA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5D83EE9D-CFA8-657A-46DE-373007C552C6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1B696F10-A3EE-B215-6B17-C25F349EABA3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1.75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C878869E-2B8A-25EC-0B44-D08340620E2A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3.40</a:t>
                </a:r>
              </a:p>
            </p:txBody>
          </p:sp>
        </p:grp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342057AA-2845-5F0B-495F-503EA8670FF9}"/>
                </a:ext>
              </a:extLst>
            </p:cNvPr>
            <p:cNvSpPr/>
            <p:nvPr/>
          </p:nvSpPr>
          <p:spPr>
            <a:xfrm>
              <a:off x="831427" y="4758992"/>
              <a:ext cx="2035460" cy="83539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4D1590CC-DFC5-C6AD-E32A-61457427D41C}"/>
                </a:ext>
              </a:extLst>
            </p:cNvPr>
            <p:cNvSpPr/>
            <p:nvPr/>
          </p:nvSpPr>
          <p:spPr>
            <a:xfrm rot="7639531">
              <a:off x="1889592" y="482746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D0C7D804-0185-1C73-8624-29948C2636F8}"/>
                </a:ext>
              </a:extLst>
            </p:cNvPr>
            <p:cNvSpPr/>
            <p:nvPr/>
          </p:nvSpPr>
          <p:spPr>
            <a:xfrm rot="18409040">
              <a:off x="1285970" y="4864073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Plaque 1">
              <a:extLst>
                <a:ext uri="{FF2B5EF4-FFF2-40B4-BE49-F238E27FC236}">
                  <a16:creationId xmlns:a16="http://schemas.microsoft.com/office/drawing/2014/main" id="{61D08CE4-F16A-4AD7-2081-A2722CA8868E}"/>
                </a:ext>
              </a:extLst>
            </p:cNvPr>
            <p:cNvSpPr/>
            <p:nvPr/>
          </p:nvSpPr>
          <p:spPr>
            <a:xfrm>
              <a:off x="917252" y="4956822"/>
              <a:ext cx="469876" cy="469876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33288144-A6FB-6C9E-5E4C-C736D1FD3A95}"/>
                </a:ext>
              </a:extLst>
            </p:cNvPr>
            <p:cNvSpPr txBox="1"/>
            <p:nvPr/>
          </p:nvSpPr>
          <p:spPr>
            <a:xfrm>
              <a:off x="899660" y="506095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178EF566-AFDE-8EB4-3978-EC25A8D1192E}"/>
                </a:ext>
              </a:extLst>
            </p:cNvPr>
            <p:cNvSpPr/>
            <p:nvPr/>
          </p:nvSpPr>
          <p:spPr>
            <a:xfrm rot="3190960" flipV="1">
              <a:off x="1153228" y="4897600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516ABD03-3800-D365-AF26-044DF6845E9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071" y="5190807"/>
              <a:ext cx="279554" cy="315"/>
            </a:xfrm>
            <a:prstGeom prst="straightConnector1">
              <a:avLst/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56A5B8A0-8A6E-6185-95B1-17D830361A6E}"/>
                </a:ext>
              </a:extLst>
            </p:cNvPr>
            <p:cNvSpPr txBox="1"/>
            <p:nvPr/>
          </p:nvSpPr>
          <p:spPr>
            <a:xfrm>
              <a:off x="1501077" y="5083242"/>
              <a:ext cx="11495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Ionization efficiency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754C407-5EDA-D25F-1BED-08F487A5951B}"/>
                </a:ext>
              </a:extLst>
            </p:cNvPr>
            <p:cNvSpPr txBox="1"/>
            <p:nvPr/>
          </p:nvSpPr>
          <p:spPr>
            <a:xfrm>
              <a:off x="1271936" y="5346970"/>
              <a:ext cx="728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BEDCE95-7059-03A7-5273-216100A55D7C}"/>
              </a:ext>
            </a:extLst>
          </p:cNvPr>
          <p:cNvSpPr/>
          <p:nvPr/>
        </p:nvSpPr>
        <p:spPr>
          <a:xfrm>
            <a:off x="8047167" y="2019654"/>
            <a:ext cx="3532888" cy="31670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345C5F5D-AB07-D990-4057-70A7C2B4D97C}"/>
              </a:ext>
            </a:extLst>
          </p:cNvPr>
          <p:cNvSpPr txBox="1"/>
          <p:nvPr/>
        </p:nvSpPr>
        <p:spPr>
          <a:xfrm>
            <a:off x="881386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EB68536B-D8FD-0126-7EF3-1AD2AF56F327}"/>
              </a:ext>
            </a:extLst>
          </p:cNvPr>
          <p:cNvSpPr/>
          <p:nvPr/>
        </p:nvSpPr>
        <p:spPr>
          <a:xfrm>
            <a:off x="819414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EA4AB768-5199-F707-5095-4D90DE8ABE18}"/>
              </a:ext>
            </a:extLst>
          </p:cNvPr>
          <p:cNvSpPr/>
          <p:nvPr/>
        </p:nvSpPr>
        <p:spPr>
          <a:xfrm>
            <a:off x="828207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8794ECD-5858-74D8-2A1E-794F1A04836C}"/>
              </a:ext>
            </a:extLst>
          </p:cNvPr>
          <p:cNvSpPr txBox="1"/>
          <p:nvPr/>
        </p:nvSpPr>
        <p:spPr>
          <a:xfrm>
            <a:off x="946705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079D6633-214D-DB8E-D705-256B71B56AF0}"/>
              </a:ext>
            </a:extLst>
          </p:cNvPr>
          <p:cNvSpPr/>
          <p:nvPr/>
        </p:nvSpPr>
        <p:spPr>
          <a:xfrm>
            <a:off x="972723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C92B9827-1C0D-59B8-E29A-6AF107E97C7D}"/>
              </a:ext>
            </a:extLst>
          </p:cNvPr>
          <p:cNvSpPr/>
          <p:nvPr/>
        </p:nvSpPr>
        <p:spPr>
          <a:xfrm>
            <a:off x="828207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ABBB5BB-759C-F55F-B339-23FD88392DAF}"/>
              </a:ext>
            </a:extLst>
          </p:cNvPr>
          <p:cNvSpPr txBox="1"/>
          <p:nvPr/>
        </p:nvSpPr>
        <p:spPr>
          <a:xfrm>
            <a:off x="946705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80B72456-01E4-4B98-AB4D-1796649EEE7E}"/>
              </a:ext>
            </a:extLst>
          </p:cNvPr>
          <p:cNvSpPr/>
          <p:nvPr/>
        </p:nvSpPr>
        <p:spPr>
          <a:xfrm>
            <a:off x="972723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E1F8366F-6860-7C0D-D47E-4946A1972E46}"/>
              </a:ext>
            </a:extLst>
          </p:cNvPr>
          <p:cNvSpPr txBox="1"/>
          <p:nvPr/>
        </p:nvSpPr>
        <p:spPr>
          <a:xfrm>
            <a:off x="937739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1FDCD594-60D0-B3CB-61A2-0E91752984F3}"/>
              </a:ext>
            </a:extLst>
          </p:cNvPr>
          <p:cNvSpPr/>
          <p:nvPr/>
        </p:nvSpPr>
        <p:spPr>
          <a:xfrm>
            <a:off x="828207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6F16F03-093B-1A4E-4A4B-CE06793366A3}"/>
              </a:ext>
            </a:extLst>
          </p:cNvPr>
          <p:cNvSpPr txBox="1"/>
          <p:nvPr/>
        </p:nvSpPr>
        <p:spPr>
          <a:xfrm>
            <a:off x="946705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31D7713C-F3A3-5574-0E13-7FD86313CDA7}"/>
              </a:ext>
            </a:extLst>
          </p:cNvPr>
          <p:cNvSpPr/>
          <p:nvPr/>
        </p:nvSpPr>
        <p:spPr>
          <a:xfrm>
            <a:off x="972723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623456D-6F61-000E-CE84-606F57AAA81A}"/>
              </a:ext>
            </a:extLst>
          </p:cNvPr>
          <p:cNvSpPr/>
          <p:nvPr/>
        </p:nvSpPr>
        <p:spPr>
          <a:xfrm>
            <a:off x="8194144" y="4200536"/>
            <a:ext cx="3238934" cy="80292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0557283-BB99-8AC8-A312-124D29C76753}"/>
              </a:ext>
            </a:extLst>
          </p:cNvPr>
          <p:cNvSpPr txBox="1"/>
          <p:nvPr/>
        </p:nvSpPr>
        <p:spPr>
          <a:xfrm>
            <a:off x="927800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20C60632-B801-2100-CE58-CDD09D71ED75}"/>
              </a:ext>
            </a:extLst>
          </p:cNvPr>
          <p:cNvCxnSpPr>
            <a:cxnSpLocks/>
          </p:cNvCxnSpPr>
          <p:nvPr/>
        </p:nvCxnSpPr>
        <p:spPr>
          <a:xfrm>
            <a:off x="1009762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BCB25E6E-5A9B-CE24-298E-EB7EAFF0395E}"/>
              </a:ext>
            </a:extLst>
          </p:cNvPr>
          <p:cNvSpPr/>
          <p:nvPr/>
        </p:nvSpPr>
        <p:spPr>
          <a:xfrm>
            <a:off x="1052903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5B5E46AA-AFE0-5A32-1585-21C30226E72C}"/>
              </a:ext>
            </a:extLst>
          </p:cNvPr>
          <p:cNvSpPr/>
          <p:nvPr/>
        </p:nvSpPr>
        <p:spPr>
          <a:xfrm>
            <a:off x="1052903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E8978679-A63D-1667-135F-6E44A616A28F}"/>
              </a:ext>
            </a:extLst>
          </p:cNvPr>
          <p:cNvSpPr/>
          <p:nvPr/>
        </p:nvSpPr>
        <p:spPr>
          <a:xfrm>
            <a:off x="1052903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1B2C392C-D928-7CDD-E3DE-3933777D1CB2}"/>
              </a:ext>
            </a:extLst>
          </p:cNvPr>
          <p:cNvSpPr txBox="1"/>
          <p:nvPr/>
        </p:nvSpPr>
        <p:spPr>
          <a:xfrm>
            <a:off x="1050461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409CB2B4-F341-B52D-4BCD-5234DF922DCD}"/>
              </a:ext>
            </a:extLst>
          </p:cNvPr>
          <p:cNvSpPr txBox="1"/>
          <p:nvPr/>
        </p:nvSpPr>
        <p:spPr>
          <a:xfrm>
            <a:off x="1049360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A41A8138-34DF-6D5B-B73D-7CA49EB67A4D}"/>
              </a:ext>
            </a:extLst>
          </p:cNvPr>
          <p:cNvSpPr txBox="1"/>
          <p:nvPr/>
        </p:nvSpPr>
        <p:spPr>
          <a:xfrm>
            <a:off x="1049360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9F9AA42-DF8E-9C8A-D2C1-B0E672EEEDBC}"/>
              </a:ext>
            </a:extLst>
          </p:cNvPr>
          <p:cNvSpPr txBox="1"/>
          <p:nvPr/>
        </p:nvSpPr>
        <p:spPr>
          <a:xfrm>
            <a:off x="1046070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082C496-C02A-AC67-A564-DAD790CD0432}"/>
              </a:ext>
            </a:extLst>
          </p:cNvPr>
          <p:cNvCxnSpPr>
            <a:cxnSpLocks/>
          </p:cNvCxnSpPr>
          <p:nvPr/>
        </p:nvCxnSpPr>
        <p:spPr>
          <a:xfrm>
            <a:off x="1009762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202E5487-C315-E5C1-4238-1F60375FCEBB}"/>
              </a:ext>
            </a:extLst>
          </p:cNvPr>
          <p:cNvCxnSpPr>
            <a:cxnSpLocks/>
          </p:cNvCxnSpPr>
          <p:nvPr/>
        </p:nvCxnSpPr>
        <p:spPr>
          <a:xfrm>
            <a:off x="1010376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2D14CE1-912D-B3A1-7BF1-E098D7FCD8EE}"/>
              </a:ext>
            </a:extLst>
          </p:cNvPr>
          <p:cNvSpPr txBox="1"/>
          <p:nvPr/>
        </p:nvSpPr>
        <p:spPr>
          <a:xfrm>
            <a:off x="4409269" y="71940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8DB6DFB-585B-3582-EFAF-F80977305B98}"/>
              </a:ext>
            </a:extLst>
          </p:cNvPr>
          <p:cNvSpPr/>
          <p:nvPr/>
        </p:nvSpPr>
        <p:spPr>
          <a:xfrm>
            <a:off x="4176334" y="1506452"/>
            <a:ext cx="3720002" cy="4126252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56FB14FC-E3CA-E6D6-0B70-9BEBE666C9B1}"/>
              </a:ext>
            </a:extLst>
          </p:cNvPr>
          <p:cNvSpPr txBox="1"/>
          <p:nvPr/>
        </p:nvSpPr>
        <p:spPr>
          <a:xfrm>
            <a:off x="5036591" y="1526505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65B07A15-9BBA-FD3B-5CFF-E47F6EF94ED0}"/>
              </a:ext>
            </a:extLst>
          </p:cNvPr>
          <p:cNvSpPr/>
          <p:nvPr/>
        </p:nvSpPr>
        <p:spPr>
          <a:xfrm>
            <a:off x="4429685" y="4570393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98AE2859-99F7-BD65-A4A9-C55090928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3549050"/>
              </p:ext>
            </p:extLst>
          </p:nvPr>
        </p:nvGraphicFramePr>
        <p:xfrm>
          <a:off x="6715155" y="317429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A7E5AD2E-8668-092C-0598-E9CACA65EDAC}"/>
              </a:ext>
            </a:extLst>
          </p:cNvPr>
          <p:cNvSpPr/>
          <p:nvPr/>
        </p:nvSpPr>
        <p:spPr>
          <a:xfrm rot="18582686">
            <a:off x="4806999" y="265826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D95F9AC6-2FCD-E13F-A746-EA6B928525C8}"/>
              </a:ext>
            </a:extLst>
          </p:cNvPr>
          <p:cNvSpPr/>
          <p:nvPr/>
        </p:nvSpPr>
        <p:spPr>
          <a:xfrm rot="2839795" flipV="1">
            <a:off x="5351676" y="279469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6E0A1DB0-7C91-E314-A1E1-A1505845F1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9547" y="2660296"/>
            <a:ext cx="507514" cy="507514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C93A1872-4416-F3F1-5F20-07828FC81098}"/>
              </a:ext>
            </a:extLst>
          </p:cNvPr>
          <p:cNvGrpSpPr/>
          <p:nvPr/>
        </p:nvGrpSpPr>
        <p:grpSpPr>
          <a:xfrm>
            <a:off x="5874933" y="2216404"/>
            <a:ext cx="515427" cy="292388"/>
            <a:chOff x="6170069" y="2484693"/>
            <a:chExt cx="515427" cy="292388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83BCD677-1E7A-5CC1-50DA-6404CAAF8FFA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5D8B8A9D-4A10-9526-38B1-8BFA0E4C535E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EEC8A738-1562-5AE4-4809-2618DD2DA250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C4F0AF4-EA43-348D-B2DA-515AEFAAD6BA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4D1A8CC9-BB07-6FAB-1CA0-31AB3F471D8D}"/>
              </a:ext>
            </a:extLst>
          </p:cNvPr>
          <p:cNvGrpSpPr/>
          <p:nvPr/>
        </p:nvGrpSpPr>
        <p:grpSpPr>
          <a:xfrm>
            <a:off x="5874933" y="2917380"/>
            <a:ext cx="515427" cy="292388"/>
            <a:chOff x="6170069" y="2484693"/>
            <a:chExt cx="515427" cy="292388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559BF43-5722-684B-940C-0DCABF497C8C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A0AD9132-BF6A-45B0-6D6C-837000CDEF4C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589B387E-3644-FB1A-489C-9A3FA063DF0B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AAE95D6A-C309-B57A-453D-F9842C9DCA7C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66FAF7B6-49B7-FAED-40D3-65F94CBE7957}"/>
              </a:ext>
            </a:extLst>
          </p:cNvPr>
          <p:cNvGrpSpPr/>
          <p:nvPr/>
        </p:nvGrpSpPr>
        <p:grpSpPr>
          <a:xfrm>
            <a:off x="5874933" y="3267868"/>
            <a:ext cx="515427" cy="292388"/>
            <a:chOff x="6170069" y="2484693"/>
            <a:chExt cx="515427" cy="292388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D0A2A1D2-A8BB-0D73-B052-9D7E6F15F6BA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B64178AF-59DA-4F79-E448-8F99B68F877E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1A1533AE-9A88-4103-4059-E71DBBDC5828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5A422465-9169-2A39-F9AB-C3541BA4B258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22807A84-1012-1572-4826-7E8D503AC33C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1549F696-FEBD-6BE7-3A0C-3F95465C1EAA}"/>
              </a:ext>
            </a:extLst>
          </p:cNvPr>
          <p:cNvGrpSpPr/>
          <p:nvPr/>
        </p:nvGrpSpPr>
        <p:grpSpPr>
          <a:xfrm>
            <a:off x="5874933" y="2566892"/>
            <a:ext cx="515427" cy="292388"/>
            <a:chOff x="5942497" y="2519648"/>
            <a:chExt cx="515427" cy="292388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786ED1A6-CF6D-38E4-8541-9C1CACFAD37F}"/>
                </a:ext>
              </a:extLst>
            </p:cNvPr>
            <p:cNvCxnSpPr>
              <a:cxnSpLocks/>
            </p:cNvCxnSpPr>
            <p:nvPr/>
          </p:nvCxnSpPr>
          <p:spPr>
            <a:xfrm>
              <a:off x="5953292" y="251964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1D512491-ABC5-534E-6D50-C7C4540BD4EF}"/>
                </a:ext>
              </a:extLst>
            </p:cNvPr>
            <p:cNvCxnSpPr>
              <a:cxnSpLocks/>
            </p:cNvCxnSpPr>
            <p:nvPr/>
          </p:nvCxnSpPr>
          <p:spPr>
            <a:xfrm>
              <a:off x="6021871" y="2724861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6B7226A2-855A-5ABF-FD37-3B52033D304E}"/>
                </a:ext>
              </a:extLst>
            </p:cNvPr>
            <p:cNvCxnSpPr>
              <a:cxnSpLocks/>
            </p:cNvCxnSpPr>
            <p:nvPr/>
          </p:nvCxnSpPr>
          <p:spPr>
            <a:xfrm>
              <a:off x="6088546" y="265499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E0099C53-F9B8-BD7F-A9A0-A13504887D87}"/>
                </a:ext>
              </a:extLst>
            </p:cNvPr>
            <p:cNvCxnSpPr>
              <a:cxnSpLocks/>
            </p:cNvCxnSpPr>
            <p:nvPr/>
          </p:nvCxnSpPr>
          <p:spPr>
            <a:xfrm>
              <a:off x="6322861" y="254250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43535933-39BC-70F1-BA80-B4DB4C2683C8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81" y="2669714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DB541201-92B4-823E-E8EC-6C8DBAD5902A}"/>
                </a:ext>
              </a:extLst>
            </p:cNvPr>
            <p:cNvCxnSpPr>
              <a:cxnSpLocks/>
            </p:cNvCxnSpPr>
            <p:nvPr/>
          </p:nvCxnSpPr>
          <p:spPr>
            <a:xfrm>
              <a:off x="5942497" y="280441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9C3C41C0-FCCD-A666-2972-C8CD44D44F6C}"/>
              </a:ext>
            </a:extLst>
          </p:cNvPr>
          <p:cNvSpPr/>
          <p:nvPr/>
        </p:nvSpPr>
        <p:spPr>
          <a:xfrm>
            <a:off x="6480468" y="224180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668E25F3-A3A5-E8B2-5AE5-30DF21BCB4ED}"/>
              </a:ext>
            </a:extLst>
          </p:cNvPr>
          <p:cNvGrpSpPr/>
          <p:nvPr/>
        </p:nvGrpSpPr>
        <p:grpSpPr>
          <a:xfrm>
            <a:off x="6897136" y="2527240"/>
            <a:ext cx="515427" cy="292388"/>
            <a:chOff x="6170069" y="2484693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883C30CA-8E92-E3C3-0AF0-CBADF189B045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D95E74FA-8836-21DF-6FD0-D3641FB8AB82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7A73E1EB-4A9C-1C85-B3A4-EA975A8A595E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5398E62A-9FF0-5790-C9F9-55DFD77D582E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1CF42BC9-E966-B26D-8D18-E336BC7D8AA3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EE117A3D-E75E-1FB6-CE46-90B8C0D7702F}"/>
              </a:ext>
            </a:extLst>
          </p:cNvPr>
          <p:cNvCxnSpPr>
            <a:cxnSpLocks/>
          </p:cNvCxnSpPr>
          <p:nvPr/>
        </p:nvCxnSpPr>
        <p:spPr>
          <a:xfrm flipH="1">
            <a:off x="6903720" y="2819019"/>
            <a:ext cx="68580" cy="35496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91263300-D8A7-16F9-365B-D6141EED3D2C}"/>
              </a:ext>
            </a:extLst>
          </p:cNvPr>
          <p:cNvCxnSpPr>
            <a:cxnSpLocks/>
          </p:cNvCxnSpPr>
          <p:nvPr/>
        </p:nvCxnSpPr>
        <p:spPr>
          <a:xfrm>
            <a:off x="7044690" y="2817114"/>
            <a:ext cx="318770" cy="35687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E40799C9-0371-23C1-5D98-5B9A1E41F3C5}"/>
              </a:ext>
            </a:extLst>
          </p:cNvPr>
          <p:cNvCxnSpPr>
            <a:cxnSpLocks/>
          </p:cNvCxnSpPr>
          <p:nvPr/>
        </p:nvCxnSpPr>
        <p:spPr>
          <a:xfrm>
            <a:off x="7280910" y="2815209"/>
            <a:ext cx="316230" cy="35877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E8A4FE60-8FBA-3E38-4558-83F1B3E110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069436"/>
              </p:ext>
            </p:extLst>
          </p:nvPr>
        </p:nvGraphicFramePr>
        <p:xfrm>
          <a:off x="6715155" y="4982362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pSp>
        <p:nvGrpSpPr>
          <p:cNvPr id="264" name="Group 263">
            <a:extLst>
              <a:ext uri="{FF2B5EF4-FFF2-40B4-BE49-F238E27FC236}">
                <a16:creationId xmlns:a16="http://schemas.microsoft.com/office/drawing/2014/main" id="{3CF40D84-6BD2-B824-9498-85F1705775F0}"/>
              </a:ext>
            </a:extLst>
          </p:cNvPr>
          <p:cNvGrpSpPr/>
          <p:nvPr/>
        </p:nvGrpSpPr>
        <p:grpSpPr>
          <a:xfrm>
            <a:off x="5874933" y="4278471"/>
            <a:ext cx="515427" cy="292388"/>
            <a:chOff x="6170069" y="2484693"/>
            <a:chExt cx="515427" cy="292388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18406886-4708-196F-3C4F-A736A0C9683C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75DAC31F-7449-93B8-F6E5-897D117FABA8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A3E9B216-D4D0-DBCE-62A4-54A3057BBE2D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E75D2B6-319F-D625-723E-E23FFB8884D9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7" name="Right Brace 286">
            <a:extLst>
              <a:ext uri="{FF2B5EF4-FFF2-40B4-BE49-F238E27FC236}">
                <a16:creationId xmlns:a16="http://schemas.microsoft.com/office/drawing/2014/main" id="{A3898C20-B91C-8E50-CD51-1BCBE7C822E7}"/>
              </a:ext>
            </a:extLst>
          </p:cNvPr>
          <p:cNvSpPr/>
          <p:nvPr/>
        </p:nvSpPr>
        <p:spPr>
          <a:xfrm>
            <a:off x="6480468" y="4303871"/>
            <a:ext cx="225434" cy="1020118"/>
          </a:xfrm>
          <a:prstGeom prst="rightBrace">
            <a:avLst>
              <a:gd name="adj1" fmla="val 40367"/>
              <a:gd name="adj2" fmla="val 3249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81FED49B-6AC3-ABFB-1D1C-B32E4ADEEE96}"/>
              </a:ext>
            </a:extLst>
          </p:cNvPr>
          <p:cNvCxnSpPr>
            <a:cxnSpLocks/>
          </p:cNvCxnSpPr>
          <p:nvPr/>
        </p:nvCxnSpPr>
        <p:spPr>
          <a:xfrm flipH="1">
            <a:off x="7003161" y="4771644"/>
            <a:ext cx="100584" cy="212217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5CF049D1-288B-0243-B0AD-8DB379FB5EDD}"/>
              </a:ext>
            </a:extLst>
          </p:cNvPr>
          <p:cNvCxnSpPr>
            <a:cxnSpLocks/>
          </p:cNvCxnSpPr>
          <p:nvPr/>
        </p:nvCxnSpPr>
        <p:spPr>
          <a:xfrm>
            <a:off x="7174230" y="4775454"/>
            <a:ext cx="390906" cy="20650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2D03F05-7361-365B-62AC-0EA5E3D2A97D}"/>
              </a:ext>
            </a:extLst>
          </p:cNvPr>
          <p:cNvGrpSpPr/>
          <p:nvPr/>
        </p:nvGrpSpPr>
        <p:grpSpPr>
          <a:xfrm>
            <a:off x="5874933" y="4992494"/>
            <a:ext cx="515427" cy="292388"/>
            <a:chOff x="6170069" y="2484693"/>
            <a:chExt cx="515427" cy="292388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02EF1922-197B-9865-E6F4-71960E5029E5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4BD52250-E64B-9B9D-0DBC-C9549F1147E0}"/>
                </a:ext>
              </a:extLst>
            </p:cNvPr>
            <p:cNvCxnSpPr>
              <a:cxnSpLocks/>
            </p:cNvCxnSpPr>
            <p:nvPr/>
          </p:nvCxnSpPr>
          <p:spPr>
            <a:xfrm>
              <a:off x="6250078" y="2696745"/>
              <a:ext cx="0" cy="8033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2FD78FD5-456E-04C5-07C4-D17A194F8CBC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57114"/>
              <a:ext cx="0" cy="20265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9FF52746-4062-EF55-B4DD-5BF2D5463229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FCFA85E6-6762-E336-F6DA-C38BAA7B95D8}"/>
              </a:ext>
            </a:extLst>
          </p:cNvPr>
          <p:cNvCxnSpPr>
            <a:cxnSpLocks/>
          </p:cNvCxnSpPr>
          <p:nvPr/>
        </p:nvCxnSpPr>
        <p:spPr>
          <a:xfrm>
            <a:off x="6024142" y="4862985"/>
            <a:ext cx="0" cy="5034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DFC1189D-E481-1232-E269-A4A54EB44A98}"/>
              </a:ext>
            </a:extLst>
          </p:cNvPr>
          <p:cNvGrpSpPr/>
          <p:nvPr/>
        </p:nvGrpSpPr>
        <p:grpSpPr>
          <a:xfrm>
            <a:off x="5874933" y="4639439"/>
            <a:ext cx="515427" cy="292388"/>
            <a:chOff x="5948198" y="4244723"/>
            <a:chExt cx="515427" cy="292388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D2239097-4830-547B-F319-F9D9E4E4F538}"/>
                </a:ext>
              </a:extLst>
            </p:cNvPr>
            <p:cNvCxnSpPr>
              <a:cxnSpLocks/>
            </p:cNvCxnSpPr>
            <p:nvPr/>
          </p:nvCxnSpPr>
          <p:spPr>
            <a:xfrm>
              <a:off x="5958993" y="424472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3E29FDD9-5A44-9FD9-503F-2DF136C7C208}"/>
                </a:ext>
              </a:extLst>
            </p:cNvPr>
            <p:cNvCxnSpPr>
              <a:cxnSpLocks/>
            </p:cNvCxnSpPr>
            <p:nvPr/>
          </p:nvCxnSpPr>
          <p:spPr>
            <a:xfrm>
              <a:off x="6155207" y="438007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6FDA2F69-C721-0932-4F1A-F8FC76983018}"/>
                </a:ext>
              </a:extLst>
            </p:cNvPr>
            <p:cNvCxnSpPr>
              <a:cxnSpLocks/>
            </p:cNvCxnSpPr>
            <p:nvPr/>
          </p:nvCxnSpPr>
          <p:spPr>
            <a:xfrm>
              <a:off x="6224422" y="426758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AF450768-4720-D56A-66F6-E70F99A9E15D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98" y="452949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2848FDCA-707B-B25A-4515-216057BFC237}"/>
              </a:ext>
            </a:extLst>
          </p:cNvPr>
          <p:cNvGrpSpPr/>
          <p:nvPr/>
        </p:nvGrpSpPr>
        <p:grpSpPr>
          <a:xfrm>
            <a:off x="6897136" y="4489128"/>
            <a:ext cx="515427" cy="292388"/>
            <a:chOff x="6170069" y="2484693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525EA322-EA96-1EBD-22CF-F97D9E5D6344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E8352B90-699E-2207-18CD-61660CA58C8C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3A0048F3-3597-0C8B-D0A6-B9757E6B4886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897F012E-AB26-BD42-DFD9-3173E36607F9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7260A8F8-0E0E-0B3A-6ED2-9527CB4D2F19}"/>
              </a:ext>
            </a:extLst>
          </p:cNvPr>
          <p:cNvGraphicFramePr>
            <a:graphicFrameLocks noGrp="1"/>
          </p:cNvGraphicFramePr>
          <p:nvPr/>
        </p:nvGraphicFramePr>
        <p:xfrm>
          <a:off x="8457815" y="287562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FCC20421-AEF4-D10D-E728-90BFEFB6EC25}"/>
              </a:ext>
            </a:extLst>
          </p:cNvPr>
          <p:cNvGraphicFramePr>
            <a:graphicFrameLocks noGrp="1"/>
          </p:cNvGraphicFramePr>
          <p:nvPr/>
        </p:nvGraphicFramePr>
        <p:xfrm>
          <a:off x="8492312" y="343185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B9506CEA-7460-2933-D59A-A2F87A0D7A78}"/>
              </a:ext>
            </a:extLst>
          </p:cNvPr>
          <p:cNvGraphicFramePr>
            <a:graphicFrameLocks noGrp="1"/>
          </p:cNvGraphicFramePr>
          <p:nvPr/>
        </p:nvGraphicFramePr>
        <p:xfrm>
          <a:off x="8369145" y="44500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35" name="Flowchart: Punched Tape 334">
            <a:extLst>
              <a:ext uri="{FF2B5EF4-FFF2-40B4-BE49-F238E27FC236}">
                <a16:creationId xmlns:a16="http://schemas.microsoft.com/office/drawing/2014/main" id="{9D21EB64-DBA9-FB34-FBB5-5D55F7E3F765}"/>
              </a:ext>
            </a:extLst>
          </p:cNvPr>
          <p:cNvSpPr/>
          <p:nvPr/>
        </p:nvSpPr>
        <p:spPr>
          <a:xfrm>
            <a:off x="8194144" y="5509498"/>
            <a:ext cx="3385911" cy="1110758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confusion? I think we use the raw spectra in validation</a:t>
            </a:r>
          </a:p>
        </p:txBody>
      </p:sp>
      <p:sp>
        <p:nvSpPr>
          <p:cNvPr id="69" name="Pentagon 68">
            <a:extLst>
              <a:ext uri="{FF2B5EF4-FFF2-40B4-BE49-F238E27FC236}">
                <a16:creationId xmlns:a16="http://schemas.microsoft.com/office/drawing/2014/main" id="{A5768EA3-F3C3-4A06-C694-CE8E481AED85}"/>
              </a:ext>
            </a:extLst>
          </p:cNvPr>
          <p:cNvSpPr/>
          <p:nvPr/>
        </p:nvSpPr>
        <p:spPr>
          <a:xfrm>
            <a:off x="4429685" y="269805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4DB164D-28A7-BDEA-1467-A1ACF9894591}"/>
              </a:ext>
            </a:extLst>
          </p:cNvPr>
          <p:cNvSpPr/>
          <p:nvPr/>
        </p:nvSpPr>
        <p:spPr>
          <a:xfrm>
            <a:off x="4349134" y="2001729"/>
            <a:ext cx="3374402" cy="1790955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7937C-0257-CCEC-4BBE-FB01D2655AE9}"/>
              </a:ext>
            </a:extLst>
          </p:cNvPr>
          <p:cNvSpPr txBox="1"/>
          <p:nvPr/>
        </p:nvSpPr>
        <p:spPr>
          <a:xfrm>
            <a:off x="5600120" y="1846611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F05A239-ACE8-863B-AF99-3221D9220616}"/>
              </a:ext>
            </a:extLst>
          </p:cNvPr>
          <p:cNvSpPr/>
          <p:nvPr/>
        </p:nvSpPr>
        <p:spPr>
          <a:xfrm>
            <a:off x="4349134" y="4036002"/>
            <a:ext cx="3374401" cy="1474782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601B66D-828C-69DB-6859-B4E7DC4ECE18}"/>
              </a:ext>
            </a:extLst>
          </p:cNvPr>
          <p:cNvSpPr txBox="1"/>
          <p:nvPr/>
        </p:nvSpPr>
        <p:spPr>
          <a:xfrm>
            <a:off x="5547424" y="3880884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BB08B1F5-08B7-E81F-F868-704A4C5A69B4}"/>
              </a:ext>
            </a:extLst>
          </p:cNvPr>
          <p:cNvSpPr/>
          <p:nvPr/>
        </p:nvSpPr>
        <p:spPr>
          <a:xfrm rot="18582686">
            <a:off x="4806999" y="4531195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43E31FAC-645E-12D8-89F9-15E53374866B}"/>
              </a:ext>
            </a:extLst>
          </p:cNvPr>
          <p:cNvSpPr/>
          <p:nvPr/>
        </p:nvSpPr>
        <p:spPr>
          <a:xfrm rot="2839795" flipV="1">
            <a:off x="5351676" y="4667625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D88FE0BE-D5D2-5B96-E1A3-5707C91D80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9547" y="4532636"/>
            <a:ext cx="507514" cy="507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0264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B9943-AD7C-2DA4-71A1-5D1BD7FC4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17531356-3845-D2C4-B1C9-085B221BA77A}"/>
              </a:ext>
            </a:extLst>
          </p:cNvPr>
          <p:cNvSpPr/>
          <p:nvPr/>
        </p:nvSpPr>
        <p:spPr>
          <a:xfrm>
            <a:off x="-79516" y="2509733"/>
            <a:ext cx="12397021" cy="2207188"/>
          </a:xfrm>
          <a:prstGeom prst="chevron">
            <a:avLst>
              <a:gd name="adj" fmla="val 261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2C4DEF1E-C279-6DB9-B7BE-FC90CB6E5062}"/>
              </a:ext>
            </a:extLst>
          </p:cNvPr>
          <p:cNvGrpSpPr/>
          <p:nvPr/>
        </p:nvGrpSpPr>
        <p:grpSpPr>
          <a:xfrm>
            <a:off x="314453" y="1534514"/>
            <a:ext cx="3714725" cy="4157626"/>
            <a:chOff x="507493" y="1534514"/>
            <a:chExt cx="3714725" cy="4157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E697528E-6393-B3C5-CCDA-9C077ED3AF9C}"/>
                </a:ext>
              </a:extLst>
            </p:cNvPr>
            <p:cNvSpPr/>
            <p:nvPr/>
          </p:nvSpPr>
          <p:spPr>
            <a:xfrm>
              <a:off x="507493" y="1534514"/>
              <a:ext cx="3714725" cy="4157626"/>
            </a:xfrm>
            <a:prstGeom prst="roundRect">
              <a:avLst>
                <a:gd name="adj" fmla="val 4189"/>
              </a:avLst>
            </a:prstGeom>
            <a:solidFill>
              <a:srgbClr val="8FAADC"/>
            </a:solidFill>
            <a:ln>
              <a:solidFill>
                <a:schemeClr val="bg1"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F1C8E334-A870-43C4-40BC-C4E439AFE215}"/>
                </a:ext>
              </a:extLst>
            </p:cNvPr>
            <p:cNvSpPr txBox="1"/>
            <p:nvPr/>
          </p:nvSpPr>
          <p:spPr>
            <a:xfrm>
              <a:off x="1411345" y="4796013"/>
              <a:ext cx="14364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2C9BCEB-BAEB-5C95-A151-CAF698282E0D}"/>
                </a:ext>
              </a:extLst>
            </p:cNvPr>
            <p:cNvGrpSpPr/>
            <p:nvPr/>
          </p:nvGrpSpPr>
          <p:grpSpPr>
            <a:xfrm>
              <a:off x="2323064" y="2533827"/>
              <a:ext cx="492131" cy="1964667"/>
              <a:chOff x="2469950" y="2131480"/>
              <a:chExt cx="476140" cy="646176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2B6B29FA-38D8-C3DD-FC5B-06E3999693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131480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EAC343E2-C6CC-9736-FEB1-BC79452C44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454568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777BE72B-3935-E3C0-9F69-B7811AB1DB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777656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9510E5FC-21CF-0ECF-C9D9-FACBB2BB4DCF}"/>
                </a:ext>
              </a:extLst>
            </p:cNvPr>
            <p:cNvSpPr/>
            <p:nvPr/>
          </p:nvSpPr>
          <p:spPr>
            <a:xfrm>
              <a:off x="687026" y="2624681"/>
              <a:ext cx="1512000" cy="151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C023DA2-10B3-C16B-93B5-E194354C3D1A}"/>
                </a:ext>
              </a:extLst>
            </p:cNvPr>
            <p:cNvSpPr txBox="1"/>
            <p:nvPr/>
          </p:nvSpPr>
          <p:spPr>
            <a:xfrm>
              <a:off x="1365111" y="1599210"/>
              <a:ext cx="1999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Dataset summary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378B3D6-CE00-A0F0-7C54-CE16FED8CF18}"/>
                </a:ext>
              </a:extLst>
            </p:cNvPr>
            <p:cNvSpPr txBox="1"/>
            <p:nvPr/>
          </p:nvSpPr>
          <p:spPr>
            <a:xfrm>
              <a:off x="682682" y="4141187"/>
              <a:ext cx="15206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IE library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4E13DAC9-9079-E938-CD5B-35DF78618A91}"/>
                </a:ext>
              </a:extLst>
            </p:cNvPr>
            <p:cNvGrpSpPr/>
            <p:nvPr/>
          </p:nvGrpSpPr>
          <p:grpSpPr>
            <a:xfrm>
              <a:off x="2224349" y="2250127"/>
              <a:ext cx="635782" cy="2255115"/>
              <a:chOff x="2552009" y="1611768"/>
              <a:chExt cx="635782" cy="225511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08D46F0-DE4F-AC43-0936-2C004DFE9BC6}"/>
                  </a:ext>
                </a:extLst>
              </p:cNvPr>
              <p:cNvSpPr txBox="1"/>
              <p:nvPr/>
            </p:nvSpPr>
            <p:spPr>
              <a:xfrm>
                <a:off x="2552009" y="1611768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D1B882F-EDDA-B9D2-62DB-7CE509B28B0A}"/>
                  </a:ext>
                </a:extLst>
              </p:cNvPr>
              <p:cNvSpPr txBox="1"/>
              <p:nvPr/>
            </p:nvSpPr>
            <p:spPr>
              <a:xfrm>
                <a:off x="2552009" y="2582217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Mean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50D2446-9C67-FDFB-6887-1444184BD6A7}"/>
                  </a:ext>
                </a:extLst>
              </p:cNvPr>
              <p:cNvSpPr txBox="1"/>
              <p:nvPr/>
            </p:nvSpPr>
            <p:spPr>
              <a:xfrm>
                <a:off x="2552009" y="3559106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</a:p>
            </p:txBody>
          </p:sp>
        </p:grpSp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A9255DF4-222C-BAE1-F49C-1869DA3F1C68}"/>
                </a:ext>
              </a:extLst>
            </p:cNvPr>
            <p:cNvSpPr/>
            <p:nvPr/>
          </p:nvSpPr>
          <p:spPr>
            <a:xfrm>
              <a:off x="893298" y="3521223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CA08CBB5-1359-FAB5-37E4-28B813345B62}"/>
                </a:ext>
              </a:extLst>
            </p:cNvPr>
            <p:cNvSpPr/>
            <p:nvPr/>
          </p:nvSpPr>
          <p:spPr>
            <a:xfrm>
              <a:off x="1695669" y="3432726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6AF54448-AAA7-D38A-DE32-A1D45C711F9C}"/>
                </a:ext>
              </a:extLst>
            </p:cNvPr>
            <p:cNvSpPr/>
            <p:nvPr/>
          </p:nvSpPr>
          <p:spPr>
            <a:xfrm>
              <a:off x="1318576" y="368464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Pentagon 14">
              <a:extLst>
                <a:ext uri="{FF2B5EF4-FFF2-40B4-BE49-F238E27FC236}">
                  <a16:creationId xmlns:a16="http://schemas.microsoft.com/office/drawing/2014/main" id="{1152947B-8512-E9BD-D969-F1FED16C1DBB}"/>
                </a:ext>
              </a:extLst>
            </p:cNvPr>
            <p:cNvSpPr/>
            <p:nvPr/>
          </p:nvSpPr>
          <p:spPr>
            <a:xfrm>
              <a:off x="1714755" y="2993747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laque 19">
              <a:extLst>
                <a:ext uri="{FF2B5EF4-FFF2-40B4-BE49-F238E27FC236}">
                  <a16:creationId xmlns:a16="http://schemas.microsoft.com/office/drawing/2014/main" id="{06A547AD-4518-ADA3-6ECB-5104366D601E}"/>
                </a:ext>
              </a:extLst>
            </p:cNvPr>
            <p:cNvSpPr/>
            <p:nvPr/>
          </p:nvSpPr>
          <p:spPr>
            <a:xfrm>
              <a:off x="811064" y="3000141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C0FAC60-7E17-425D-6D82-F6775C75C660}"/>
                </a:ext>
              </a:extLst>
            </p:cNvPr>
            <p:cNvSpPr txBox="1"/>
            <p:nvPr/>
          </p:nvSpPr>
          <p:spPr>
            <a:xfrm>
              <a:off x="1647268" y="3046708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00FEFC9-8F29-9345-0FD5-92CE811C4CB5}"/>
                </a:ext>
              </a:extLst>
            </p:cNvPr>
            <p:cNvSpPr txBox="1"/>
            <p:nvPr/>
          </p:nvSpPr>
          <p:spPr>
            <a:xfrm>
              <a:off x="1620097" y="348060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1.55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E6AA5B-F520-83D9-DF55-2589C51E891E}"/>
                </a:ext>
              </a:extLst>
            </p:cNvPr>
            <p:cNvSpPr txBox="1"/>
            <p:nvPr/>
          </p:nvSpPr>
          <p:spPr>
            <a:xfrm>
              <a:off x="1244991" y="3719729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1FAC4801-41B1-DE89-1F72-738624FBFA51}"/>
                </a:ext>
              </a:extLst>
            </p:cNvPr>
            <p:cNvSpPr txBox="1"/>
            <p:nvPr/>
          </p:nvSpPr>
          <p:spPr>
            <a:xfrm>
              <a:off x="813696" y="3560664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24C9849-1DFA-06C3-3B15-A8CBA7065491}"/>
                </a:ext>
              </a:extLst>
            </p:cNvPr>
            <p:cNvSpPr txBox="1"/>
            <p:nvPr/>
          </p:nvSpPr>
          <p:spPr>
            <a:xfrm>
              <a:off x="764280" y="306697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  <p:sp>
          <p:nvSpPr>
            <p:cNvPr id="23" name="Plaque 22">
              <a:extLst>
                <a:ext uri="{FF2B5EF4-FFF2-40B4-BE49-F238E27FC236}">
                  <a16:creationId xmlns:a16="http://schemas.microsoft.com/office/drawing/2014/main" id="{AE250838-664D-5CEC-865A-674DC778BF62}"/>
                </a:ext>
              </a:extLst>
            </p:cNvPr>
            <p:cNvSpPr/>
            <p:nvPr/>
          </p:nvSpPr>
          <p:spPr>
            <a:xfrm>
              <a:off x="1254845" y="2786326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7A23EF67-CC88-05BC-CD2A-3DB3DE3088DB}"/>
                </a:ext>
              </a:extLst>
            </p:cNvPr>
            <p:cNvSpPr txBox="1"/>
            <p:nvPr/>
          </p:nvSpPr>
          <p:spPr>
            <a:xfrm>
              <a:off x="1208061" y="2853157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9EACBAA6-56EA-C261-C1E6-A12EFDFA5230}"/>
                </a:ext>
              </a:extLst>
            </p:cNvPr>
            <p:cNvGrpSpPr/>
            <p:nvPr/>
          </p:nvGrpSpPr>
          <p:grpSpPr>
            <a:xfrm>
              <a:off x="2978805" y="2066642"/>
              <a:ext cx="1080000" cy="924774"/>
              <a:chOff x="3205679" y="1361465"/>
              <a:chExt cx="1080000" cy="92477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97A8E0A2-B748-2261-7E13-33C283D65C44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Pentagon 28">
                <a:extLst>
                  <a:ext uri="{FF2B5EF4-FFF2-40B4-BE49-F238E27FC236}">
                    <a16:creationId xmlns:a16="http://schemas.microsoft.com/office/drawing/2014/main" id="{6C46BD12-92B4-5F80-3A08-6FDA7C9FF386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Pentagon 29">
                <a:extLst>
                  <a:ext uri="{FF2B5EF4-FFF2-40B4-BE49-F238E27FC236}">
                    <a16:creationId xmlns:a16="http://schemas.microsoft.com/office/drawing/2014/main" id="{E2C51472-C3C0-CBF2-F82B-F9116ACF9FA7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Plaque 30">
                <a:extLst>
                  <a:ext uri="{FF2B5EF4-FFF2-40B4-BE49-F238E27FC236}">
                    <a16:creationId xmlns:a16="http://schemas.microsoft.com/office/drawing/2014/main" id="{9CB58BD1-79F4-6786-5E0B-A8F94A6559C5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4E67984-A98C-615C-3DE4-97B284F08ECB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D3A71CE-0351-EF2C-6F78-2144F15C66CD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1.05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70F64E1-8C89-54F4-894A-4015AC54B12E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2.90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6AE54B86-8549-36ED-C35F-167FF0EA7DF1}"/>
                </a:ext>
              </a:extLst>
            </p:cNvPr>
            <p:cNvGrpSpPr/>
            <p:nvPr/>
          </p:nvGrpSpPr>
          <p:grpSpPr>
            <a:xfrm>
              <a:off x="2978805" y="3016701"/>
              <a:ext cx="1080000" cy="924774"/>
              <a:chOff x="3205679" y="1361465"/>
              <a:chExt cx="1080000" cy="924774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DB832F3A-CED1-E3DF-C8CB-7E26BF37EB71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Pentagon 90">
                <a:extLst>
                  <a:ext uri="{FF2B5EF4-FFF2-40B4-BE49-F238E27FC236}">
                    <a16:creationId xmlns:a16="http://schemas.microsoft.com/office/drawing/2014/main" id="{C2B4284F-71BF-3394-B17B-190F66DB281A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Pentagon 91">
                <a:extLst>
                  <a:ext uri="{FF2B5EF4-FFF2-40B4-BE49-F238E27FC236}">
                    <a16:creationId xmlns:a16="http://schemas.microsoft.com/office/drawing/2014/main" id="{A616F454-3C68-B6D7-DB45-EB21ED7585A3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Plaque 92">
                <a:extLst>
                  <a:ext uri="{FF2B5EF4-FFF2-40B4-BE49-F238E27FC236}">
                    <a16:creationId xmlns:a16="http://schemas.microsoft.com/office/drawing/2014/main" id="{AC87AC97-F584-2D0A-5244-CE1E62BB27C3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46EC64EC-1D3A-0DAE-F841-C13D9D78C340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357B4617-F2FE-0591-2398-C330C956D0AC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1.45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D24916B9-A9D4-F20D-DBF2-12AB6496A353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3.15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320FE5BA-E67A-AE0D-471B-0B46C2A717AC}"/>
                </a:ext>
              </a:extLst>
            </p:cNvPr>
            <p:cNvGrpSpPr/>
            <p:nvPr/>
          </p:nvGrpSpPr>
          <p:grpSpPr>
            <a:xfrm>
              <a:off x="2978805" y="3966760"/>
              <a:ext cx="1080000" cy="924774"/>
              <a:chOff x="3205679" y="1361465"/>
              <a:chExt cx="1080000" cy="924774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FDF52FB8-93AE-912E-3C9E-B4BB8B15B248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1D3DA9F8-3076-11B6-ED8B-14FBB5D9C92E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Pentagon 99">
                <a:extLst>
                  <a:ext uri="{FF2B5EF4-FFF2-40B4-BE49-F238E27FC236}">
                    <a16:creationId xmlns:a16="http://schemas.microsoft.com/office/drawing/2014/main" id="{8BE0C45E-F13C-E368-C8B9-3B50BB1AF844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Plaque 100">
                <a:extLst>
                  <a:ext uri="{FF2B5EF4-FFF2-40B4-BE49-F238E27FC236}">
                    <a16:creationId xmlns:a16="http://schemas.microsoft.com/office/drawing/2014/main" id="{969A838E-46B8-3153-7B21-C77D19EF6908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2096118-1BFE-21F0-37BB-AE9EEBD20206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AEFC134E-DC3E-0EDB-1D76-0720E3330FAB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1.75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A9146AEB-D16A-6D25-4352-ABAC046D67F0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3.40</a:t>
                </a:r>
              </a:p>
            </p:txBody>
          </p:sp>
        </p:grp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2D7C85F6-3C94-944B-3AF1-B42630C6ED25}"/>
                </a:ext>
              </a:extLst>
            </p:cNvPr>
            <p:cNvSpPr/>
            <p:nvPr/>
          </p:nvSpPr>
          <p:spPr>
            <a:xfrm>
              <a:off x="831427" y="4758992"/>
              <a:ext cx="2035460" cy="83539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8D7909DB-780B-EB46-4692-7475AFAEFE83}"/>
                </a:ext>
              </a:extLst>
            </p:cNvPr>
            <p:cNvSpPr/>
            <p:nvPr/>
          </p:nvSpPr>
          <p:spPr>
            <a:xfrm rot="7639531">
              <a:off x="1889592" y="482746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61C1B7D7-34E7-630B-12B4-64F53565068F}"/>
                </a:ext>
              </a:extLst>
            </p:cNvPr>
            <p:cNvSpPr/>
            <p:nvPr/>
          </p:nvSpPr>
          <p:spPr>
            <a:xfrm rot="18409040">
              <a:off x="1285970" y="4864073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Plaque 1">
              <a:extLst>
                <a:ext uri="{FF2B5EF4-FFF2-40B4-BE49-F238E27FC236}">
                  <a16:creationId xmlns:a16="http://schemas.microsoft.com/office/drawing/2014/main" id="{A3DEF0B6-3F42-19C7-67D8-F985D5296506}"/>
                </a:ext>
              </a:extLst>
            </p:cNvPr>
            <p:cNvSpPr/>
            <p:nvPr/>
          </p:nvSpPr>
          <p:spPr>
            <a:xfrm>
              <a:off x="917252" y="4956822"/>
              <a:ext cx="469876" cy="469876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172B28A6-2EE2-8628-3703-6E83015BFA49}"/>
                </a:ext>
              </a:extLst>
            </p:cNvPr>
            <p:cNvSpPr txBox="1"/>
            <p:nvPr/>
          </p:nvSpPr>
          <p:spPr>
            <a:xfrm>
              <a:off x="899660" y="506095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BBBD9936-95CF-D50E-7579-1A2C30CF27E4}"/>
                </a:ext>
              </a:extLst>
            </p:cNvPr>
            <p:cNvSpPr/>
            <p:nvPr/>
          </p:nvSpPr>
          <p:spPr>
            <a:xfrm rot="3190960" flipV="1">
              <a:off x="1153228" y="4897600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7AC89000-E5C0-3249-57BF-457781AE8ED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071" y="5190807"/>
              <a:ext cx="279554" cy="315"/>
            </a:xfrm>
            <a:prstGeom prst="straightConnector1">
              <a:avLst/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449FFB87-4A6D-0A4A-F1AA-291CC2EB5425}"/>
                </a:ext>
              </a:extLst>
            </p:cNvPr>
            <p:cNvSpPr txBox="1"/>
            <p:nvPr/>
          </p:nvSpPr>
          <p:spPr>
            <a:xfrm>
              <a:off x="1501077" y="5083242"/>
              <a:ext cx="11495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Ionization efficiency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FF9BA5F-AA57-3C5A-B667-BE21DF03BBAA}"/>
                </a:ext>
              </a:extLst>
            </p:cNvPr>
            <p:cNvSpPr txBox="1"/>
            <p:nvPr/>
          </p:nvSpPr>
          <p:spPr>
            <a:xfrm>
              <a:off x="1271936" y="5346970"/>
              <a:ext cx="728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40E35AD8-9210-C586-12FE-732E3FB0A7A3}"/>
              </a:ext>
            </a:extLst>
          </p:cNvPr>
          <p:cNvSpPr/>
          <p:nvPr/>
        </p:nvSpPr>
        <p:spPr>
          <a:xfrm>
            <a:off x="8047167" y="1651354"/>
            <a:ext cx="3532888" cy="39036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915DD02-BBC0-B8CF-1FBD-AAF76171DFEC}"/>
              </a:ext>
            </a:extLst>
          </p:cNvPr>
          <p:cNvSpPr txBox="1"/>
          <p:nvPr/>
        </p:nvSpPr>
        <p:spPr>
          <a:xfrm>
            <a:off x="881386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92751E8E-29F0-AECE-706E-4D17C5FC454A}"/>
              </a:ext>
            </a:extLst>
          </p:cNvPr>
          <p:cNvSpPr/>
          <p:nvPr/>
        </p:nvSpPr>
        <p:spPr>
          <a:xfrm>
            <a:off x="819414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147E8ABE-A7ED-1721-0BB3-151FCB866ACC}"/>
              </a:ext>
            </a:extLst>
          </p:cNvPr>
          <p:cNvSpPr/>
          <p:nvPr/>
        </p:nvSpPr>
        <p:spPr>
          <a:xfrm>
            <a:off x="828207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8ED6FF2D-8892-C4A0-19C0-DECB80A6D15C}"/>
              </a:ext>
            </a:extLst>
          </p:cNvPr>
          <p:cNvSpPr txBox="1"/>
          <p:nvPr/>
        </p:nvSpPr>
        <p:spPr>
          <a:xfrm>
            <a:off x="946705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91147A07-2F86-A95F-EE2F-A4E4F07E5349}"/>
              </a:ext>
            </a:extLst>
          </p:cNvPr>
          <p:cNvSpPr/>
          <p:nvPr/>
        </p:nvSpPr>
        <p:spPr>
          <a:xfrm>
            <a:off x="972723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A9BC0CC3-BCFA-0530-26AF-145533485656}"/>
              </a:ext>
            </a:extLst>
          </p:cNvPr>
          <p:cNvSpPr/>
          <p:nvPr/>
        </p:nvSpPr>
        <p:spPr>
          <a:xfrm>
            <a:off x="828207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7FCEE7BF-B0D5-7B68-12CC-9F6B93C7B6E4}"/>
              </a:ext>
            </a:extLst>
          </p:cNvPr>
          <p:cNvSpPr txBox="1"/>
          <p:nvPr/>
        </p:nvSpPr>
        <p:spPr>
          <a:xfrm>
            <a:off x="946705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E99E4CAA-6E08-72A1-725D-E601C4BB1460}"/>
              </a:ext>
            </a:extLst>
          </p:cNvPr>
          <p:cNvSpPr/>
          <p:nvPr/>
        </p:nvSpPr>
        <p:spPr>
          <a:xfrm>
            <a:off x="972723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157064F7-08D8-5F7D-C858-B36845736958}"/>
              </a:ext>
            </a:extLst>
          </p:cNvPr>
          <p:cNvSpPr txBox="1"/>
          <p:nvPr/>
        </p:nvSpPr>
        <p:spPr>
          <a:xfrm>
            <a:off x="937739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FDE81357-CACF-9652-4684-5E2307E10F88}"/>
              </a:ext>
            </a:extLst>
          </p:cNvPr>
          <p:cNvSpPr/>
          <p:nvPr/>
        </p:nvSpPr>
        <p:spPr>
          <a:xfrm>
            <a:off x="828207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E9399EF2-2802-E4AC-BBB3-78560DC5FA6A}"/>
              </a:ext>
            </a:extLst>
          </p:cNvPr>
          <p:cNvSpPr txBox="1"/>
          <p:nvPr/>
        </p:nvSpPr>
        <p:spPr>
          <a:xfrm>
            <a:off x="946705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D90843A8-86BD-06E0-35A8-A1612CC15118}"/>
              </a:ext>
            </a:extLst>
          </p:cNvPr>
          <p:cNvSpPr/>
          <p:nvPr/>
        </p:nvSpPr>
        <p:spPr>
          <a:xfrm>
            <a:off x="972723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11B60CDC-2DF4-4DDC-0D69-F4742604BC73}"/>
              </a:ext>
            </a:extLst>
          </p:cNvPr>
          <p:cNvSpPr/>
          <p:nvPr/>
        </p:nvSpPr>
        <p:spPr>
          <a:xfrm>
            <a:off x="8194144" y="4200536"/>
            <a:ext cx="3238934" cy="126300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4CF6546-4CE7-6A1E-DBB6-4F8B71CA6B7F}"/>
              </a:ext>
            </a:extLst>
          </p:cNvPr>
          <p:cNvSpPr txBox="1"/>
          <p:nvPr/>
        </p:nvSpPr>
        <p:spPr>
          <a:xfrm>
            <a:off x="927800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1A82C3DA-4149-9926-9741-8A72E4CCAB34}"/>
              </a:ext>
            </a:extLst>
          </p:cNvPr>
          <p:cNvCxnSpPr>
            <a:cxnSpLocks/>
          </p:cNvCxnSpPr>
          <p:nvPr/>
        </p:nvCxnSpPr>
        <p:spPr>
          <a:xfrm>
            <a:off x="1009762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61D0CA05-1EDB-4144-53F9-3194F7054B7E}"/>
              </a:ext>
            </a:extLst>
          </p:cNvPr>
          <p:cNvSpPr/>
          <p:nvPr/>
        </p:nvSpPr>
        <p:spPr>
          <a:xfrm>
            <a:off x="1052903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8B09A76A-691B-F841-5E2F-3E5CD3782FBE}"/>
              </a:ext>
            </a:extLst>
          </p:cNvPr>
          <p:cNvSpPr/>
          <p:nvPr/>
        </p:nvSpPr>
        <p:spPr>
          <a:xfrm>
            <a:off x="1052903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F1AD6F75-D41F-2EA6-60D1-22CDA0369F5F}"/>
              </a:ext>
            </a:extLst>
          </p:cNvPr>
          <p:cNvSpPr/>
          <p:nvPr/>
        </p:nvSpPr>
        <p:spPr>
          <a:xfrm>
            <a:off x="1052903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E242187-F41E-7B53-9707-DD87DE5B2C98}"/>
              </a:ext>
            </a:extLst>
          </p:cNvPr>
          <p:cNvSpPr txBox="1"/>
          <p:nvPr/>
        </p:nvSpPr>
        <p:spPr>
          <a:xfrm>
            <a:off x="1050461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8751EFD-E270-631F-6B90-2713A76C6A54}"/>
              </a:ext>
            </a:extLst>
          </p:cNvPr>
          <p:cNvSpPr txBox="1"/>
          <p:nvPr/>
        </p:nvSpPr>
        <p:spPr>
          <a:xfrm>
            <a:off x="1049360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DC373BE-19C6-048F-56EE-C7C46E62E8C2}"/>
              </a:ext>
            </a:extLst>
          </p:cNvPr>
          <p:cNvSpPr txBox="1"/>
          <p:nvPr/>
        </p:nvSpPr>
        <p:spPr>
          <a:xfrm>
            <a:off x="1049360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15C9DF5-D5CE-16DE-EE6A-B156CF74A510}"/>
              </a:ext>
            </a:extLst>
          </p:cNvPr>
          <p:cNvSpPr txBox="1"/>
          <p:nvPr/>
        </p:nvSpPr>
        <p:spPr>
          <a:xfrm>
            <a:off x="1046070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28ACCA87-5A5A-6260-979E-A9088FAFEC00}"/>
              </a:ext>
            </a:extLst>
          </p:cNvPr>
          <p:cNvCxnSpPr>
            <a:cxnSpLocks/>
          </p:cNvCxnSpPr>
          <p:nvPr/>
        </p:nvCxnSpPr>
        <p:spPr>
          <a:xfrm>
            <a:off x="1009762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CCDE333E-CB0C-0DAD-3EC6-10989FC0C782}"/>
              </a:ext>
            </a:extLst>
          </p:cNvPr>
          <p:cNvCxnSpPr>
            <a:cxnSpLocks/>
          </p:cNvCxnSpPr>
          <p:nvPr/>
        </p:nvCxnSpPr>
        <p:spPr>
          <a:xfrm>
            <a:off x="1010376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2005E78-626C-49FB-F07E-FFCF9B4B23A0}"/>
              </a:ext>
            </a:extLst>
          </p:cNvPr>
          <p:cNvSpPr txBox="1"/>
          <p:nvPr/>
        </p:nvSpPr>
        <p:spPr>
          <a:xfrm>
            <a:off x="4438951" y="164367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880CB31-210F-0BF7-1A49-0C205DAA08C7}"/>
              </a:ext>
            </a:extLst>
          </p:cNvPr>
          <p:cNvSpPr/>
          <p:nvPr/>
        </p:nvSpPr>
        <p:spPr>
          <a:xfrm>
            <a:off x="4176334" y="829796"/>
            <a:ext cx="3720002" cy="5479564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31BBFD9C-A694-F251-666B-2CBE85A5F79D}"/>
              </a:ext>
            </a:extLst>
          </p:cNvPr>
          <p:cNvSpPr txBox="1"/>
          <p:nvPr/>
        </p:nvSpPr>
        <p:spPr>
          <a:xfrm>
            <a:off x="5036591" y="1526505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28EBEE8B-6D95-220F-A46F-35DCC10965D0}"/>
              </a:ext>
            </a:extLst>
          </p:cNvPr>
          <p:cNvSpPr/>
          <p:nvPr/>
        </p:nvSpPr>
        <p:spPr>
          <a:xfrm>
            <a:off x="4429685" y="480204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8B533B9E-7B64-C274-8AC0-9181DFD74C02}"/>
              </a:ext>
            </a:extLst>
          </p:cNvPr>
          <p:cNvGraphicFramePr>
            <a:graphicFrameLocks noGrp="1"/>
          </p:cNvGraphicFramePr>
          <p:nvPr/>
        </p:nvGraphicFramePr>
        <p:xfrm>
          <a:off x="6715155" y="317429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B5A922C4-E20D-0019-D142-1FA9E16A899F}"/>
              </a:ext>
            </a:extLst>
          </p:cNvPr>
          <p:cNvSpPr/>
          <p:nvPr/>
        </p:nvSpPr>
        <p:spPr>
          <a:xfrm rot="18582686">
            <a:off x="4806999" y="265826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0A2E8791-4422-1B73-1578-4D9444F15FD3}"/>
              </a:ext>
            </a:extLst>
          </p:cNvPr>
          <p:cNvSpPr/>
          <p:nvPr/>
        </p:nvSpPr>
        <p:spPr>
          <a:xfrm rot="2839795" flipV="1">
            <a:off x="5351676" y="279469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ACA8F998-EBFB-0E93-4669-A482C76CB3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9547" y="2660296"/>
            <a:ext cx="507514" cy="507514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30110A7-9AFC-7E4D-9A91-876CEA630335}"/>
              </a:ext>
            </a:extLst>
          </p:cNvPr>
          <p:cNvGrpSpPr/>
          <p:nvPr/>
        </p:nvGrpSpPr>
        <p:grpSpPr>
          <a:xfrm>
            <a:off x="5874933" y="2216404"/>
            <a:ext cx="515427" cy="292388"/>
            <a:chOff x="6170069" y="2484693"/>
            <a:chExt cx="515427" cy="292388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9E9BBACF-FC54-4E5C-6752-99B92A6FECCF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D1749225-B239-2690-3CB5-57221AD67906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03D02BD2-4B07-8B56-9070-DB39BFA79E11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6DFD2808-FC5E-5381-F969-FE851DE4DDAE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58E3748A-0F64-95CC-3E2E-CD22D84325EF}"/>
              </a:ext>
            </a:extLst>
          </p:cNvPr>
          <p:cNvGrpSpPr/>
          <p:nvPr/>
        </p:nvGrpSpPr>
        <p:grpSpPr>
          <a:xfrm>
            <a:off x="5874933" y="2917380"/>
            <a:ext cx="515427" cy="292388"/>
            <a:chOff x="6170069" y="2484693"/>
            <a:chExt cx="515427" cy="292388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15327253-2CB6-C8F0-E9DB-41998F066A0A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DD6F8E17-EE36-283D-0739-1B0488786921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70348682-0F44-7A77-20A6-FA3CF2055F4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BECF4826-5556-09B9-971D-33C2C43A17A7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2D8DCEA9-5172-E7CB-F728-733B17A06A09}"/>
              </a:ext>
            </a:extLst>
          </p:cNvPr>
          <p:cNvGrpSpPr/>
          <p:nvPr/>
        </p:nvGrpSpPr>
        <p:grpSpPr>
          <a:xfrm>
            <a:off x="5874933" y="3267868"/>
            <a:ext cx="515427" cy="292388"/>
            <a:chOff x="6170069" y="2484693"/>
            <a:chExt cx="515427" cy="292388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8977B1A-C814-EA8F-363B-165EA9F5968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7F192CBB-DD20-322F-30C3-0A5E3638751E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F6A976E0-8CF3-EA13-7798-E7DC6F7931B5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0EF918A7-D518-D2F8-1317-ABD036405932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5BE26317-E80C-5B3A-BB6D-EA77A94B2DCD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9C884C7-0D1E-1BE0-6B51-1710E52DA403}"/>
              </a:ext>
            </a:extLst>
          </p:cNvPr>
          <p:cNvGrpSpPr/>
          <p:nvPr/>
        </p:nvGrpSpPr>
        <p:grpSpPr>
          <a:xfrm>
            <a:off x="5874933" y="2566892"/>
            <a:ext cx="515427" cy="292388"/>
            <a:chOff x="5942497" y="2519648"/>
            <a:chExt cx="515427" cy="292388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E41FC498-5F0D-054C-3760-7C54350ADC6A}"/>
                </a:ext>
              </a:extLst>
            </p:cNvPr>
            <p:cNvCxnSpPr>
              <a:cxnSpLocks/>
            </p:cNvCxnSpPr>
            <p:nvPr/>
          </p:nvCxnSpPr>
          <p:spPr>
            <a:xfrm>
              <a:off x="5953292" y="251964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B8D06829-C055-B711-DB4D-EA33DF882B31}"/>
                </a:ext>
              </a:extLst>
            </p:cNvPr>
            <p:cNvCxnSpPr>
              <a:cxnSpLocks/>
            </p:cNvCxnSpPr>
            <p:nvPr/>
          </p:nvCxnSpPr>
          <p:spPr>
            <a:xfrm>
              <a:off x="6021871" y="2724861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92A408D7-3A62-F3C7-12ED-A0529BA4FA9E}"/>
                </a:ext>
              </a:extLst>
            </p:cNvPr>
            <p:cNvCxnSpPr>
              <a:cxnSpLocks/>
            </p:cNvCxnSpPr>
            <p:nvPr/>
          </p:nvCxnSpPr>
          <p:spPr>
            <a:xfrm>
              <a:off x="6088546" y="265499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A79F96A2-39B8-6EFE-EFF0-4B607EE26EC4}"/>
                </a:ext>
              </a:extLst>
            </p:cNvPr>
            <p:cNvCxnSpPr>
              <a:cxnSpLocks/>
            </p:cNvCxnSpPr>
            <p:nvPr/>
          </p:nvCxnSpPr>
          <p:spPr>
            <a:xfrm>
              <a:off x="6322861" y="254250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B0385A59-6DD7-297D-371C-64D050500633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81" y="2669714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D43925F0-9B81-1E3B-F9B5-448EE02B660F}"/>
                </a:ext>
              </a:extLst>
            </p:cNvPr>
            <p:cNvCxnSpPr>
              <a:cxnSpLocks/>
            </p:cNvCxnSpPr>
            <p:nvPr/>
          </p:nvCxnSpPr>
          <p:spPr>
            <a:xfrm>
              <a:off x="5942497" y="280441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03F3113D-1290-5E5A-2D38-5FCAB7842C9A}"/>
              </a:ext>
            </a:extLst>
          </p:cNvPr>
          <p:cNvSpPr/>
          <p:nvPr/>
        </p:nvSpPr>
        <p:spPr>
          <a:xfrm>
            <a:off x="6480468" y="224180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FDB58009-1097-7536-AE7D-E721905949CA}"/>
              </a:ext>
            </a:extLst>
          </p:cNvPr>
          <p:cNvGrpSpPr/>
          <p:nvPr/>
        </p:nvGrpSpPr>
        <p:grpSpPr>
          <a:xfrm>
            <a:off x="6897136" y="2527240"/>
            <a:ext cx="515427" cy="292388"/>
            <a:chOff x="6170069" y="2484693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3290CA8C-DC47-72CF-0D5D-05B9F8B4532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5EAB6862-0B1F-7435-89A0-1DE9371129C0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80F196CE-23B1-FFBD-9576-7F2827120554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80F9363C-C843-AD09-E3B3-1B0240C0BA82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5B9D6618-6E61-8CBC-61AF-C0AD1308397E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8C1F4B3A-CAA2-4246-ECB6-9D599462DD82}"/>
              </a:ext>
            </a:extLst>
          </p:cNvPr>
          <p:cNvCxnSpPr>
            <a:cxnSpLocks/>
          </p:cNvCxnSpPr>
          <p:nvPr/>
        </p:nvCxnSpPr>
        <p:spPr>
          <a:xfrm flipH="1">
            <a:off x="6903720" y="2819019"/>
            <a:ext cx="68580" cy="35496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E9FF08D4-F998-44FE-4409-F9B13737BB11}"/>
              </a:ext>
            </a:extLst>
          </p:cNvPr>
          <p:cNvCxnSpPr>
            <a:cxnSpLocks/>
          </p:cNvCxnSpPr>
          <p:nvPr/>
        </p:nvCxnSpPr>
        <p:spPr>
          <a:xfrm>
            <a:off x="7044690" y="2817114"/>
            <a:ext cx="318770" cy="35687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22D4C22-9227-7812-6044-4B44C447377B}"/>
              </a:ext>
            </a:extLst>
          </p:cNvPr>
          <p:cNvCxnSpPr>
            <a:cxnSpLocks/>
          </p:cNvCxnSpPr>
          <p:nvPr/>
        </p:nvCxnSpPr>
        <p:spPr>
          <a:xfrm>
            <a:off x="7280910" y="2815209"/>
            <a:ext cx="316230" cy="35877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E0C0B763-45E1-859E-51F9-F98972B928F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5854456"/>
              </p:ext>
            </p:extLst>
          </p:nvPr>
        </p:nvGraphicFramePr>
        <p:xfrm>
          <a:off x="5890961" y="480994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3A459A8D-2938-2AC2-B1A1-25C5338B00E0}"/>
              </a:ext>
            </a:extLst>
          </p:cNvPr>
          <p:cNvCxnSpPr>
            <a:cxnSpLocks/>
          </p:cNvCxnSpPr>
          <p:nvPr/>
        </p:nvCxnSpPr>
        <p:spPr>
          <a:xfrm flipH="1">
            <a:off x="6178000" y="4599231"/>
            <a:ext cx="100584" cy="212217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6A197042-4CA5-D9A2-9EE0-3B901D9EB2BE}"/>
              </a:ext>
            </a:extLst>
          </p:cNvPr>
          <p:cNvCxnSpPr>
            <a:cxnSpLocks/>
          </p:cNvCxnSpPr>
          <p:nvPr/>
        </p:nvCxnSpPr>
        <p:spPr>
          <a:xfrm>
            <a:off x="6349069" y="4603041"/>
            <a:ext cx="390906" cy="20650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925BCAA-AA12-23E3-F39B-3F2175BF099D}"/>
              </a:ext>
            </a:extLst>
          </p:cNvPr>
          <p:cNvGrpSpPr/>
          <p:nvPr/>
        </p:nvGrpSpPr>
        <p:grpSpPr>
          <a:xfrm>
            <a:off x="6074867" y="5178969"/>
            <a:ext cx="515427" cy="292388"/>
            <a:chOff x="5874933" y="4639439"/>
            <a:chExt cx="515427" cy="292388"/>
          </a:xfrm>
        </p:grpSpPr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0072C268-F18E-6DDD-DD9D-4F34796E9DA9}"/>
                </a:ext>
              </a:extLst>
            </p:cNvPr>
            <p:cNvCxnSpPr>
              <a:cxnSpLocks/>
            </p:cNvCxnSpPr>
            <p:nvPr/>
          </p:nvCxnSpPr>
          <p:spPr>
            <a:xfrm>
              <a:off x="6024142" y="4862985"/>
              <a:ext cx="0" cy="503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4FA8A453-8F1D-2222-1F1F-1DE74FC340E6}"/>
                </a:ext>
              </a:extLst>
            </p:cNvPr>
            <p:cNvGrpSpPr/>
            <p:nvPr/>
          </p:nvGrpSpPr>
          <p:grpSpPr>
            <a:xfrm>
              <a:off x="5874933" y="4639439"/>
              <a:ext cx="515427" cy="292388"/>
              <a:chOff x="5948198" y="4244723"/>
              <a:chExt cx="515427" cy="292388"/>
            </a:xfrm>
          </p:grpSpPr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6FDCC2F3-5703-9F90-B803-7DDFA1987F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8993" y="4244723"/>
                <a:ext cx="0" cy="292388"/>
              </a:xfrm>
              <a:prstGeom prst="line">
                <a:avLst/>
              </a:prstGeom>
              <a:ln w="28575">
                <a:solidFill>
                  <a:srgbClr val="333F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3E7E3267-4022-C54B-3047-15F8FB0E56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5207" y="4380071"/>
                <a:ext cx="0" cy="139731"/>
              </a:xfrm>
              <a:prstGeom prst="lin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4F527FA1-8A3D-A068-2E36-0D802B4A9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4422" y="4267583"/>
                <a:ext cx="0" cy="252219"/>
              </a:xfrm>
              <a:prstGeom prst="lin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D2AB875D-9ECD-A746-A0E6-FEDE10368B9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198" y="4529491"/>
                <a:ext cx="515427" cy="0"/>
              </a:xfrm>
              <a:prstGeom prst="line">
                <a:avLst/>
              </a:prstGeom>
              <a:ln w="28575">
                <a:solidFill>
                  <a:srgbClr val="333F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8C291901-CC9B-1752-8E3B-6E3A80C41AA8}"/>
              </a:ext>
            </a:extLst>
          </p:cNvPr>
          <p:cNvGrpSpPr/>
          <p:nvPr/>
        </p:nvGrpSpPr>
        <p:grpSpPr>
          <a:xfrm>
            <a:off x="6074867" y="4316715"/>
            <a:ext cx="515427" cy="292388"/>
            <a:chOff x="6170069" y="2484693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55E314FB-2FE8-ABA9-62ED-3F699B7B8636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CE9C7399-66A9-9CF3-6EE3-611A49630CF7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2C34A746-B936-9CF2-C2F8-BDF00CC87447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AFE61AF-9577-D29A-2174-622772D5E464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F261884D-8C53-95F7-5FAD-455C7D24F9B1}"/>
              </a:ext>
            </a:extLst>
          </p:cNvPr>
          <p:cNvGraphicFramePr>
            <a:graphicFrameLocks noGrp="1"/>
          </p:cNvGraphicFramePr>
          <p:nvPr/>
        </p:nvGraphicFramePr>
        <p:xfrm>
          <a:off x="8457815" y="287562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3CD728F6-15F4-812F-7B1C-B26511CC9558}"/>
              </a:ext>
            </a:extLst>
          </p:cNvPr>
          <p:cNvGraphicFramePr>
            <a:graphicFrameLocks noGrp="1"/>
          </p:cNvGraphicFramePr>
          <p:nvPr/>
        </p:nvGraphicFramePr>
        <p:xfrm>
          <a:off x="8492312" y="343185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83705DC8-BAEE-941A-AFF5-8D7A0BCBFB3F}"/>
              </a:ext>
            </a:extLst>
          </p:cNvPr>
          <p:cNvGraphicFramePr>
            <a:graphicFrameLocks noGrp="1"/>
          </p:cNvGraphicFramePr>
          <p:nvPr/>
        </p:nvGraphicFramePr>
        <p:xfrm>
          <a:off x="8369145" y="44500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35" name="Flowchart: Punched Tape 334">
            <a:extLst>
              <a:ext uri="{FF2B5EF4-FFF2-40B4-BE49-F238E27FC236}">
                <a16:creationId xmlns:a16="http://schemas.microsoft.com/office/drawing/2014/main" id="{4483D7F2-353C-3EEA-4420-338688A1B7C6}"/>
              </a:ext>
            </a:extLst>
          </p:cNvPr>
          <p:cNvSpPr/>
          <p:nvPr/>
        </p:nvSpPr>
        <p:spPr>
          <a:xfrm>
            <a:off x="8194144" y="5905738"/>
            <a:ext cx="3385911" cy="1110758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confusion? I think we use the raw spectra in validation</a:t>
            </a:r>
          </a:p>
        </p:txBody>
      </p:sp>
      <p:sp>
        <p:nvSpPr>
          <p:cNvPr id="69" name="Pentagon 68">
            <a:extLst>
              <a:ext uri="{FF2B5EF4-FFF2-40B4-BE49-F238E27FC236}">
                <a16:creationId xmlns:a16="http://schemas.microsoft.com/office/drawing/2014/main" id="{5EC1EF46-0333-221A-3C56-B351E56D7E14}"/>
              </a:ext>
            </a:extLst>
          </p:cNvPr>
          <p:cNvSpPr/>
          <p:nvPr/>
        </p:nvSpPr>
        <p:spPr>
          <a:xfrm>
            <a:off x="4429685" y="269805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451B76D-683F-816B-D7D3-8DFBFBB03144}"/>
              </a:ext>
            </a:extLst>
          </p:cNvPr>
          <p:cNvSpPr/>
          <p:nvPr/>
        </p:nvSpPr>
        <p:spPr>
          <a:xfrm>
            <a:off x="4349134" y="2001729"/>
            <a:ext cx="3374402" cy="1790955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1412CC-2EFC-2304-4020-BE544CC6A5B4}"/>
              </a:ext>
            </a:extLst>
          </p:cNvPr>
          <p:cNvSpPr txBox="1"/>
          <p:nvPr/>
        </p:nvSpPr>
        <p:spPr>
          <a:xfrm>
            <a:off x="5600120" y="1846611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8E8C396-B3C3-ACD9-3540-6233F30EBF43}"/>
              </a:ext>
            </a:extLst>
          </p:cNvPr>
          <p:cNvSpPr/>
          <p:nvPr/>
        </p:nvSpPr>
        <p:spPr>
          <a:xfrm>
            <a:off x="4349135" y="4036002"/>
            <a:ext cx="3374401" cy="1992202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22D437-4B39-9D80-1783-0D04F08A8D3D}"/>
              </a:ext>
            </a:extLst>
          </p:cNvPr>
          <p:cNvSpPr txBox="1"/>
          <p:nvPr/>
        </p:nvSpPr>
        <p:spPr>
          <a:xfrm>
            <a:off x="5500727" y="3880884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6DD77257-3CAE-04A2-344E-E38507D8C857}"/>
              </a:ext>
            </a:extLst>
          </p:cNvPr>
          <p:cNvSpPr/>
          <p:nvPr/>
        </p:nvSpPr>
        <p:spPr>
          <a:xfrm rot="18582686">
            <a:off x="4806999" y="476284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AFFDEB0A-0039-CAE5-8CA2-5FF155567126}"/>
              </a:ext>
            </a:extLst>
          </p:cNvPr>
          <p:cNvSpPr/>
          <p:nvPr/>
        </p:nvSpPr>
        <p:spPr>
          <a:xfrm rot="2839795" flipV="1">
            <a:off x="5351676" y="489927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1467E905-B8D2-D9E2-B6A8-0B8A2BC2CE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9547" y="476428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5F389DE-AEB4-0D6A-9C14-F0BABADE0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8728095"/>
              </p:ext>
            </p:extLst>
          </p:nvPr>
        </p:nvGraphicFramePr>
        <p:xfrm>
          <a:off x="5890961" y="5678630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41EB15D0-D798-59E1-E69B-115957A9195D}"/>
              </a:ext>
            </a:extLst>
          </p:cNvPr>
          <p:cNvCxnSpPr>
            <a:cxnSpLocks/>
          </p:cNvCxnSpPr>
          <p:nvPr/>
        </p:nvCxnSpPr>
        <p:spPr>
          <a:xfrm flipH="1">
            <a:off x="6179935" y="5467912"/>
            <a:ext cx="100584" cy="212217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1C62D27-418C-C5F8-97F5-D4703B531A2D}"/>
              </a:ext>
            </a:extLst>
          </p:cNvPr>
          <p:cNvCxnSpPr>
            <a:cxnSpLocks/>
          </p:cNvCxnSpPr>
          <p:nvPr/>
        </p:nvCxnSpPr>
        <p:spPr>
          <a:xfrm>
            <a:off x="6351004" y="5471722"/>
            <a:ext cx="390906" cy="20650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63776AF9-F63D-235D-7EA8-39A4624938F4}"/>
              </a:ext>
            </a:extLst>
          </p:cNvPr>
          <p:cNvCxnSpPr>
            <a:cxnSpLocks/>
          </p:cNvCxnSpPr>
          <p:nvPr/>
        </p:nvCxnSpPr>
        <p:spPr>
          <a:xfrm flipH="1">
            <a:off x="6076950" y="5463540"/>
            <a:ext cx="148590" cy="21717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63E737CD-C2E5-2D33-37E8-DFDF76495410}"/>
              </a:ext>
            </a:extLst>
          </p:cNvPr>
          <p:cNvSpPr/>
          <p:nvPr/>
        </p:nvSpPr>
        <p:spPr>
          <a:xfrm>
            <a:off x="8282070" y="4935342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3727998-BB46-13E2-9E0B-60307C5CAA4E}"/>
              </a:ext>
            </a:extLst>
          </p:cNvPr>
          <p:cNvSpPr txBox="1"/>
          <p:nvPr/>
        </p:nvSpPr>
        <p:spPr>
          <a:xfrm>
            <a:off x="9467051" y="4984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66CE0254-D0CF-E17D-43E9-164CE67F1A38}"/>
              </a:ext>
            </a:extLst>
          </p:cNvPr>
          <p:cNvSpPr/>
          <p:nvPr/>
        </p:nvSpPr>
        <p:spPr>
          <a:xfrm>
            <a:off x="9727234" y="5087674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D1ACE9C9-FBBF-9977-FC8A-68AEBF823DA4}"/>
              </a:ext>
            </a:extLst>
          </p:cNvPr>
          <p:cNvSpPr/>
          <p:nvPr/>
        </p:nvSpPr>
        <p:spPr>
          <a:xfrm>
            <a:off x="10529033" y="503753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A0AD2EFD-157B-7DCC-0EE2-36D656B97CBE}"/>
              </a:ext>
            </a:extLst>
          </p:cNvPr>
          <p:cNvSpPr txBox="1"/>
          <p:nvPr/>
        </p:nvSpPr>
        <p:spPr>
          <a:xfrm>
            <a:off x="10493602" y="504263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6E467B06-5596-C737-4B26-1857911DC184}"/>
              </a:ext>
            </a:extLst>
          </p:cNvPr>
          <p:cNvCxnSpPr>
            <a:cxnSpLocks/>
          </p:cNvCxnSpPr>
          <p:nvPr/>
        </p:nvCxnSpPr>
        <p:spPr>
          <a:xfrm>
            <a:off x="10103761" y="5169589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2CD2D4F6-9581-DD54-3EFE-9232A29E27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9095213"/>
              </p:ext>
            </p:extLst>
          </p:nvPr>
        </p:nvGraphicFramePr>
        <p:xfrm>
          <a:off x="8369145" y="4994443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9264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FC4A4-0539-286D-8382-8E81C0FFC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087EF5F7-D769-5BEE-B773-9EB71F3CF4D2}"/>
              </a:ext>
            </a:extLst>
          </p:cNvPr>
          <p:cNvSpPr/>
          <p:nvPr/>
        </p:nvSpPr>
        <p:spPr>
          <a:xfrm>
            <a:off x="-79516" y="2509733"/>
            <a:ext cx="12397021" cy="2207188"/>
          </a:xfrm>
          <a:prstGeom prst="chevron">
            <a:avLst>
              <a:gd name="adj" fmla="val 26134"/>
            </a:avLst>
          </a:prstGeom>
          <a:solidFill>
            <a:schemeClr val="bg2">
              <a:lumMod val="9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84022265-A6F2-8C06-1D45-5267885A78AB}"/>
              </a:ext>
            </a:extLst>
          </p:cNvPr>
          <p:cNvGrpSpPr/>
          <p:nvPr/>
        </p:nvGrpSpPr>
        <p:grpSpPr>
          <a:xfrm>
            <a:off x="314453" y="1534514"/>
            <a:ext cx="3714725" cy="4157626"/>
            <a:chOff x="507493" y="1534514"/>
            <a:chExt cx="3714725" cy="4157626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1C327FAD-A277-5981-14D2-DEDDF4603863}"/>
                </a:ext>
              </a:extLst>
            </p:cNvPr>
            <p:cNvSpPr/>
            <p:nvPr/>
          </p:nvSpPr>
          <p:spPr>
            <a:xfrm>
              <a:off x="507493" y="1534514"/>
              <a:ext cx="3714725" cy="4157626"/>
            </a:xfrm>
            <a:prstGeom prst="roundRect">
              <a:avLst>
                <a:gd name="adj" fmla="val 4189"/>
              </a:avLst>
            </a:prstGeom>
            <a:solidFill>
              <a:srgbClr val="8FAADC"/>
            </a:solidFill>
            <a:ln>
              <a:solidFill>
                <a:schemeClr val="bg1"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38" name="TextBox 137">
              <a:extLst>
                <a:ext uri="{FF2B5EF4-FFF2-40B4-BE49-F238E27FC236}">
                  <a16:creationId xmlns:a16="http://schemas.microsoft.com/office/drawing/2014/main" id="{59D9A250-323C-6A2A-540E-211E0C69AAB7}"/>
                </a:ext>
              </a:extLst>
            </p:cNvPr>
            <p:cNvSpPr txBox="1"/>
            <p:nvPr/>
          </p:nvSpPr>
          <p:spPr>
            <a:xfrm>
              <a:off x="1411345" y="4796013"/>
              <a:ext cx="143649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Type of compound (shape)</a:t>
              </a:r>
            </a:p>
          </p:txBody>
        </p: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E4B7AFD-9071-32F5-C319-9B54C3EE711D}"/>
                </a:ext>
              </a:extLst>
            </p:cNvPr>
            <p:cNvGrpSpPr/>
            <p:nvPr/>
          </p:nvGrpSpPr>
          <p:grpSpPr>
            <a:xfrm>
              <a:off x="2323064" y="2533827"/>
              <a:ext cx="492131" cy="1964667"/>
              <a:chOff x="2469950" y="2131480"/>
              <a:chExt cx="476140" cy="646176"/>
            </a:xfrm>
          </p:grpSpPr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40A0C43F-E507-E4C8-12DF-7E22CE14E8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131480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Arrow Connector 24">
                <a:extLst>
                  <a:ext uri="{FF2B5EF4-FFF2-40B4-BE49-F238E27FC236}">
                    <a16:creationId xmlns:a16="http://schemas.microsoft.com/office/drawing/2014/main" id="{BB7F5A5D-41F4-C190-24AC-8DBE4ED186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454568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Arrow Connector 33">
                <a:extLst>
                  <a:ext uri="{FF2B5EF4-FFF2-40B4-BE49-F238E27FC236}">
                    <a16:creationId xmlns:a16="http://schemas.microsoft.com/office/drawing/2014/main" id="{39AC7FA9-5B1E-9F45-CCAE-AD2876E013D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2469950" y="2777656"/>
                <a:ext cx="476140" cy="0"/>
              </a:xfrm>
              <a:prstGeom prst="straightConnector1">
                <a:avLst/>
              </a:prstGeom>
              <a:ln w="38100">
                <a:solidFill>
                  <a:schemeClr val="tx2">
                    <a:lumMod val="75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6D22A70-F05D-848A-60AE-DAB2B2D042FB}"/>
                </a:ext>
              </a:extLst>
            </p:cNvPr>
            <p:cNvSpPr/>
            <p:nvPr/>
          </p:nvSpPr>
          <p:spPr>
            <a:xfrm>
              <a:off x="687026" y="2624681"/>
              <a:ext cx="1512000" cy="151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04F406B1-BAB3-90A7-D765-A4C4B693DE80}"/>
                </a:ext>
              </a:extLst>
            </p:cNvPr>
            <p:cNvSpPr txBox="1"/>
            <p:nvPr/>
          </p:nvSpPr>
          <p:spPr>
            <a:xfrm>
              <a:off x="1365111" y="1599210"/>
              <a:ext cx="1999488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Dataset summary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3F3D644-860A-562D-2B21-2AEBDA537545}"/>
                </a:ext>
              </a:extLst>
            </p:cNvPr>
            <p:cNvSpPr txBox="1"/>
            <p:nvPr/>
          </p:nvSpPr>
          <p:spPr>
            <a:xfrm>
              <a:off x="682682" y="4141187"/>
              <a:ext cx="152068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IE library</a:t>
              </a:r>
            </a:p>
          </p:txBody>
        </p:sp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70D68DBD-C988-7731-CBB2-1DC749A362EE}"/>
                </a:ext>
              </a:extLst>
            </p:cNvPr>
            <p:cNvGrpSpPr/>
            <p:nvPr/>
          </p:nvGrpSpPr>
          <p:grpSpPr>
            <a:xfrm>
              <a:off x="2224349" y="2250127"/>
              <a:ext cx="635782" cy="2255115"/>
              <a:chOff x="2552009" y="1611768"/>
              <a:chExt cx="635782" cy="2255115"/>
            </a:xfrm>
          </p:grpSpPr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99B7E144-B333-A853-18C9-3D92D1C5BD1E}"/>
                  </a:ext>
                </a:extLst>
              </p:cNvPr>
              <p:cNvSpPr txBox="1"/>
              <p:nvPr/>
            </p:nvSpPr>
            <p:spPr>
              <a:xfrm>
                <a:off x="2552009" y="1611768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Min</a:t>
                </a:r>
              </a:p>
            </p:txBody>
          </p:sp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C0A9403A-DC47-F225-F29E-F87E85208498}"/>
                  </a:ext>
                </a:extLst>
              </p:cNvPr>
              <p:cNvSpPr txBox="1"/>
              <p:nvPr/>
            </p:nvSpPr>
            <p:spPr>
              <a:xfrm>
                <a:off x="2552009" y="2582217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Mean</a:t>
                </a: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5B1A2C5A-F262-1A5E-D7AF-BCC2E9F62386}"/>
                  </a:ext>
                </a:extLst>
              </p:cNvPr>
              <p:cNvSpPr txBox="1"/>
              <p:nvPr/>
            </p:nvSpPr>
            <p:spPr>
              <a:xfrm>
                <a:off x="2552009" y="3559106"/>
                <a:ext cx="63578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dirty="0">
                    <a:solidFill>
                      <a:sysClr val="windowText" lastClr="000000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Max</a:t>
                </a:r>
              </a:p>
            </p:txBody>
          </p:sp>
        </p:grpSp>
        <p:sp>
          <p:nvSpPr>
            <p:cNvPr id="9" name="Pentagon 8">
              <a:extLst>
                <a:ext uri="{FF2B5EF4-FFF2-40B4-BE49-F238E27FC236}">
                  <a16:creationId xmlns:a16="http://schemas.microsoft.com/office/drawing/2014/main" id="{54AC8458-6B6C-AFA7-5F62-EE3E53E50264}"/>
                </a:ext>
              </a:extLst>
            </p:cNvPr>
            <p:cNvSpPr/>
            <p:nvPr/>
          </p:nvSpPr>
          <p:spPr>
            <a:xfrm>
              <a:off x="893298" y="3521223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" name="Pentagon 9">
              <a:extLst>
                <a:ext uri="{FF2B5EF4-FFF2-40B4-BE49-F238E27FC236}">
                  <a16:creationId xmlns:a16="http://schemas.microsoft.com/office/drawing/2014/main" id="{387B47CF-5C69-4E64-6D92-225225B66065}"/>
                </a:ext>
              </a:extLst>
            </p:cNvPr>
            <p:cNvSpPr/>
            <p:nvPr/>
          </p:nvSpPr>
          <p:spPr>
            <a:xfrm>
              <a:off x="1695669" y="3432726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1" name="Pentagon 10">
              <a:extLst>
                <a:ext uri="{FF2B5EF4-FFF2-40B4-BE49-F238E27FC236}">
                  <a16:creationId xmlns:a16="http://schemas.microsoft.com/office/drawing/2014/main" id="{43C4CDD4-56E3-7110-35DA-01F71C393127}"/>
                </a:ext>
              </a:extLst>
            </p:cNvPr>
            <p:cNvSpPr/>
            <p:nvPr/>
          </p:nvSpPr>
          <p:spPr>
            <a:xfrm>
              <a:off x="1318576" y="3684647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Pentagon 14">
              <a:extLst>
                <a:ext uri="{FF2B5EF4-FFF2-40B4-BE49-F238E27FC236}">
                  <a16:creationId xmlns:a16="http://schemas.microsoft.com/office/drawing/2014/main" id="{B0DB6DC5-140B-88C7-098A-24C1C3C43FAB}"/>
                </a:ext>
              </a:extLst>
            </p:cNvPr>
            <p:cNvSpPr/>
            <p:nvPr/>
          </p:nvSpPr>
          <p:spPr>
            <a:xfrm>
              <a:off x="1714755" y="2993747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Plaque 19">
              <a:extLst>
                <a:ext uri="{FF2B5EF4-FFF2-40B4-BE49-F238E27FC236}">
                  <a16:creationId xmlns:a16="http://schemas.microsoft.com/office/drawing/2014/main" id="{08B72D70-A0EE-32C5-3F7C-2642493195DB}"/>
                </a:ext>
              </a:extLst>
            </p:cNvPr>
            <p:cNvSpPr/>
            <p:nvPr/>
          </p:nvSpPr>
          <p:spPr>
            <a:xfrm>
              <a:off x="811064" y="3000141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8B6331-71E6-3DE6-086C-F233768BFD62}"/>
                </a:ext>
              </a:extLst>
            </p:cNvPr>
            <p:cNvSpPr txBox="1"/>
            <p:nvPr/>
          </p:nvSpPr>
          <p:spPr>
            <a:xfrm>
              <a:off x="1647268" y="3046708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7D40915-FB78-5965-8EE1-6ACAD6A7D56D}"/>
                </a:ext>
              </a:extLst>
            </p:cNvPr>
            <p:cNvSpPr txBox="1"/>
            <p:nvPr/>
          </p:nvSpPr>
          <p:spPr>
            <a:xfrm>
              <a:off x="1620097" y="348060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1.55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B0DAB814-ED80-E27E-C67F-6E7F36762487}"/>
                </a:ext>
              </a:extLst>
            </p:cNvPr>
            <p:cNvSpPr txBox="1"/>
            <p:nvPr/>
          </p:nvSpPr>
          <p:spPr>
            <a:xfrm>
              <a:off x="1244991" y="3719729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C9939C-FD0E-73A0-3973-39249DB14E8B}"/>
                </a:ext>
              </a:extLst>
            </p:cNvPr>
            <p:cNvSpPr txBox="1"/>
            <p:nvPr/>
          </p:nvSpPr>
          <p:spPr>
            <a:xfrm>
              <a:off x="813696" y="3560664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9CCC8A3-A582-3C9C-946B-575E47407529}"/>
                </a:ext>
              </a:extLst>
            </p:cNvPr>
            <p:cNvSpPr txBox="1"/>
            <p:nvPr/>
          </p:nvSpPr>
          <p:spPr>
            <a:xfrm>
              <a:off x="764280" y="306697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  <p:sp>
          <p:nvSpPr>
            <p:cNvPr id="23" name="Plaque 22">
              <a:extLst>
                <a:ext uri="{FF2B5EF4-FFF2-40B4-BE49-F238E27FC236}">
                  <a16:creationId xmlns:a16="http://schemas.microsoft.com/office/drawing/2014/main" id="{8DCA5F84-0688-8AFD-7685-069BE10F3C63}"/>
                </a:ext>
              </a:extLst>
            </p:cNvPr>
            <p:cNvSpPr/>
            <p:nvPr/>
          </p:nvSpPr>
          <p:spPr>
            <a:xfrm>
              <a:off x="1254845" y="2786326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0EF6524-E6D6-979F-3657-F59B98F5827B}"/>
                </a:ext>
              </a:extLst>
            </p:cNvPr>
            <p:cNvSpPr txBox="1"/>
            <p:nvPr/>
          </p:nvSpPr>
          <p:spPr>
            <a:xfrm>
              <a:off x="1208061" y="2853157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A0C933F2-239F-9A7E-77B8-27341215BF19}"/>
                </a:ext>
              </a:extLst>
            </p:cNvPr>
            <p:cNvGrpSpPr/>
            <p:nvPr/>
          </p:nvGrpSpPr>
          <p:grpSpPr>
            <a:xfrm>
              <a:off x="2978805" y="2066642"/>
              <a:ext cx="1080000" cy="924774"/>
              <a:chOff x="3205679" y="1361465"/>
              <a:chExt cx="1080000" cy="924774"/>
            </a:xfrm>
          </p:grpSpPr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EA2D5E4-0851-4828-91F9-49B382334495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29" name="Pentagon 28">
                <a:extLst>
                  <a:ext uri="{FF2B5EF4-FFF2-40B4-BE49-F238E27FC236}">
                    <a16:creationId xmlns:a16="http://schemas.microsoft.com/office/drawing/2014/main" id="{A43B6B0C-2A1D-982E-F5DE-3A4744CCADD4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0" name="Pentagon 29">
                <a:extLst>
                  <a:ext uri="{FF2B5EF4-FFF2-40B4-BE49-F238E27FC236}">
                    <a16:creationId xmlns:a16="http://schemas.microsoft.com/office/drawing/2014/main" id="{46E07512-F458-584B-455F-0F015C2D8DD6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31" name="Plaque 30">
                <a:extLst>
                  <a:ext uri="{FF2B5EF4-FFF2-40B4-BE49-F238E27FC236}">
                    <a16:creationId xmlns:a16="http://schemas.microsoft.com/office/drawing/2014/main" id="{90110A16-0F85-3F6D-A7F4-6148236DDF92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E2F18028-F3A7-7841-133D-86D8A64019D5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FFA909EC-AA54-1E1B-E7CA-FEB7D962C910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1.05</a:t>
                </a:r>
              </a:p>
            </p:txBody>
          </p:sp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491493F3-21D0-D941-CE0B-D56447EA8841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2.90</a:t>
                </a:r>
              </a:p>
            </p:txBody>
          </p: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702D95FA-AA03-9ACA-10B4-3A95E877FC60}"/>
                </a:ext>
              </a:extLst>
            </p:cNvPr>
            <p:cNvGrpSpPr/>
            <p:nvPr/>
          </p:nvGrpSpPr>
          <p:grpSpPr>
            <a:xfrm>
              <a:off x="2978805" y="3016701"/>
              <a:ext cx="1080000" cy="924774"/>
              <a:chOff x="3205679" y="1361465"/>
              <a:chExt cx="1080000" cy="924774"/>
            </a:xfrm>
          </p:grpSpPr>
          <p:sp>
            <p:nvSpPr>
              <p:cNvPr id="90" name="Oval 89">
                <a:extLst>
                  <a:ext uri="{FF2B5EF4-FFF2-40B4-BE49-F238E27FC236}">
                    <a16:creationId xmlns:a16="http://schemas.microsoft.com/office/drawing/2014/main" id="{432A7D7C-D64D-058C-9FB8-74065115E485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1" name="Pentagon 90">
                <a:extLst>
                  <a:ext uri="{FF2B5EF4-FFF2-40B4-BE49-F238E27FC236}">
                    <a16:creationId xmlns:a16="http://schemas.microsoft.com/office/drawing/2014/main" id="{53AE06CE-C2FC-DB3E-A762-689BD0F87B8A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2" name="Pentagon 91">
                <a:extLst>
                  <a:ext uri="{FF2B5EF4-FFF2-40B4-BE49-F238E27FC236}">
                    <a16:creationId xmlns:a16="http://schemas.microsoft.com/office/drawing/2014/main" id="{FA6C2B2F-5169-CAB0-C29F-F22B16D3D693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3" name="Plaque 92">
                <a:extLst>
                  <a:ext uri="{FF2B5EF4-FFF2-40B4-BE49-F238E27FC236}">
                    <a16:creationId xmlns:a16="http://schemas.microsoft.com/office/drawing/2014/main" id="{AE1E803E-570F-5074-2B2A-3583D45F435D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94" name="TextBox 93">
                <a:extLst>
                  <a:ext uri="{FF2B5EF4-FFF2-40B4-BE49-F238E27FC236}">
                    <a16:creationId xmlns:a16="http://schemas.microsoft.com/office/drawing/2014/main" id="{13282E8F-A93D-9AE5-5AAE-B43C99AB4820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95" name="TextBox 94">
                <a:extLst>
                  <a:ext uri="{FF2B5EF4-FFF2-40B4-BE49-F238E27FC236}">
                    <a16:creationId xmlns:a16="http://schemas.microsoft.com/office/drawing/2014/main" id="{52C63B26-996E-769E-76D4-B3BD7409B2A2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1.45</a:t>
                </a:r>
              </a:p>
            </p:txBody>
          </p:sp>
          <p:sp>
            <p:nvSpPr>
              <p:cNvPr id="96" name="TextBox 95">
                <a:extLst>
                  <a:ext uri="{FF2B5EF4-FFF2-40B4-BE49-F238E27FC236}">
                    <a16:creationId xmlns:a16="http://schemas.microsoft.com/office/drawing/2014/main" id="{F42865D6-6C93-D989-8269-31184422519F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3.15</a:t>
                </a:r>
              </a:p>
            </p:txBody>
          </p:sp>
        </p:grpSp>
        <p:grpSp>
          <p:nvGrpSpPr>
            <p:cNvPr id="97" name="Group 96">
              <a:extLst>
                <a:ext uri="{FF2B5EF4-FFF2-40B4-BE49-F238E27FC236}">
                  <a16:creationId xmlns:a16="http://schemas.microsoft.com/office/drawing/2014/main" id="{2BF924E0-57A4-A28D-80A3-F20827B1F55B}"/>
                </a:ext>
              </a:extLst>
            </p:cNvPr>
            <p:cNvGrpSpPr/>
            <p:nvPr/>
          </p:nvGrpSpPr>
          <p:grpSpPr>
            <a:xfrm>
              <a:off x="2978805" y="3966760"/>
              <a:ext cx="1080000" cy="924774"/>
              <a:chOff x="3205679" y="1361465"/>
              <a:chExt cx="1080000" cy="924774"/>
            </a:xfrm>
          </p:grpSpPr>
          <p:sp>
            <p:nvSpPr>
              <p:cNvPr id="98" name="Oval 97">
                <a:extLst>
                  <a:ext uri="{FF2B5EF4-FFF2-40B4-BE49-F238E27FC236}">
                    <a16:creationId xmlns:a16="http://schemas.microsoft.com/office/drawing/2014/main" id="{F8E74B80-1FC9-57EF-0D28-CD570C9FB143}"/>
                  </a:ext>
                </a:extLst>
              </p:cNvPr>
              <p:cNvSpPr/>
              <p:nvPr/>
            </p:nvSpPr>
            <p:spPr>
              <a:xfrm>
                <a:off x="3205679" y="1361465"/>
                <a:ext cx="1080000" cy="924774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solidFill>
                  <a:schemeClr val="tx2">
                    <a:lumMod val="75000"/>
                    <a:alpha val="69804"/>
                  </a:schemeClr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99" name="Pentagon 98">
                <a:extLst>
                  <a:ext uri="{FF2B5EF4-FFF2-40B4-BE49-F238E27FC236}">
                    <a16:creationId xmlns:a16="http://schemas.microsoft.com/office/drawing/2014/main" id="{A27BBDB1-4A01-357C-5951-85650C38D1A5}"/>
                  </a:ext>
                </a:extLst>
              </p:cNvPr>
              <p:cNvSpPr/>
              <p:nvPr/>
            </p:nvSpPr>
            <p:spPr>
              <a:xfrm>
                <a:off x="3743377" y="1870250"/>
                <a:ext cx="350520" cy="307777"/>
              </a:xfrm>
              <a:prstGeom prst="pentagon">
                <a:avLst/>
              </a:prstGeom>
              <a:solidFill>
                <a:srgbClr val="DE0000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0" name="Pentagon 99">
                <a:extLst>
                  <a:ext uri="{FF2B5EF4-FFF2-40B4-BE49-F238E27FC236}">
                    <a16:creationId xmlns:a16="http://schemas.microsoft.com/office/drawing/2014/main" id="{2937814A-37A8-0D33-A9E1-BA7DA143AE79}"/>
                  </a:ext>
                </a:extLst>
              </p:cNvPr>
              <p:cNvSpPr/>
              <p:nvPr/>
            </p:nvSpPr>
            <p:spPr>
              <a:xfrm>
                <a:off x="3719398" y="1422985"/>
                <a:ext cx="350520" cy="307777"/>
              </a:xfrm>
              <a:prstGeom prst="pentagon">
                <a:avLst/>
              </a:prstGeom>
              <a:solidFill>
                <a:srgbClr val="FFD96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01" name="Plaque 100">
                <a:extLst>
                  <a:ext uri="{FF2B5EF4-FFF2-40B4-BE49-F238E27FC236}">
                    <a16:creationId xmlns:a16="http://schemas.microsoft.com/office/drawing/2014/main" id="{79F1AD6E-1C93-2FD5-0B51-DF0130139CC6}"/>
                  </a:ext>
                </a:extLst>
              </p:cNvPr>
              <p:cNvSpPr/>
              <p:nvPr/>
            </p:nvSpPr>
            <p:spPr>
              <a:xfrm>
                <a:off x="3316430" y="1633184"/>
                <a:ext cx="394642" cy="394642"/>
              </a:xfrm>
              <a:prstGeom prst="plaque">
                <a:avLst>
                  <a:gd name="adj" fmla="val 40364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400" dirty="0"/>
              </a:p>
            </p:txBody>
          </p:sp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203A63D7-269F-8168-9FD9-3A753899A338}"/>
                  </a:ext>
                </a:extLst>
              </p:cNvPr>
              <p:cNvSpPr txBox="1"/>
              <p:nvPr/>
            </p:nvSpPr>
            <p:spPr>
              <a:xfrm>
                <a:off x="3651911" y="1475946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0.55</a:t>
                </a:r>
              </a:p>
            </p:txBody>
          </p:sp>
          <p:sp>
            <p:nvSpPr>
              <p:cNvPr id="103" name="TextBox 102">
                <a:extLst>
                  <a:ext uri="{FF2B5EF4-FFF2-40B4-BE49-F238E27FC236}">
                    <a16:creationId xmlns:a16="http://schemas.microsoft.com/office/drawing/2014/main" id="{0359458C-8587-DDFE-53D4-EC67C1443875}"/>
                  </a:ext>
                </a:extLst>
              </p:cNvPr>
              <p:cNvSpPr txBox="1"/>
              <p:nvPr/>
            </p:nvSpPr>
            <p:spPr>
              <a:xfrm>
                <a:off x="3669792" y="1905332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1.75</a:t>
                </a:r>
              </a:p>
            </p:txBody>
          </p: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73F74B87-3BDA-2114-3367-3AC11243C2CB}"/>
                  </a:ext>
                </a:extLst>
              </p:cNvPr>
              <p:cNvSpPr txBox="1"/>
              <p:nvPr/>
            </p:nvSpPr>
            <p:spPr>
              <a:xfrm>
                <a:off x="3269646" y="1700015"/>
                <a:ext cx="505060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050" dirty="0">
                    <a:latin typeface="Cambria" panose="02040503050406030204" pitchFamily="18" charset="0"/>
                    <a:ea typeface="Cambria" panose="02040503050406030204" pitchFamily="18" charset="0"/>
                  </a:rPr>
                  <a:t>3.40</a:t>
                </a:r>
              </a:p>
            </p:txBody>
          </p:sp>
        </p:grpSp>
        <p:sp>
          <p:nvSpPr>
            <p:cNvPr id="114" name="Rectangle: Rounded Corners 113">
              <a:extLst>
                <a:ext uri="{FF2B5EF4-FFF2-40B4-BE49-F238E27FC236}">
                  <a16:creationId xmlns:a16="http://schemas.microsoft.com/office/drawing/2014/main" id="{5EB1F23E-E3C3-F80F-D959-5D0224F317DA}"/>
                </a:ext>
              </a:extLst>
            </p:cNvPr>
            <p:cNvSpPr/>
            <p:nvPr/>
          </p:nvSpPr>
          <p:spPr>
            <a:xfrm>
              <a:off x="831427" y="4758992"/>
              <a:ext cx="2035460" cy="835391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2" name="Gelijkbenige driehoek 51">
              <a:extLst>
                <a:ext uri="{FF2B5EF4-FFF2-40B4-BE49-F238E27FC236}">
                  <a16:creationId xmlns:a16="http://schemas.microsoft.com/office/drawing/2014/main" id="{B5D39652-1CED-9655-F538-41A10BCEF094}"/>
                </a:ext>
              </a:extLst>
            </p:cNvPr>
            <p:cNvSpPr/>
            <p:nvPr/>
          </p:nvSpPr>
          <p:spPr>
            <a:xfrm rot="7639531">
              <a:off x="1889592" y="4827462"/>
              <a:ext cx="0" cy="0"/>
            </a:xfrm>
            <a:prstGeom prst="triangle">
              <a:avLst/>
            </a:prstGeom>
            <a:solidFill>
              <a:srgbClr val="849398">
                <a:alpha val="5000"/>
              </a:srgbClr>
            </a:solidFill>
            <a:ln w="36000">
              <a:solidFill>
                <a:srgbClr val="849398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rtlCol="0" anchor="ctr" anchorCtr="1"/>
            <a:lstStyle/>
            <a:p>
              <a:endParaRPr lang="es-ES" dirty="0">
                <a:solidFill>
                  <a:srgbClr val="849398"/>
                </a:solidFill>
              </a:endParaRPr>
            </a:p>
          </p:txBody>
        </p:sp>
        <p:sp>
          <p:nvSpPr>
            <p:cNvPr id="136" name="Arc 135">
              <a:extLst>
                <a:ext uri="{FF2B5EF4-FFF2-40B4-BE49-F238E27FC236}">
                  <a16:creationId xmlns:a16="http://schemas.microsoft.com/office/drawing/2014/main" id="{DFA69904-EE0F-1E62-997F-4E0B3E8927BD}"/>
                </a:ext>
              </a:extLst>
            </p:cNvPr>
            <p:cNvSpPr/>
            <p:nvPr/>
          </p:nvSpPr>
          <p:spPr>
            <a:xfrm rot="18409040">
              <a:off x="1285970" y="4864073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" name="Plaque 1">
              <a:extLst>
                <a:ext uri="{FF2B5EF4-FFF2-40B4-BE49-F238E27FC236}">
                  <a16:creationId xmlns:a16="http://schemas.microsoft.com/office/drawing/2014/main" id="{BB320A06-E872-E996-621C-7BBE8053EB66}"/>
                </a:ext>
              </a:extLst>
            </p:cNvPr>
            <p:cNvSpPr/>
            <p:nvPr/>
          </p:nvSpPr>
          <p:spPr>
            <a:xfrm>
              <a:off x="917252" y="4956822"/>
              <a:ext cx="469876" cy="469876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FE9C7B6-EE05-192E-01E8-97DC9C53BA95}"/>
                </a:ext>
              </a:extLst>
            </p:cNvPr>
            <p:cNvSpPr txBox="1"/>
            <p:nvPr/>
          </p:nvSpPr>
          <p:spPr>
            <a:xfrm>
              <a:off x="899660" y="506095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  <p:sp>
          <p:nvSpPr>
            <p:cNvPr id="4" name="Arc 3">
              <a:extLst>
                <a:ext uri="{FF2B5EF4-FFF2-40B4-BE49-F238E27FC236}">
                  <a16:creationId xmlns:a16="http://schemas.microsoft.com/office/drawing/2014/main" id="{D6E7D0F4-186C-091F-BB9D-DECC37C339A5}"/>
                </a:ext>
              </a:extLst>
            </p:cNvPr>
            <p:cNvSpPr/>
            <p:nvPr/>
          </p:nvSpPr>
          <p:spPr>
            <a:xfrm rot="3190960" flipV="1">
              <a:off x="1153228" y="4897600"/>
              <a:ext cx="485073" cy="601321"/>
            </a:xfrm>
            <a:prstGeom prst="arc">
              <a:avLst>
                <a:gd name="adj1" fmla="val 16200000"/>
                <a:gd name="adj2" fmla="val 19162302"/>
              </a:avLst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3910EFE-F5DE-9EE6-DE07-0B38671A7F7D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310071" y="5190807"/>
              <a:ext cx="279554" cy="315"/>
            </a:xfrm>
            <a:prstGeom prst="straightConnector1">
              <a:avLst/>
            </a:prstGeom>
            <a:ln w="12700" cap="rnd">
              <a:round/>
              <a:headEnd type="none"/>
              <a:tailEnd type="arrow" w="sm" len="sm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5634BD5-1B64-500A-9DC0-909B5252876E}"/>
                </a:ext>
              </a:extLst>
            </p:cNvPr>
            <p:cNvSpPr txBox="1"/>
            <p:nvPr/>
          </p:nvSpPr>
          <p:spPr>
            <a:xfrm>
              <a:off x="1501077" y="5083242"/>
              <a:ext cx="1149514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Ionization efficiency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12F0B4B5-E609-2634-0AFD-0491571D6F77}"/>
                </a:ext>
              </a:extLst>
            </p:cNvPr>
            <p:cNvSpPr txBox="1"/>
            <p:nvPr/>
          </p:nvSpPr>
          <p:spPr>
            <a:xfrm>
              <a:off x="1271936" y="5346970"/>
              <a:ext cx="72855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800" dirty="0">
                  <a:latin typeface="Aptos" panose="020B0004020202020204" pitchFamily="34" charset="0"/>
                  <a:ea typeface="Cambria" panose="02040503050406030204" pitchFamily="18" charset="0"/>
                </a:rPr>
                <a:t>pH (colour)</a:t>
              </a:r>
            </a:p>
          </p:txBody>
        </p:sp>
      </p:grp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25EED978-DA87-B6E6-AC55-50ED68304BE7}"/>
              </a:ext>
            </a:extLst>
          </p:cNvPr>
          <p:cNvSpPr/>
          <p:nvPr/>
        </p:nvSpPr>
        <p:spPr>
          <a:xfrm>
            <a:off x="8047167" y="1651354"/>
            <a:ext cx="3532888" cy="3903626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D8FAEF8-BE66-7189-79E4-0EBE0FC6C999}"/>
              </a:ext>
            </a:extLst>
          </p:cNvPr>
          <p:cNvSpPr txBox="1"/>
          <p:nvPr/>
        </p:nvSpPr>
        <p:spPr>
          <a:xfrm>
            <a:off x="881386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08E2DDB4-6392-4AE3-71F1-54C0E35CEB58}"/>
              </a:ext>
            </a:extLst>
          </p:cNvPr>
          <p:cNvSpPr/>
          <p:nvPr/>
        </p:nvSpPr>
        <p:spPr>
          <a:xfrm>
            <a:off x="819414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F9EBBF50-5E2C-6F09-9BF9-E19D28C519E0}"/>
              </a:ext>
            </a:extLst>
          </p:cNvPr>
          <p:cNvSpPr/>
          <p:nvPr/>
        </p:nvSpPr>
        <p:spPr>
          <a:xfrm>
            <a:off x="828207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6C06EAA0-D5FA-AFB6-17AD-868DB32D445D}"/>
              </a:ext>
            </a:extLst>
          </p:cNvPr>
          <p:cNvSpPr txBox="1"/>
          <p:nvPr/>
        </p:nvSpPr>
        <p:spPr>
          <a:xfrm>
            <a:off x="946705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563E95B6-ACCD-5CE0-E001-30DA207D9DBA}"/>
              </a:ext>
            </a:extLst>
          </p:cNvPr>
          <p:cNvSpPr/>
          <p:nvPr/>
        </p:nvSpPr>
        <p:spPr>
          <a:xfrm>
            <a:off x="972723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1E0DC3E0-02B1-4BBF-4760-62350C04B3D0}"/>
              </a:ext>
            </a:extLst>
          </p:cNvPr>
          <p:cNvSpPr/>
          <p:nvPr/>
        </p:nvSpPr>
        <p:spPr>
          <a:xfrm>
            <a:off x="828207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88491414-1D1A-A9B9-A8BC-C78EA3A9D4B6}"/>
              </a:ext>
            </a:extLst>
          </p:cNvPr>
          <p:cNvSpPr txBox="1"/>
          <p:nvPr/>
        </p:nvSpPr>
        <p:spPr>
          <a:xfrm>
            <a:off x="946705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E5B07518-2B5B-0071-DEE8-99879E9BF6BB}"/>
              </a:ext>
            </a:extLst>
          </p:cNvPr>
          <p:cNvSpPr/>
          <p:nvPr/>
        </p:nvSpPr>
        <p:spPr>
          <a:xfrm>
            <a:off x="972723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91627921-DFE2-BE90-F94C-30A45116F99C}"/>
              </a:ext>
            </a:extLst>
          </p:cNvPr>
          <p:cNvSpPr txBox="1"/>
          <p:nvPr/>
        </p:nvSpPr>
        <p:spPr>
          <a:xfrm>
            <a:off x="937739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A75D3DDF-FAE9-DC55-940D-CDF6A66B7C69}"/>
              </a:ext>
            </a:extLst>
          </p:cNvPr>
          <p:cNvSpPr/>
          <p:nvPr/>
        </p:nvSpPr>
        <p:spPr>
          <a:xfrm>
            <a:off x="828207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D810CE87-32D2-9211-7AE0-54FE552F7271}"/>
              </a:ext>
            </a:extLst>
          </p:cNvPr>
          <p:cNvSpPr txBox="1"/>
          <p:nvPr/>
        </p:nvSpPr>
        <p:spPr>
          <a:xfrm>
            <a:off x="946705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A347ED21-0B9B-E1D3-9ABC-27C19CDF6D9F}"/>
              </a:ext>
            </a:extLst>
          </p:cNvPr>
          <p:cNvSpPr/>
          <p:nvPr/>
        </p:nvSpPr>
        <p:spPr>
          <a:xfrm>
            <a:off x="972723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AEEEB1B1-F558-4F5A-AE4D-86C57CC497A3}"/>
              </a:ext>
            </a:extLst>
          </p:cNvPr>
          <p:cNvSpPr/>
          <p:nvPr/>
        </p:nvSpPr>
        <p:spPr>
          <a:xfrm>
            <a:off x="8194144" y="4200536"/>
            <a:ext cx="3238934" cy="126300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44A6EE76-6782-0F9C-F3B6-39DA391107EE}"/>
              </a:ext>
            </a:extLst>
          </p:cNvPr>
          <p:cNvSpPr txBox="1"/>
          <p:nvPr/>
        </p:nvSpPr>
        <p:spPr>
          <a:xfrm>
            <a:off x="927800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7EBD830B-405C-3BB5-9812-C5358A3238AB}"/>
              </a:ext>
            </a:extLst>
          </p:cNvPr>
          <p:cNvCxnSpPr>
            <a:cxnSpLocks/>
          </p:cNvCxnSpPr>
          <p:nvPr/>
        </p:nvCxnSpPr>
        <p:spPr>
          <a:xfrm>
            <a:off x="1009762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9DA003A-7C7B-6B2B-0F73-0CC99ACC72F2}"/>
              </a:ext>
            </a:extLst>
          </p:cNvPr>
          <p:cNvSpPr/>
          <p:nvPr/>
        </p:nvSpPr>
        <p:spPr>
          <a:xfrm>
            <a:off x="1052903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F11E41A7-D362-B459-354A-52B97D9F7304}"/>
              </a:ext>
            </a:extLst>
          </p:cNvPr>
          <p:cNvSpPr/>
          <p:nvPr/>
        </p:nvSpPr>
        <p:spPr>
          <a:xfrm>
            <a:off x="1052903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1A00F07B-7640-DB00-1D80-B4B16E5A41D4}"/>
              </a:ext>
            </a:extLst>
          </p:cNvPr>
          <p:cNvSpPr/>
          <p:nvPr/>
        </p:nvSpPr>
        <p:spPr>
          <a:xfrm>
            <a:off x="1052903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BBE4650A-CA07-7DC3-05B9-E589C58ECA4A}"/>
              </a:ext>
            </a:extLst>
          </p:cNvPr>
          <p:cNvSpPr txBox="1"/>
          <p:nvPr/>
        </p:nvSpPr>
        <p:spPr>
          <a:xfrm>
            <a:off x="1050461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AEBC4931-C77D-76DF-C626-1B5B0967E3A2}"/>
              </a:ext>
            </a:extLst>
          </p:cNvPr>
          <p:cNvSpPr txBox="1"/>
          <p:nvPr/>
        </p:nvSpPr>
        <p:spPr>
          <a:xfrm>
            <a:off x="1049360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6B7E4D7-006F-6EA5-182B-4D2EAC3A0F66}"/>
              </a:ext>
            </a:extLst>
          </p:cNvPr>
          <p:cNvSpPr txBox="1"/>
          <p:nvPr/>
        </p:nvSpPr>
        <p:spPr>
          <a:xfrm>
            <a:off x="1049360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CC89A686-B6BB-A769-6901-4199081EF567}"/>
              </a:ext>
            </a:extLst>
          </p:cNvPr>
          <p:cNvSpPr txBox="1"/>
          <p:nvPr/>
        </p:nvSpPr>
        <p:spPr>
          <a:xfrm>
            <a:off x="1046070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F9B37DE-CEE7-9307-C08F-1E6A2C02288A}"/>
              </a:ext>
            </a:extLst>
          </p:cNvPr>
          <p:cNvCxnSpPr>
            <a:cxnSpLocks/>
          </p:cNvCxnSpPr>
          <p:nvPr/>
        </p:nvCxnSpPr>
        <p:spPr>
          <a:xfrm>
            <a:off x="1009762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9C801604-1F86-D88F-455D-038C5F40D33D}"/>
              </a:ext>
            </a:extLst>
          </p:cNvPr>
          <p:cNvCxnSpPr>
            <a:cxnSpLocks/>
          </p:cNvCxnSpPr>
          <p:nvPr/>
        </p:nvCxnSpPr>
        <p:spPr>
          <a:xfrm>
            <a:off x="1010376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46A5C91D-D691-461D-56DB-CB17D0877A14}"/>
              </a:ext>
            </a:extLst>
          </p:cNvPr>
          <p:cNvSpPr txBox="1"/>
          <p:nvPr/>
        </p:nvSpPr>
        <p:spPr>
          <a:xfrm>
            <a:off x="4438951" y="164367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B1801B7-8BDA-6699-ACB1-659FFF25BE40}"/>
              </a:ext>
            </a:extLst>
          </p:cNvPr>
          <p:cNvSpPr/>
          <p:nvPr/>
        </p:nvSpPr>
        <p:spPr>
          <a:xfrm>
            <a:off x="4188905" y="1537467"/>
            <a:ext cx="3720002" cy="4151719"/>
          </a:xfrm>
          <a:prstGeom prst="roundRect">
            <a:avLst>
              <a:gd name="adj" fmla="val 4189"/>
            </a:avLst>
          </a:prstGeom>
          <a:solidFill>
            <a:srgbClr val="8FAADC"/>
          </a:solidFill>
          <a:ln>
            <a:solidFill>
              <a:schemeClr val="bg1"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A5D2833-ACB4-B637-B247-29B59CC0E0C4}"/>
              </a:ext>
            </a:extLst>
          </p:cNvPr>
          <p:cNvSpPr txBox="1"/>
          <p:nvPr/>
        </p:nvSpPr>
        <p:spPr>
          <a:xfrm>
            <a:off x="5036591" y="1526505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05823ABF-1150-2B50-0BD1-A48C869E3B4D}"/>
              </a:ext>
            </a:extLst>
          </p:cNvPr>
          <p:cNvSpPr/>
          <p:nvPr/>
        </p:nvSpPr>
        <p:spPr>
          <a:xfrm>
            <a:off x="4434765" y="467504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1D057191-E26C-4275-30C2-CD93526429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61643"/>
              </p:ext>
            </p:extLst>
          </p:nvPr>
        </p:nvGraphicFramePr>
        <p:xfrm>
          <a:off x="6710528" y="317429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A9CEBBCD-F575-5276-D25F-9B09D5847E7C}"/>
              </a:ext>
            </a:extLst>
          </p:cNvPr>
          <p:cNvSpPr/>
          <p:nvPr/>
        </p:nvSpPr>
        <p:spPr>
          <a:xfrm rot="18582686">
            <a:off x="4806999" y="265826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C472CE08-E6BC-1A08-118E-46F2907966C5}"/>
              </a:ext>
            </a:extLst>
          </p:cNvPr>
          <p:cNvSpPr/>
          <p:nvPr/>
        </p:nvSpPr>
        <p:spPr>
          <a:xfrm rot="2839795" flipV="1">
            <a:off x="5351676" y="279469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113B4AB0-6028-8386-D44A-25C433EC1A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89547" y="2660296"/>
            <a:ext cx="507514" cy="507514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B126D413-6E9A-E71B-1B0E-EF8878D677E9}"/>
              </a:ext>
            </a:extLst>
          </p:cNvPr>
          <p:cNvGrpSpPr/>
          <p:nvPr/>
        </p:nvGrpSpPr>
        <p:grpSpPr>
          <a:xfrm>
            <a:off x="5874933" y="2216404"/>
            <a:ext cx="515427" cy="292388"/>
            <a:chOff x="6170069" y="2484693"/>
            <a:chExt cx="515427" cy="292388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06E2523-6DC7-0EBE-CF90-DFB1DD971FF9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22691AE2-D1AA-D162-30E3-5599D8534014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990786A5-80DE-1A0A-1F6C-C237D40DE2A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530BC1FA-7A79-B751-5CEC-D8FD189EB1D4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534F111C-396F-42A7-DF16-7FE889307135}"/>
              </a:ext>
            </a:extLst>
          </p:cNvPr>
          <p:cNvGrpSpPr/>
          <p:nvPr/>
        </p:nvGrpSpPr>
        <p:grpSpPr>
          <a:xfrm>
            <a:off x="5874933" y="2917380"/>
            <a:ext cx="515427" cy="292388"/>
            <a:chOff x="6170069" y="2484693"/>
            <a:chExt cx="515427" cy="292388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0A3A24DD-45CD-CCA1-3A8A-82086E76F99B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EFE3233D-E53A-1E1B-5919-AD0210B4F774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F919AC08-9331-0D4D-7D88-58337EEDCDEA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7DE6A6C2-7E49-4F66-AABC-94B76EA8E985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C37F90B-1FB1-88B3-3BF9-EDEFAE812ACC}"/>
              </a:ext>
            </a:extLst>
          </p:cNvPr>
          <p:cNvGrpSpPr/>
          <p:nvPr/>
        </p:nvGrpSpPr>
        <p:grpSpPr>
          <a:xfrm>
            <a:off x="5874933" y="3267868"/>
            <a:ext cx="515427" cy="292388"/>
            <a:chOff x="6170069" y="2484693"/>
            <a:chExt cx="515427" cy="292388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86B8A8BD-BCA9-C41D-ADCC-5CB7C9F0FC5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EC086ECC-BB13-7E62-CBB6-1A5D6F8471F5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5F82CFF1-76AA-E59A-3975-68EF82835921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25E1DDFC-6E57-084E-51DF-91681EDF2994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404E2905-C420-AC03-6376-42FE8B33D035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6E3BCD31-97BF-4B14-21BC-2D88C1962164}"/>
              </a:ext>
            </a:extLst>
          </p:cNvPr>
          <p:cNvGrpSpPr/>
          <p:nvPr/>
        </p:nvGrpSpPr>
        <p:grpSpPr>
          <a:xfrm>
            <a:off x="5874933" y="2566892"/>
            <a:ext cx="515427" cy="292388"/>
            <a:chOff x="5942497" y="2519648"/>
            <a:chExt cx="515427" cy="292388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CAF3CF9B-B6AC-FBBF-C9A2-06C20DDE6C41}"/>
                </a:ext>
              </a:extLst>
            </p:cNvPr>
            <p:cNvCxnSpPr>
              <a:cxnSpLocks/>
            </p:cNvCxnSpPr>
            <p:nvPr/>
          </p:nvCxnSpPr>
          <p:spPr>
            <a:xfrm>
              <a:off x="5953292" y="251964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94DA1937-0EDD-28C0-7B67-6AA0B5249030}"/>
                </a:ext>
              </a:extLst>
            </p:cNvPr>
            <p:cNvCxnSpPr>
              <a:cxnSpLocks/>
            </p:cNvCxnSpPr>
            <p:nvPr/>
          </p:nvCxnSpPr>
          <p:spPr>
            <a:xfrm>
              <a:off x="6021871" y="2724861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2F23A5C1-481D-8D3E-C64A-C5CFB0C19B4B}"/>
                </a:ext>
              </a:extLst>
            </p:cNvPr>
            <p:cNvCxnSpPr>
              <a:cxnSpLocks/>
            </p:cNvCxnSpPr>
            <p:nvPr/>
          </p:nvCxnSpPr>
          <p:spPr>
            <a:xfrm>
              <a:off x="6088546" y="265499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9FCB6361-B57B-6146-2EC4-9EEE87A79281}"/>
                </a:ext>
              </a:extLst>
            </p:cNvPr>
            <p:cNvCxnSpPr>
              <a:cxnSpLocks/>
            </p:cNvCxnSpPr>
            <p:nvPr/>
          </p:nvCxnSpPr>
          <p:spPr>
            <a:xfrm>
              <a:off x="6322861" y="254250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952B8D58-B46D-EB4E-4CA0-B81986B4C885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81" y="2669714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84DD1AAA-702F-6483-9F4C-B909AD7C0FCB}"/>
                </a:ext>
              </a:extLst>
            </p:cNvPr>
            <p:cNvCxnSpPr>
              <a:cxnSpLocks/>
            </p:cNvCxnSpPr>
            <p:nvPr/>
          </p:nvCxnSpPr>
          <p:spPr>
            <a:xfrm>
              <a:off x="5942497" y="280441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2BF59197-4064-87DA-1039-D74D7949F97F}"/>
              </a:ext>
            </a:extLst>
          </p:cNvPr>
          <p:cNvSpPr/>
          <p:nvPr/>
        </p:nvSpPr>
        <p:spPr>
          <a:xfrm>
            <a:off x="6480468" y="224180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281DC639-E8BC-FD8E-3A5E-8EB8494BF491}"/>
              </a:ext>
            </a:extLst>
          </p:cNvPr>
          <p:cNvGrpSpPr/>
          <p:nvPr/>
        </p:nvGrpSpPr>
        <p:grpSpPr>
          <a:xfrm>
            <a:off x="6897136" y="2527240"/>
            <a:ext cx="515427" cy="292388"/>
            <a:chOff x="6170069" y="2484693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DE2C7BB3-0540-B287-02B8-0E9F012D85E2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C6F8274D-DB99-C866-2F77-113F07E81729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DD8153A6-0A21-A484-C04A-3F8C080A1E7B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929368F2-9575-E7F2-3950-D664685E027B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C9E3CF58-BF8A-7A1E-FB41-A40A9DEACE13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36A342AD-7764-729D-5D9A-3773DCE52C2B}"/>
              </a:ext>
            </a:extLst>
          </p:cNvPr>
          <p:cNvCxnSpPr>
            <a:cxnSpLocks/>
          </p:cNvCxnSpPr>
          <p:nvPr/>
        </p:nvCxnSpPr>
        <p:spPr>
          <a:xfrm flipH="1">
            <a:off x="6903720" y="2819019"/>
            <a:ext cx="68580" cy="35496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DB81BFBA-8733-A165-1E5B-DB3BED1A2F14}"/>
              </a:ext>
            </a:extLst>
          </p:cNvPr>
          <p:cNvCxnSpPr>
            <a:cxnSpLocks/>
          </p:cNvCxnSpPr>
          <p:nvPr/>
        </p:nvCxnSpPr>
        <p:spPr>
          <a:xfrm>
            <a:off x="7044690" y="2817114"/>
            <a:ext cx="318770" cy="35687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83A3095C-6C82-5A82-F0A1-5511862EFD4D}"/>
              </a:ext>
            </a:extLst>
          </p:cNvPr>
          <p:cNvCxnSpPr>
            <a:cxnSpLocks/>
          </p:cNvCxnSpPr>
          <p:nvPr/>
        </p:nvCxnSpPr>
        <p:spPr>
          <a:xfrm>
            <a:off x="7280910" y="2815209"/>
            <a:ext cx="316230" cy="35877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14B68075-F488-EF74-ED3F-2493EBC77A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890424"/>
              </p:ext>
            </p:extLst>
          </p:nvPr>
        </p:nvGraphicFramePr>
        <p:xfrm>
          <a:off x="6655581" y="445724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97B80AA4-F5F5-528F-C013-D91E97751968}"/>
              </a:ext>
            </a:extLst>
          </p:cNvPr>
          <p:cNvGrpSpPr/>
          <p:nvPr/>
        </p:nvGrpSpPr>
        <p:grpSpPr>
          <a:xfrm>
            <a:off x="5933031" y="5065095"/>
            <a:ext cx="515427" cy="292388"/>
            <a:chOff x="5874933" y="4639439"/>
            <a:chExt cx="515427" cy="292388"/>
          </a:xfrm>
        </p:grpSpPr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16A27E66-0602-2E11-2369-EA1B5A763CEC}"/>
                </a:ext>
              </a:extLst>
            </p:cNvPr>
            <p:cNvCxnSpPr>
              <a:cxnSpLocks/>
            </p:cNvCxnSpPr>
            <p:nvPr/>
          </p:nvCxnSpPr>
          <p:spPr>
            <a:xfrm>
              <a:off x="6024142" y="4862985"/>
              <a:ext cx="0" cy="5034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6703C8E6-C2B1-E747-23BA-3B201CB3E30F}"/>
                </a:ext>
              </a:extLst>
            </p:cNvPr>
            <p:cNvGrpSpPr/>
            <p:nvPr/>
          </p:nvGrpSpPr>
          <p:grpSpPr>
            <a:xfrm>
              <a:off x="5874933" y="4639439"/>
              <a:ext cx="515427" cy="292388"/>
              <a:chOff x="5948198" y="4244723"/>
              <a:chExt cx="515427" cy="292388"/>
            </a:xfrm>
          </p:grpSpPr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829FB7CF-8767-C509-2EB9-A053FAF489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8993" y="4244723"/>
                <a:ext cx="0" cy="292388"/>
              </a:xfrm>
              <a:prstGeom prst="line">
                <a:avLst/>
              </a:prstGeom>
              <a:ln w="28575">
                <a:solidFill>
                  <a:srgbClr val="333F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65BAFA66-7AAE-234D-0F80-880B2CBF4E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5207" y="4380071"/>
                <a:ext cx="0" cy="139731"/>
              </a:xfrm>
              <a:prstGeom prst="lin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F68566A9-8328-B4E6-613D-8EA50E09AF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4422" y="4267583"/>
                <a:ext cx="0" cy="252219"/>
              </a:xfrm>
              <a:prstGeom prst="line">
                <a:avLst/>
              </a:prstGeom>
              <a:ln w="28575">
                <a:solidFill>
                  <a:schemeClr val="bg1">
                    <a:lumMod val="9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AE33D3E4-906E-46CA-DED9-49272C2EA4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198" y="4529491"/>
                <a:ext cx="515427" cy="0"/>
              </a:xfrm>
              <a:prstGeom prst="line">
                <a:avLst/>
              </a:prstGeom>
              <a:ln w="28575">
                <a:solidFill>
                  <a:srgbClr val="333F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69AE4909-58C6-56DF-431E-3109B558E772}"/>
              </a:ext>
            </a:extLst>
          </p:cNvPr>
          <p:cNvGrpSpPr/>
          <p:nvPr/>
        </p:nvGrpSpPr>
        <p:grpSpPr>
          <a:xfrm>
            <a:off x="5933031" y="4450018"/>
            <a:ext cx="515427" cy="292388"/>
            <a:chOff x="5932170" y="4450018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D4BC5582-DBD5-BC80-D630-F3E9E639431D}"/>
                </a:ext>
              </a:extLst>
            </p:cNvPr>
            <p:cNvCxnSpPr>
              <a:cxnSpLocks/>
            </p:cNvCxnSpPr>
            <p:nvPr/>
          </p:nvCxnSpPr>
          <p:spPr>
            <a:xfrm>
              <a:off x="5942965" y="445001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2918C48D-E93E-6E72-4ADF-C7FB9341B5B8}"/>
                </a:ext>
              </a:extLst>
            </p:cNvPr>
            <p:cNvCxnSpPr>
              <a:cxnSpLocks/>
            </p:cNvCxnSpPr>
            <p:nvPr/>
          </p:nvCxnSpPr>
          <p:spPr>
            <a:xfrm>
              <a:off x="6139813" y="458536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6C10C2F2-6D81-56AB-974D-B3750E47E6E9}"/>
                </a:ext>
              </a:extLst>
            </p:cNvPr>
            <p:cNvCxnSpPr>
              <a:cxnSpLocks/>
            </p:cNvCxnSpPr>
            <p:nvPr/>
          </p:nvCxnSpPr>
          <p:spPr>
            <a:xfrm>
              <a:off x="6208394" y="447287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D1C318A6-D98A-42DC-67CB-628F21A662B2}"/>
                </a:ext>
              </a:extLst>
            </p:cNvPr>
            <p:cNvCxnSpPr>
              <a:cxnSpLocks/>
            </p:cNvCxnSpPr>
            <p:nvPr/>
          </p:nvCxnSpPr>
          <p:spPr>
            <a:xfrm>
              <a:off x="5932170" y="473478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7A206327-508C-B92E-6F59-44BF6116A54C}"/>
              </a:ext>
            </a:extLst>
          </p:cNvPr>
          <p:cNvGraphicFramePr>
            <a:graphicFrameLocks noGrp="1"/>
          </p:cNvGraphicFramePr>
          <p:nvPr/>
        </p:nvGraphicFramePr>
        <p:xfrm>
          <a:off x="8457815" y="287562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B60123CB-3D55-B6E8-7ABD-114922CDC434}"/>
              </a:ext>
            </a:extLst>
          </p:cNvPr>
          <p:cNvGraphicFramePr>
            <a:graphicFrameLocks noGrp="1"/>
          </p:cNvGraphicFramePr>
          <p:nvPr/>
        </p:nvGraphicFramePr>
        <p:xfrm>
          <a:off x="8492312" y="343185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2D017B93-B5BD-3D11-34C1-6827E76932D3}"/>
              </a:ext>
            </a:extLst>
          </p:cNvPr>
          <p:cNvGraphicFramePr>
            <a:graphicFrameLocks noGrp="1"/>
          </p:cNvGraphicFramePr>
          <p:nvPr/>
        </p:nvGraphicFramePr>
        <p:xfrm>
          <a:off x="8369145" y="44500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35" name="Flowchart: Punched Tape 334">
            <a:extLst>
              <a:ext uri="{FF2B5EF4-FFF2-40B4-BE49-F238E27FC236}">
                <a16:creationId xmlns:a16="http://schemas.microsoft.com/office/drawing/2014/main" id="{D2E99A22-144D-19A2-11EC-A05DD51B449C}"/>
              </a:ext>
            </a:extLst>
          </p:cNvPr>
          <p:cNvSpPr/>
          <p:nvPr/>
        </p:nvSpPr>
        <p:spPr>
          <a:xfrm>
            <a:off x="8194144" y="5905738"/>
            <a:ext cx="3385911" cy="1110758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confusion? I think we use the raw spectra in validation</a:t>
            </a:r>
          </a:p>
        </p:txBody>
      </p:sp>
      <p:sp>
        <p:nvSpPr>
          <p:cNvPr id="69" name="Pentagon 68">
            <a:extLst>
              <a:ext uri="{FF2B5EF4-FFF2-40B4-BE49-F238E27FC236}">
                <a16:creationId xmlns:a16="http://schemas.microsoft.com/office/drawing/2014/main" id="{E0D2F22C-8A85-04CD-5FDD-471AE97879AE}"/>
              </a:ext>
            </a:extLst>
          </p:cNvPr>
          <p:cNvSpPr/>
          <p:nvPr/>
        </p:nvSpPr>
        <p:spPr>
          <a:xfrm>
            <a:off x="4429685" y="269805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E64D501-8622-FF9D-A251-68AC699193CE}"/>
              </a:ext>
            </a:extLst>
          </p:cNvPr>
          <p:cNvSpPr/>
          <p:nvPr/>
        </p:nvSpPr>
        <p:spPr>
          <a:xfrm>
            <a:off x="4349134" y="2001729"/>
            <a:ext cx="3374402" cy="1790955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1BAC7B-F39F-EF4D-F4F6-E9AB11FA3458}"/>
              </a:ext>
            </a:extLst>
          </p:cNvPr>
          <p:cNvSpPr txBox="1"/>
          <p:nvPr/>
        </p:nvSpPr>
        <p:spPr>
          <a:xfrm>
            <a:off x="5600120" y="1846611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C9F835C-6842-C21E-FA11-37DC7C85AE71}"/>
              </a:ext>
            </a:extLst>
          </p:cNvPr>
          <p:cNvSpPr/>
          <p:nvPr/>
        </p:nvSpPr>
        <p:spPr>
          <a:xfrm>
            <a:off x="4349135" y="4036002"/>
            <a:ext cx="3374401" cy="153929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E43399-9B84-FAAF-383B-4B17CC4EA724}"/>
              </a:ext>
            </a:extLst>
          </p:cNvPr>
          <p:cNvSpPr txBox="1"/>
          <p:nvPr/>
        </p:nvSpPr>
        <p:spPr>
          <a:xfrm>
            <a:off x="5500727" y="3880884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04AD5304-472E-0E51-9675-DD4FE1B201C4}"/>
              </a:ext>
            </a:extLst>
          </p:cNvPr>
          <p:cNvSpPr/>
          <p:nvPr/>
        </p:nvSpPr>
        <p:spPr>
          <a:xfrm rot="18582686">
            <a:off x="4812079" y="463584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7CED4EA3-0245-5293-FC42-733BD643E948}"/>
              </a:ext>
            </a:extLst>
          </p:cNvPr>
          <p:cNvSpPr/>
          <p:nvPr/>
        </p:nvSpPr>
        <p:spPr>
          <a:xfrm rot="2839795" flipV="1">
            <a:off x="5356756" y="477227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63002A67-0F4C-32B0-9BD1-A62273B2C2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94627" y="463728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642E832-FB16-BFCE-2903-7A0A86CEE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9186041"/>
              </p:ext>
            </p:extLst>
          </p:nvPr>
        </p:nvGraphicFramePr>
        <p:xfrm>
          <a:off x="6655581" y="507412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F97349BC-D1FB-7B89-DE22-9996C489AEA7}"/>
              </a:ext>
            </a:extLst>
          </p:cNvPr>
          <p:cNvSpPr/>
          <p:nvPr/>
        </p:nvSpPr>
        <p:spPr>
          <a:xfrm>
            <a:off x="8282070" y="4935342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AD449FE5-29A2-88E7-8D44-223EA0CFABAD}"/>
              </a:ext>
            </a:extLst>
          </p:cNvPr>
          <p:cNvSpPr txBox="1"/>
          <p:nvPr/>
        </p:nvSpPr>
        <p:spPr>
          <a:xfrm>
            <a:off x="9467051" y="498492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25112E54-5EED-C1F0-0BAB-010D04AF074E}"/>
              </a:ext>
            </a:extLst>
          </p:cNvPr>
          <p:cNvSpPr/>
          <p:nvPr/>
        </p:nvSpPr>
        <p:spPr>
          <a:xfrm>
            <a:off x="9727234" y="5087674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660E92E3-8FDF-2CB4-43D0-778924BDCDE1}"/>
              </a:ext>
            </a:extLst>
          </p:cNvPr>
          <p:cNvSpPr/>
          <p:nvPr/>
        </p:nvSpPr>
        <p:spPr>
          <a:xfrm>
            <a:off x="10529033" y="503753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4D3892EF-28CC-4425-77E7-F5E0034B9A05}"/>
              </a:ext>
            </a:extLst>
          </p:cNvPr>
          <p:cNvSpPr txBox="1"/>
          <p:nvPr/>
        </p:nvSpPr>
        <p:spPr>
          <a:xfrm>
            <a:off x="10493602" y="504263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2408D152-1412-56D2-92D1-852D8363ADE1}"/>
              </a:ext>
            </a:extLst>
          </p:cNvPr>
          <p:cNvCxnSpPr>
            <a:cxnSpLocks/>
          </p:cNvCxnSpPr>
          <p:nvPr/>
        </p:nvCxnSpPr>
        <p:spPr>
          <a:xfrm>
            <a:off x="10103761" y="5169589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DAC659D1-3DC3-2BE9-6834-3B3CEF687153}"/>
              </a:ext>
            </a:extLst>
          </p:cNvPr>
          <p:cNvGraphicFramePr>
            <a:graphicFrameLocks noGrp="1"/>
          </p:cNvGraphicFramePr>
          <p:nvPr/>
        </p:nvGraphicFramePr>
        <p:xfrm>
          <a:off x="8369145" y="4994443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DC416E88-CC14-3BBC-6A60-F6FAAF142F01}"/>
              </a:ext>
            </a:extLst>
          </p:cNvPr>
          <p:cNvCxnSpPr>
            <a:cxnSpLocks/>
          </p:cNvCxnSpPr>
          <p:nvPr/>
        </p:nvCxnSpPr>
        <p:spPr>
          <a:xfrm>
            <a:off x="6139813" y="4734423"/>
            <a:ext cx="0" cy="7200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99444FEB-9241-C51A-E6C9-7DD223E4EF38}"/>
              </a:ext>
            </a:extLst>
          </p:cNvPr>
          <p:cNvCxnSpPr>
            <a:cxnSpLocks/>
          </p:cNvCxnSpPr>
          <p:nvPr/>
        </p:nvCxnSpPr>
        <p:spPr>
          <a:xfrm flipV="1">
            <a:off x="6134100" y="4815840"/>
            <a:ext cx="817245" cy="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A91CC187-45A8-2F6B-6679-F69C86A28B8B}"/>
              </a:ext>
            </a:extLst>
          </p:cNvPr>
          <p:cNvCxnSpPr>
            <a:cxnSpLocks/>
          </p:cNvCxnSpPr>
          <p:nvPr/>
        </p:nvCxnSpPr>
        <p:spPr>
          <a:xfrm flipH="1">
            <a:off x="6947855" y="4728520"/>
            <a:ext cx="633" cy="93035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FAC38246-42B0-02D4-72FA-772F985C7F6C}"/>
              </a:ext>
            </a:extLst>
          </p:cNvPr>
          <p:cNvCxnSpPr>
            <a:cxnSpLocks/>
          </p:cNvCxnSpPr>
          <p:nvPr/>
        </p:nvCxnSpPr>
        <p:spPr>
          <a:xfrm>
            <a:off x="6211584" y="5347045"/>
            <a:ext cx="0" cy="16793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584E0D35-6B05-CAC8-29D1-A847EE59BAD0}"/>
              </a:ext>
            </a:extLst>
          </p:cNvPr>
          <p:cNvCxnSpPr>
            <a:cxnSpLocks/>
          </p:cNvCxnSpPr>
          <p:nvPr/>
        </p:nvCxnSpPr>
        <p:spPr>
          <a:xfrm>
            <a:off x="6206648" y="5532120"/>
            <a:ext cx="1321602" cy="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5D7862DF-4672-9052-7897-9C9037457F0B}"/>
              </a:ext>
            </a:extLst>
          </p:cNvPr>
          <p:cNvCxnSpPr>
            <a:cxnSpLocks/>
          </p:cNvCxnSpPr>
          <p:nvPr/>
        </p:nvCxnSpPr>
        <p:spPr>
          <a:xfrm>
            <a:off x="7528250" y="5337931"/>
            <a:ext cx="0" cy="194189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E6265F05-24CE-C85A-04A2-5C846CD2E2EB}"/>
              </a:ext>
            </a:extLst>
          </p:cNvPr>
          <p:cNvCxnSpPr>
            <a:cxnSpLocks/>
          </p:cNvCxnSpPr>
          <p:nvPr/>
        </p:nvCxnSpPr>
        <p:spPr>
          <a:xfrm>
            <a:off x="6137289" y="5347045"/>
            <a:ext cx="0" cy="116495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FAE725C8-4E32-BFCA-3057-660EE041D819}"/>
              </a:ext>
            </a:extLst>
          </p:cNvPr>
          <p:cNvCxnSpPr>
            <a:cxnSpLocks/>
          </p:cNvCxnSpPr>
          <p:nvPr/>
        </p:nvCxnSpPr>
        <p:spPr>
          <a:xfrm>
            <a:off x="6082044" y="5347044"/>
            <a:ext cx="0" cy="7200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84AB99C0-3883-AF50-8E72-34B77D7FAE57}"/>
              </a:ext>
            </a:extLst>
          </p:cNvPr>
          <p:cNvCxnSpPr>
            <a:cxnSpLocks/>
          </p:cNvCxnSpPr>
          <p:nvPr/>
        </p:nvCxnSpPr>
        <p:spPr>
          <a:xfrm>
            <a:off x="6207774" y="4734423"/>
            <a:ext cx="0" cy="124988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2247D55E-5002-C866-FA9D-1F74EA3F46A8}"/>
              </a:ext>
            </a:extLst>
          </p:cNvPr>
          <p:cNvCxnSpPr>
            <a:cxnSpLocks/>
          </p:cNvCxnSpPr>
          <p:nvPr/>
        </p:nvCxnSpPr>
        <p:spPr>
          <a:xfrm>
            <a:off x="6202680" y="4863465"/>
            <a:ext cx="1331600" cy="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3A065CCD-3E95-E5BF-DC28-2B7C9EA2565E}"/>
              </a:ext>
            </a:extLst>
          </p:cNvPr>
          <p:cNvCxnSpPr>
            <a:cxnSpLocks/>
          </p:cNvCxnSpPr>
          <p:nvPr/>
        </p:nvCxnSpPr>
        <p:spPr>
          <a:xfrm flipH="1">
            <a:off x="7530472" y="4728520"/>
            <a:ext cx="638" cy="14828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379CEA75-EB26-11BC-C07B-8EBF5EE5AFA9}"/>
              </a:ext>
            </a:extLst>
          </p:cNvPr>
          <p:cNvCxnSpPr>
            <a:cxnSpLocks/>
          </p:cNvCxnSpPr>
          <p:nvPr/>
        </p:nvCxnSpPr>
        <p:spPr>
          <a:xfrm>
            <a:off x="6947535" y="5337931"/>
            <a:ext cx="0" cy="149617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BB68FFEF-49CE-706C-47B7-381955EDF3C9}"/>
              </a:ext>
            </a:extLst>
          </p:cNvPr>
          <p:cNvCxnSpPr>
            <a:cxnSpLocks/>
          </p:cNvCxnSpPr>
          <p:nvPr/>
        </p:nvCxnSpPr>
        <p:spPr>
          <a:xfrm>
            <a:off x="6829425" y="5337931"/>
            <a:ext cx="0" cy="65905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0A244555-1003-4B00-EB87-04879158B643}"/>
              </a:ext>
            </a:extLst>
          </p:cNvPr>
          <p:cNvCxnSpPr>
            <a:cxnSpLocks/>
          </p:cNvCxnSpPr>
          <p:nvPr/>
        </p:nvCxnSpPr>
        <p:spPr>
          <a:xfrm flipV="1">
            <a:off x="6130448" y="5478780"/>
            <a:ext cx="826612" cy="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0F65936F-5587-96D0-FF88-961C4A9C0357}"/>
              </a:ext>
            </a:extLst>
          </p:cNvPr>
          <p:cNvCxnSpPr>
            <a:cxnSpLocks/>
          </p:cNvCxnSpPr>
          <p:nvPr/>
        </p:nvCxnSpPr>
        <p:spPr>
          <a:xfrm>
            <a:off x="6077108" y="5403836"/>
            <a:ext cx="752317" cy="0"/>
          </a:xfrm>
          <a:prstGeom prst="line">
            <a:avLst/>
          </a:prstGeom>
          <a:ln w="12700" cmpd="sng">
            <a:solidFill>
              <a:srgbClr val="F0F8FA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56982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A172E3-8EB3-A143-9602-CBB59813F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4F1C0E99-7240-297B-8BB8-74A977D6EA3F}"/>
              </a:ext>
            </a:extLst>
          </p:cNvPr>
          <p:cNvSpPr/>
          <p:nvPr/>
        </p:nvSpPr>
        <p:spPr>
          <a:xfrm>
            <a:off x="0" y="2468364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B25596D-63E4-F981-8622-F9CA25ABAA31}"/>
              </a:ext>
            </a:extLst>
          </p:cNvPr>
          <p:cNvSpPr/>
          <p:nvPr/>
        </p:nvSpPr>
        <p:spPr>
          <a:xfrm>
            <a:off x="428753" y="1478646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CDA5603C-1A8F-56A4-8107-135FAFEC1EFC}"/>
              </a:ext>
            </a:extLst>
          </p:cNvPr>
          <p:cNvSpPr txBox="1"/>
          <p:nvPr/>
        </p:nvSpPr>
        <p:spPr>
          <a:xfrm>
            <a:off x="1332605" y="47426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AC1B31F-9D6B-88CE-D48F-B12F23D682D2}"/>
              </a:ext>
            </a:extLst>
          </p:cNvPr>
          <p:cNvGrpSpPr/>
          <p:nvPr/>
        </p:nvGrpSpPr>
        <p:grpSpPr>
          <a:xfrm>
            <a:off x="2244324" y="248048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0F3355CF-C673-E6D3-EA82-C3D4D6A1E392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D5C4B76-7F9B-F759-0846-6AAE5041DB3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333CF3C8-A1BB-0B9F-B1B5-AE594A1F66E6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532921ED-DECA-D721-45E5-6631C2EBC063}"/>
              </a:ext>
            </a:extLst>
          </p:cNvPr>
          <p:cNvSpPr/>
          <p:nvPr/>
        </p:nvSpPr>
        <p:spPr>
          <a:xfrm>
            <a:off x="608286" y="257134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E91362-AF48-AF18-998D-097812F3FDC1}"/>
              </a:ext>
            </a:extLst>
          </p:cNvPr>
          <p:cNvSpPr txBox="1"/>
          <p:nvPr/>
        </p:nvSpPr>
        <p:spPr>
          <a:xfrm>
            <a:off x="1286371" y="156910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6161C5C-BC22-1A35-0F64-D44D2FDDA2EE}"/>
              </a:ext>
            </a:extLst>
          </p:cNvPr>
          <p:cNvSpPr txBox="1"/>
          <p:nvPr/>
        </p:nvSpPr>
        <p:spPr>
          <a:xfrm>
            <a:off x="603942" y="408784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D6C8027-390C-BC42-231A-ED171FCFB2CA}"/>
              </a:ext>
            </a:extLst>
          </p:cNvPr>
          <p:cNvGrpSpPr/>
          <p:nvPr/>
        </p:nvGrpSpPr>
        <p:grpSpPr>
          <a:xfrm>
            <a:off x="2145609" y="219678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8868BD0-5CE6-853A-823A-548168A3E7A9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159C5B3-97F3-664C-6E53-F950A745DC93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37101D51-36E0-C7D6-C591-576AD83FD89C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E18BD70A-FFC9-5ABB-8C6E-EE7DA97DABAA}"/>
              </a:ext>
            </a:extLst>
          </p:cNvPr>
          <p:cNvSpPr/>
          <p:nvPr/>
        </p:nvSpPr>
        <p:spPr>
          <a:xfrm>
            <a:off x="814558" y="346788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D528ED62-F10B-6660-4283-D9E94370F10C}"/>
              </a:ext>
            </a:extLst>
          </p:cNvPr>
          <p:cNvSpPr/>
          <p:nvPr/>
        </p:nvSpPr>
        <p:spPr>
          <a:xfrm>
            <a:off x="1616929" y="337938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9F5B1B7E-439F-4991-B2B5-B4314D568C36}"/>
              </a:ext>
            </a:extLst>
          </p:cNvPr>
          <p:cNvSpPr/>
          <p:nvPr/>
        </p:nvSpPr>
        <p:spPr>
          <a:xfrm>
            <a:off x="1239836" y="363130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ADA1EE5-9724-9B1E-607E-AC697A8A8B64}"/>
              </a:ext>
            </a:extLst>
          </p:cNvPr>
          <p:cNvSpPr/>
          <p:nvPr/>
        </p:nvSpPr>
        <p:spPr>
          <a:xfrm>
            <a:off x="1636015" y="294040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9F29745D-9853-755C-375C-349226C55F45}"/>
              </a:ext>
            </a:extLst>
          </p:cNvPr>
          <p:cNvSpPr/>
          <p:nvPr/>
        </p:nvSpPr>
        <p:spPr>
          <a:xfrm>
            <a:off x="732324" y="294680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A0AA2AF-01A5-AC05-0F56-495E2D53D964}"/>
              </a:ext>
            </a:extLst>
          </p:cNvPr>
          <p:cNvSpPr txBox="1"/>
          <p:nvPr/>
        </p:nvSpPr>
        <p:spPr>
          <a:xfrm>
            <a:off x="1568528" y="299336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EF12556-1CF7-71A6-CE36-9F1F479A9B59}"/>
              </a:ext>
            </a:extLst>
          </p:cNvPr>
          <p:cNvSpPr txBox="1"/>
          <p:nvPr/>
        </p:nvSpPr>
        <p:spPr>
          <a:xfrm>
            <a:off x="1541357" y="342726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D6583FF-A1FD-2429-CF88-FE4214718C2E}"/>
              </a:ext>
            </a:extLst>
          </p:cNvPr>
          <p:cNvSpPr txBox="1"/>
          <p:nvPr/>
        </p:nvSpPr>
        <p:spPr>
          <a:xfrm>
            <a:off x="1166251" y="366638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3B7B942-5E39-F1B9-F364-1519FDC18CB2}"/>
              </a:ext>
            </a:extLst>
          </p:cNvPr>
          <p:cNvSpPr txBox="1"/>
          <p:nvPr/>
        </p:nvSpPr>
        <p:spPr>
          <a:xfrm>
            <a:off x="734956" y="350732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C5E8118-C52C-9810-A649-0C7F37021A34}"/>
              </a:ext>
            </a:extLst>
          </p:cNvPr>
          <p:cNvSpPr txBox="1"/>
          <p:nvPr/>
        </p:nvSpPr>
        <p:spPr>
          <a:xfrm>
            <a:off x="685540" y="301363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16A7F3F1-4AA9-EF21-3B83-4839E75641EF}"/>
              </a:ext>
            </a:extLst>
          </p:cNvPr>
          <p:cNvSpPr/>
          <p:nvPr/>
        </p:nvSpPr>
        <p:spPr>
          <a:xfrm>
            <a:off x="1176105" y="273298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21F0C04-A62E-1A48-B004-13EF1CFC0FCC}"/>
              </a:ext>
            </a:extLst>
          </p:cNvPr>
          <p:cNvSpPr txBox="1"/>
          <p:nvPr/>
        </p:nvSpPr>
        <p:spPr>
          <a:xfrm>
            <a:off x="1129321" y="279981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B1B8867C-1787-8BC6-CE9F-1967D69A8118}"/>
              </a:ext>
            </a:extLst>
          </p:cNvPr>
          <p:cNvGrpSpPr/>
          <p:nvPr/>
        </p:nvGrpSpPr>
        <p:grpSpPr>
          <a:xfrm>
            <a:off x="2900065" y="201330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EA68FAB4-DC2E-2E8C-839D-CEA013A10C7F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AD319DC5-5B6B-A49B-CC63-814B441F7F9A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40EAEE15-C9F1-E136-F0E4-918E3B44FB72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3230424E-9D50-3C01-E70A-3948D469FC80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727381C-246B-0355-F078-9230B76CE324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C7CC3376-A741-40EE-5D09-A60520A21A1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560C80BA-7568-8725-AF9E-FC8022DC9186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9D3D7035-7060-D79F-48C1-0CB083FCAD19}"/>
              </a:ext>
            </a:extLst>
          </p:cNvPr>
          <p:cNvGrpSpPr/>
          <p:nvPr/>
        </p:nvGrpSpPr>
        <p:grpSpPr>
          <a:xfrm>
            <a:off x="2900065" y="296336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6C5E004F-6DA6-6BC1-93E0-4E98F75FAEFA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7FE933B9-D6DE-730B-5A9D-10EEE2E86A5C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39F88A57-ADA2-8D09-3D28-064E7FCC27C1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30158573-1E72-3D17-DB4B-ED41F971F951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D07A5BA-5DA4-2EB5-8A2F-C0EDF260B7D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FB899007-AD19-D293-929A-466991A28F6A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2BC9DD7E-4854-A454-5D5E-A11544D4592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D816891-83B4-6C69-2449-1736CE2AEFA6}"/>
              </a:ext>
            </a:extLst>
          </p:cNvPr>
          <p:cNvGrpSpPr/>
          <p:nvPr/>
        </p:nvGrpSpPr>
        <p:grpSpPr>
          <a:xfrm>
            <a:off x="2900065" y="391342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D041B414-4D87-2629-A45A-1C453F9A99C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DB0B7D4-CAD1-3EC9-3C60-55A277984888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D0E1376B-AB1C-1E48-AFFF-2F1CA3CD57E7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FB598911-1299-A665-DF43-500E8AD4BEF1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FC7D40E0-E604-C434-4C5E-BAEE2591C4AE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FBDD14AF-2F3B-3E82-C8AC-285E8482553B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71F6AB92-906B-CB2F-1AC4-0A938E0AF9F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31E9CEB9-6C26-A7EB-7187-FF01108CDA80}"/>
              </a:ext>
            </a:extLst>
          </p:cNvPr>
          <p:cNvSpPr/>
          <p:nvPr/>
        </p:nvSpPr>
        <p:spPr>
          <a:xfrm>
            <a:off x="752687" y="470565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1F3AE5CB-5E2F-9E21-3912-6D884DEA3F0F}"/>
              </a:ext>
            </a:extLst>
          </p:cNvPr>
          <p:cNvSpPr/>
          <p:nvPr/>
        </p:nvSpPr>
        <p:spPr>
          <a:xfrm rot="7639531">
            <a:off x="1810852" y="477412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AF1F150D-F25E-3490-2768-E961355E2A41}"/>
              </a:ext>
            </a:extLst>
          </p:cNvPr>
          <p:cNvSpPr/>
          <p:nvPr/>
        </p:nvSpPr>
        <p:spPr>
          <a:xfrm rot="18409040">
            <a:off x="1207230" y="48107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1618C675-E4D3-1A28-C27C-FE82259F3CD1}"/>
              </a:ext>
            </a:extLst>
          </p:cNvPr>
          <p:cNvSpPr/>
          <p:nvPr/>
        </p:nvSpPr>
        <p:spPr>
          <a:xfrm>
            <a:off x="838512" y="490348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F9AD07-21BD-CDE9-B79A-F02322DC7E1C}"/>
              </a:ext>
            </a:extLst>
          </p:cNvPr>
          <p:cNvSpPr txBox="1"/>
          <p:nvPr/>
        </p:nvSpPr>
        <p:spPr>
          <a:xfrm>
            <a:off x="820920" y="500761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80E742D3-D22F-7D4F-4C94-D8ED55B7AE90}"/>
              </a:ext>
            </a:extLst>
          </p:cNvPr>
          <p:cNvSpPr/>
          <p:nvPr/>
        </p:nvSpPr>
        <p:spPr>
          <a:xfrm rot="3190960" flipV="1">
            <a:off x="1074488" y="484426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26F166F-F70C-2817-9EF2-34A7AE4C78B8}"/>
              </a:ext>
            </a:extLst>
          </p:cNvPr>
          <p:cNvCxnSpPr>
            <a:cxnSpLocks/>
          </p:cNvCxnSpPr>
          <p:nvPr/>
        </p:nvCxnSpPr>
        <p:spPr>
          <a:xfrm flipV="1">
            <a:off x="1231331" y="513746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D1DAAAE7-67B8-DF01-798D-5B7FEE2C0F5F}"/>
              </a:ext>
            </a:extLst>
          </p:cNvPr>
          <p:cNvSpPr txBox="1"/>
          <p:nvPr/>
        </p:nvSpPr>
        <p:spPr>
          <a:xfrm>
            <a:off x="1422337" y="502990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3EAE8E8-7683-7C09-3368-0F8EC13812E6}"/>
              </a:ext>
            </a:extLst>
          </p:cNvPr>
          <p:cNvSpPr txBox="1"/>
          <p:nvPr/>
        </p:nvSpPr>
        <p:spPr>
          <a:xfrm>
            <a:off x="1193196" y="529363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640803C1-E9D2-C696-B385-AD2BA31D30FB}"/>
              </a:ext>
            </a:extLst>
          </p:cNvPr>
          <p:cNvSpPr/>
          <p:nvPr/>
        </p:nvSpPr>
        <p:spPr>
          <a:xfrm>
            <a:off x="8161467" y="1478646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527C43D-44E9-E39B-FB42-DEE186E02457}"/>
              </a:ext>
            </a:extLst>
          </p:cNvPr>
          <p:cNvSpPr txBox="1"/>
          <p:nvPr/>
        </p:nvSpPr>
        <p:spPr>
          <a:xfrm>
            <a:off x="8928167" y="156910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AB860A10-68CA-EC09-5A26-3E706DF142C0}"/>
              </a:ext>
            </a:extLst>
          </p:cNvPr>
          <p:cNvSpPr/>
          <p:nvPr/>
        </p:nvSpPr>
        <p:spPr>
          <a:xfrm>
            <a:off x="8308444" y="2372216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56957538-649D-7C0D-8F98-94246BF0C6B8}"/>
              </a:ext>
            </a:extLst>
          </p:cNvPr>
          <p:cNvSpPr/>
          <p:nvPr/>
        </p:nvSpPr>
        <p:spPr>
          <a:xfrm>
            <a:off x="8396370" y="2563835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C1D89FA6-CC08-B558-603A-50C5B4771B3A}"/>
              </a:ext>
            </a:extLst>
          </p:cNvPr>
          <p:cNvSpPr txBox="1"/>
          <p:nvPr/>
        </p:nvSpPr>
        <p:spPr>
          <a:xfrm>
            <a:off x="9581351" y="26134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8E801238-BB61-7465-0DA9-7C4DBF7B3EBD}"/>
              </a:ext>
            </a:extLst>
          </p:cNvPr>
          <p:cNvSpPr/>
          <p:nvPr/>
        </p:nvSpPr>
        <p:spPr>
          <a:xfrm>
            <a:off x="9841534" y="2716167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6B623A89-19EA-A3C5-21E9-BE8EA4F7A07B}"/>
              </a:ext>
            </a:extLst>
          </p:cNvPr>
          <p:cNvSpPr/>
          <p:nvPr/>
        </p:nvSpPr>
        <p:spPr>
          <a:xfrm>
            <a:off x="8396370" y="3120626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ECB77CC8-FEB0-4F6D-BCD2-DEBCF490FCCD}"/>
              </a:ext>
            </a:extLst>
          </p:cNvPr>
          <p:cNvSpPr txBox="1"/>
          <p:nvPr/>
        </p:nvSpPr>
        <p:spPr>
          <a:xfrm>
            <a:off x="9581351" y="317020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49410180-1DC7-1584-4DB1-BE18758066F0}"/>
              </a:ext>
            </a:extLst>
          </p:cNvPr>
          <p:cNvSpPr/>
          <p:nvPr/>
        </p:nvSpPr>
        <p:spPr>
          <a:xfrm>
            <a:off x="9841534" y="3272958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33064550-334C-BAB9-1C18-DC7EAE447766}"/>
              </a:ext>
            </a:extLst>
          </p:cNvPr>
          <p:cNvSpPr txBox="1"/>
          <p:nvPr/>
        </p:nvSpPr>
        <p:spPr>
          <a:xfrm>
            <a:off x="9491696" y="2217098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69397077-880E-ADBC-9805-EB377D2ACB7D}"/>
              </a:ext>
            </a:extLst>
          </p:cNvPr>
          <p:cNvSpPr/>
          <p:nvPr/>
        </p:nvSpPr>
        <p:spPr>
          <a:xfrm>
            <a:off x="8396370" y="4176212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8B5F3F38-6D95-FF74-F355-17A54F738841}"/>
              </a:ext>
            </a:extLst>
          </p:cNvPr>
          <p:cNvSpPr txBox="1"/>
          <p:nvPr/>
        </p:nvSpPr>
        <p:spPr>
          <a:xfrm>
            <a:off x="9581351" y="42257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EE65AF06-9EBE-45F8-74CD-7038F87ED823}"/>
              </a:ext>
            </a:extLst>
          </p:cNvPr>
          <p:cNvSpPr/>
          <p:nvPr/>
        </p:nvSpPr>
        <p:spPr>
          <a:xfrm>
            <a:off x="9841534" y="4328544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F6B2D7A6-7473-7F30-886D-D6E09518539D}"/>
              </a:ext>
            </a:extLst>
          </p:cNvPr>
          <p:cNvSpPr/>
          <p:nvPr/>
        </p:nvSpPr>
        <p:spPr>
          <a:xfrm>
            <a:off x="8308444" y="3985831"/>
            <a:ext cx="3238934" cy="126300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FC984DCF-8BD5-F3A6-84A9-504CC3B551D8}"/>
              </a:ext>
            </a:extLst>
          </p:cNvPr>
          <p:cNvSpPr txBox="1"/>
          <p:nvPr/>
        </p:nvSpPr>
        <p:spPr>
          <a:xfrm>
            <a:off x="9392303" y="3830712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65D2745A-6D41-7FD9-37B4-4EBD0527D8F3}"/>
              </a:ext>
            </a:extLst>
          </p:cNvPr>
          <p:cNvCxnSpPr>
            <a:cxnSpLocks/>
          </p:cNvCxnSpPr>
          <p:nvPr/>
        </p:nvCxnSpPr>
        <p:spPr>
          <a:xfrm>
            <a:off x="10211926" y="2798082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53F41D4E-1A81-D47C-6CB9-6236A92597C7}"/>
              </a:ext>
            </a:extLst>
          </p:cNvPr>
          <p:cNvSpPr/>
          <p:nvPr/>
        </p:nvSpPr>
        <p:spPr>
          <a:xfrm>
            <a:off x="10643333" y="266602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23FE4F14-9E21-EC42-6211-B6FCE6F78FAA}"/>
              </a:ext>
            </a:extLst>
          </p:cNvPr>
          <p:cNvSpPr/>
          <p:nvPr/>
        </p:nvSpPr>
        <p:spPr>
          <a:xfrm>
            <a:off x="10643333" y="3222814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BB8545F2-307F-DB26-21BE-3432C1D8BADE}"/>
              </a:ext>
            </a:extLst>
          </p:cNvPr>
          <p:cNvSpPr/>
          <p:nvPr/>
        </p:nvSpPr>
        <p:spPr>
          <a:xfrm>
            <a:off x="10643333" y="4278400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43340301-8F57-40B4-0E70-07802D1D8DE1}"/>
              </a:ext>
            </a:extLst>
          </p:cNvPr>
          <p:cNvSpPr txBox="1"/>
          <p:nvPr/>
        </p:nvSpPr>
        <p:spPr>
          <a:xfrm>
            <a:off x="10618914" y="2671124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6A128AA-E769-94A2-6652-B7FB527DB3CE}"/>
              </a:ext>
            </a:extLst>
          </p:cNvPr>
          <p:cNvSpPr txBox="1"/>
          <p:nvPr/>
        </p:nvSpPr>
        <p:spPr>
          <a:xfrm>
            <a:off x="10607902" y="3227915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D5E6B2BF-E809-C106-8DB5-513691534303}"/>
              </a:ext>
            </a:extLst>
          </p:cNvPr>
          <p:cNvSpPr txBox="1"/>
          <p:nvPr/>
        </p:nvSpPr>
        <p:spPr>
          <a:xfrm>
            <a:off x="10607902" y="4283501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22F97E1C-83B3-DD12-2D96-AF954ACDC947}"/>
              </a:ext>
            </a:extLst>
          </p:cNvPr>
          <p:cNvSpPr txBox="1"/>
          <p:nvPr/>
        </p:nvSpPr>
        <p:spPr>
          <a:xfrm>
            <a:off x="10575006" y="2426479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F002068-CC8B-79D4-ACF7-1B7F7622A19C}"/>
              </a:ext>
            </a:extLst>
          </p:cNvPr>
          <p:cNvCxnSpPr>
            <a:cxnSpLocks/>
          </p:cNvCxnSpPr>
          <p:nvPr/>
        </p:nvCxnSpPr>
        <p:spPr>
          <a:xfrm>
            <a:off x="10211926" y="3354873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FF063779-D759-E32D-C481-EB1E3D934C7F}"/>
              </a:ext>
            </a:extLst>
          </p:cNvPr>
          <p:cNvCxnSpPr>
            <a:cxnSpLocks/>
          </p:cNvCxnSpPr>
          <p:nvPr/>
        </p:nvCxnSpPr>
        <p:spPr>
          <a:xfrm>
            <a:off x="10218061" y="4410459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8A60156-8EF1-EE4A-0647-7D3E57D7681B}"/>
              </a:ext>
            </a:extLst>
          </p:cNvPr>
          <p:cNvSpPr txBox="1"/>
          <p:nvPr/>
        </p:nvSpPr>
        <p:spPr>
          <a:xfrm>
            <a:off x="4438951" y="164367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59BCBAE1-4161-EACA-3B80-2D50704E9F7F}"/>
              </a:ext>
            </a:extLst>
          </p:cNvPr>
          <p:cNvSpPr/>
          <p:nvPr/>
        </p:nvSpPr>
        <p:spPr>
          <a:xfrm>
            <a:off x="4280472" y="1478646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CD9F5888-36A1-5EDF-4F38-F0F7F2001CC9}"/>
              </a:ext>
            </a:extLst>
          </p:cNvPr>
          <p:cNvSpPr txBox="1"/>
          <p:nvPr/>
        </p:nvSpPr>
        <p:spPr>
          <a:xfrm>
            <a:off x="5150891" y="1497388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13C49AB1-A647-2EC8-8127-052D1CAD1BA3}"/>
              </a:ext>
            </a:extLst>
          </p:cNvPr>
          <p:cNvSpPr/>
          <p:nvPr/>
        </p:nvSpPr>
        <p:spPr>
          <a:xfrm>
            <a:off x="4549065" y="462170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6384987B-A23B-88AC-BF5C-C981FA4AC6D1}"/>
              </a:ext>
            </a:extLst>
          </p:cNvPr>
          <p:cNvGraphicFramePr>
            <a:graphicFrameLocks noGrp="1"/>
          </p:cNvGraphicFramePr>
          <p:nvPr/>
        </p:nvGraphicFramePr>
        <p:xfrm>
          <a:off x="6824828" y="312095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B346CD2F-BF42-8410-B9DC-D1D84E5BAAFD}"/>
              </a:ext>
            </a:extLst>
          </p:cNvPr>
          <p:cNvSpPr/>
          <p:nvPr/>
        </p:nvSpPr>
        <p:spPr>
          <a:xfrm rot="18582686">
            <a:off x="4921299" y="260492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16A77EBA-5E4B-B50B-7842-F3916F6497D7}"/>
              </a:ext>
            </a:extLst>
          </p:cNvPr>
          <p:cNvSpPr/>
          <p:nvPr/>
        </p:nvSpPr>
        <p:spPr>
          <a:xfrm rot="2839795" flipV="1">
            <a:off x="5465976" y="274135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1F529F46-D671-711F-B39D-61FAB42920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847" y="2606956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603291CF-DEF4-64F6-CF65-AD9ACC8C3C07}"/>
              </a:ext>
            </a:extLst>
          </p:cNvPr>
          <p:cNvCxnSpPr>
            <a:cxnSpLocks/>
          </p:cNvCxnSpPr>
          <p:nvPr/>
        </p:nvCxnSpPr>
        <p:spPr>
          <a:xfrm>
            <a:off x="6000028" y="2163064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802F6F66-4438-235F-B71E-E01C9F7EAE96}"/>
              </a:ext>
            </a:extLst>
          </p:cNvPr>
          <p:cNvCxnSpPr>
            <a:cxnSpLocks/>
          </p:cNvCxnSpPr>
          <p:nvPr/>
        </p:nvCxnSpPr>
        <p:spPr>
          <a:xfrm>
            <a:off x="6135282" y="229841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55C78548-8F2D-E47F-46A0-F77390E8F5D1}"/>
              </a:ext>
            </a:extLst>
          </p:cNvPr>
          <p:cNvCxnSpPr>
            <a:cxnSpLocks/>
          </p:cNvCxnSpPr>
          <p:nvPr/>
        </p:nvCxnSpPr>
        <p:spPr>
          <a:xfrm>
            <a:off x="6369597" y="218592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737919FA-1518-58C9-09D9-8415A773315F}"/>
              </a:ext>
            </a:extLst>
          </p:cNvPr>
          <p:cNvCxnSpPr>
            <a:cxnSpLocks/>
          </p:cNvCxnSpPr>
          <p:nvPr/>
        </p:nvCxnSpPr>
        <p:spPr>
          <a:xfrm>
            <a:off x="5989233" y="2447832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252D49DE-7E78-D8D5-EA48-7409921436E1}"/>
              </a:ext>
            </a:extLst>
          </p:cNvPr>
          <p:cNvCxnSpPr>
            <a:cxnSpLocks/>
          </p:cNvCxnSpPr>
          <p:nvPr/>
        </p:nvCxnSpPr>
        <p:spPr>
          <a:xfrm>
            <a:off x="6000028" y="286404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49641F8B-0678-4D55-E975-B4998393AA6A}"/>
              </a:ext>
            </a:extLst>
          </p:cNvPr>
          <p:cNvCxnSpPr>
            <a:cxnSpLocks/>
          </p:cNvCxnSpPr>
          <p:nvPr/>
        </p:nvCxnSpPr>
        <p:spPr>
          <a:xfrm>
            <a:off x="6068607" y="306925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5AAF206-9AC2-8504-40DE-E7BC3ABC0F9B}"/>
              </a:ext>
            </a:extLst>
          </p:cNvPr>
          <p:cNvCxnSpPr>
            <a:cxnSpLocks/>
          </p:cNvCxnSpPr>
          <p:nvPr/>
        </p:nvCxnSpPr>
        <p:spPr>
          <a:xfrm>
            <a:off x="6369597" y="288690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C206694B-C32C-4C17-843D-E32C29E86F91}"/>
              </a:ext>
            </a:extLst>
          </p:cNvPr>
          <p:cNvCxnSpPr>
            <a:cxnSpLocks/>
          </p:cNvCxnSpPr>
          <p:nvPr/>
        </p:nvCxnSpPr>
        <p:spPr>
          <a:xfrm>
            <a:off x="5989233" y="314880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81994085-2E65-1DB5-9B06-C1D5044312DD}"/>
              </a:ext>
            </a:extLst>
          </p:cNvPr>
          <p:cNvCxnSpPr>
            <a:cxnSpLocks/>
          </p:cNvCxnSpPr>
          <p:nvPr/>
        </p:nvCxnSpPr>
        <p:spPr>
          <a:xfrm>
            <a:off x="6000028" y="32145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F8C753E9-2559-6BC4-ED2D-DE2CC6AF46D0}"/>
              </a:ext>
            </a:extLst>
          </p:cNvPr>
          <p:cNvCxnSpPr>
            <a:cxnSpLocks/>
          </p:cNvCxnSpPr>
          <p:nvPr/>
        </p:nvCxnSpPr>
        <p:spPr>
          <a:xfrm>
            <a:off x="6068607" y="3419741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EA716654-0917-5A35-47AD-398C56A83FFB}"/>
              </a:ext>
            </a:extLst>
          </p:cNvPr>
          <p:cNvCxnSpPr>
            <a:cxnSpLocks/>
          </p:cNvCxnSpPr>
          <p:nvPr/>
        </p:nvCxnSpPr>
        <p:spPr>
          <a:xfrm>
            <a:off x="6135282" y="33498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1B7E1E1-EB27-52E0-011C-0C75B2C4FED2}"/>
              </a:ext>
            </a:extLst>
          </p:cNvPr>
          <p:cNvCxnSpPr>
            <a:cxnSpLocks/>
          </p:cNvCxnSpPr>
          <p:nvPr/>
        </p:nvCxnSpPr>
        <p:spPr>
          <a:xfrm>
            <a:off x="6369597" y="32373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0601A2F4-2244-8402-4031-5406B7CCC836}"/>
              </a:ext>
            </a:extLst>
          </p:cNvPr>
          <p:cNvCxnSpPr>
            <a:cxnSpLocks/>
          </p:cNvCxnSpPr>
          <p:nvPr/>
        </p:nvCxnSpPr>
        <p:spPr>
          <a:xfrm>
            <a:off x="5989233" y="34992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FACCE31-5B44-B830-2CE4-2478B8ECFB28}"/>
              </a:ext>
            </a:extLst>
          </p:cNvPr>
          <p:cNvCxnSpPr>
            <a:cxnSpLocks/>
          </p:cNvCxnSpPr>
          <p:nvPr/>
        </p:nvCxnSpPr>
        <p:spPr>
          <a:xfrm>
            <a:off x="6000028" y="2513552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56A25EFC-C0F4-E18E-31E7-F61F1790DD94}"/>
              </a:ext>
            </a:extLst>
          </p:cNvPr>
          <p:cNvCxnSpPr>
            <a:cxnSpLocks/>
          </p:cNvCxnSpPr>
          <p:nvPr/>
        </p:nvCxnSpPr>
        <p:spPr>
          <a:xfrm>
            <a:off x="6068607" y="2718765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AF0C900F-AB55-1C27-8742-88693A9CDFCF}"/>
              </a:ext>
            </a:extLst>
          </p:cNvPr>
          <p:cNvCxnSpPr>
            <a:cxnSpLocks/>
          </p:cNvCxnSpPr>
          <p:nvPr/>
        </p:nvCxnSpPr>
        <p:spPr>
          <a:xfrm>
            <a:off x="6135282" y="26489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7637AD8D-25E3-07AC-2E63-29EE0BD221F4}"/>
              </a:ext>
            </a:extLst>
          </p:cNvPr>
          <p:cNvCxnSpPr>
            <a:cxnSpLocks/>
          </p:cNvCxnSpPr>
          <p:nvPr/>
        </p:nvCxnSpPr>
        <p:spPr>
          <a:xfrm>
            <a:off x="6369597" y="25364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08137E16-FEBE-2CD3-3240-5D425FA31B58}"/>
              </a:ext>
            </a:extLst>
          </p:cNvPr>
          <p:cNvCxnSpPr>
            <a:cxnSpLocks/>
          </p:cNvCxnSpPr>
          <p:nvPr/>
        </p:nvCxnSpPr>
        <p:spPr>
          <a:xfrm>
            <a:off x="6301017" y="266361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F47E810-23DB-5B94-A3D7-20F59B4381E6}"/>
              </a:ext>
            </a:extLst>
          </p:cNvPr>
          <p:cNvCxnSpPr>
            <a:cxnSpLocks/>
          </p:cNvCxnSpPr>
          <p:nvPr/>
        </p:nvCxnSpPr>
        <p:spPr>
          <a:xfrm>
            <a:off x="5989233" y="2798320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C07E4802-D6BF-2EE5-AB14-99D0F3D913E8}"/>
              </a:ext>
            </a:extLst>
          </p:cNvPr>
          <p:cNvSpPr/>
          <p:nvPr/>
        </p:nvSpPr>
        <p:spPr>
          <a:xfrm>
            <a:off x="6594768" y="218846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3EFFAF4-113C-5F51-5598-4F198D157161}"/>
              </a:ext>
            </a:extLst>
          </p:cNvPr>
          <p:cNvCxnSpPr>
            <a:cxnSpLocks/>
          </p:cNvCxnSpPr>
          <p:nvPr/>
        </p:nvCxnSpPr>
        <p:spPr>
          <a:xfrm>
            <a:off x="7022231" y="247390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A57AC111-861E-B7E2-890F-0F1C948B62BA}"/>
              </a:ext>
            </a:extLst>
          </p:cNvPr>
          <p:cNvCxnSpPr>
            <a:cxnSpLocks/>
          </p:cNvCxnSpPr>
          <p:nvPr/>
        </p:nvCxnSpPr>
        <p:spPr>
          <a:xfrm>
            <a:off x="7090810" y="267911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32D22D77-B476-C25D-6494-9E0525937539}"/>
              </a:ext>
            </a:extLst>
          </p:cNvPr>
          <p:cNvCxnSpPr>
            <a:cxnSpLocks/>
          </p:cNvCxnSpPr>
          <p:nvPr/>
        </p:nvCxnSpPr>
        <p:spPr>
          <a:xfrm>
            <a:off x="7157485" y="260924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6B9D31E6-64B7-8C00-7253-7248E29AE38F}"/>
              </a:ext>
            </a:extLst>
          </p:cNvPr>
          <p:cNvCxnSpPr>
            <a:cxnSpLocks/>
          </p:cNvCxnSpPr>
          <p:nvPr/>
        </p:nvCxnSpPr>
        <p:spPr>
          <a:xfrm>
            <a:off x="7391800" y="249676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26C8868C-52E1-43B3-8D5C-A8670EDD77BD}"/>
              </a:ext>
            </a:extLst>
          </p:cNvPr>
          <p:cNvCxnSpPr>
            <a:cxnSpLocks/>
          </p:cNvCxnSpPr>
          <p:nvPr/>
        </p:nvCxnSpPr>
        <p:spPr>
          <a:xfrm>
            <a:off x="7011436" y="275866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FEDA7F8F-FA71-E8A2-9EB6-60A1D5782AF4}"/>
              </a:ext>
            </a:extLst>
          </p:cNvPr>
          <p:cNvCxnSpPr>
            <a:cxnSpLocks/>
          </p:cNvCxnSpPr>
          <p:nvPr/>
        </p:nvCxnSpPr>
        <p:spPr>
          <a:xfrm flipH="1">
            <a:off x="7018020" y="2765679"/>
            <a:ext cx="68580" cy="35496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1FA4CA7B-70F8-D16E-A97B-3447372A02D0}"/>
              </a:ext>
            </a:extLst>
          </p:cNvPr>
          <p:cNvCxnSpPr>
            <a:cxnSpLocks/>
          </p:cNvCxnSpPr>
          <p:nvPr/>
        </p:nvCxnSpPr>
        <p:spPr>
          <a:xfrm>
            <a:off x="7158990" y="2763774"/>
            <a:ext cx="318770" cy="35687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F9EA3E12-44D8-34C0-0189-7FED4D9ABEB4}"/>
              </a:ext>
            </a:extLst>
          </p:cNvPr>
          <p:cNvCxnSpPr>
            <a:cxnSpLocks/>
          </p:cNvCxnSpPr>
          <p:nvPr/>
        </p:nvCxnSpPr>
        <p:spPr>
          <a:xfrm>
            <a:off x="7395210" y="2761869"/>
            <a:ext cx="316230" cy="35877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BEB88731-703C-96A0-504E-59273D43BDE9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40390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pSp>
        <p:nvGrpSpPr>
          <p:cNvPr id="41" name="Group 40">
            <a:extLst>
              <a:ext uri="{FF2B5EF4-FFF2-40B4-BE49-F238E27FC236}">
                <a16:creationId xmlns:a16="http://schemas.microsoft.com/office/drawing/2014/main" id="{AC12DA8E-CAE3-F071-F194-DEE6BF66F748}"/>
              </a:ext>
            </a:extLst>
          </p:cNvPr>
          <p:cNvGrpSpPr/>
          <p:nvPr/>
        </p:nvGrpSpPr>
        <p:grpSpPr>
          <a:xfrm>
            <a:off x="6047331" y="5011755"/>
            <a:ext cx="515427" cy="292388"/>
            <a:chOff x="5874933" y="4639439"/>
            <a:chExt cx="515427" cy="292388"/>
          </a:xfrm>
        </p:grpSpPr>
        <p:cxnSp>
          <p:nvCxnSpPr>
            <p:cNvPr id="312" name="Straight Connector 311">
              <a:extLst>
                <a:ext uri="{FF2B5EF4-FFF2-40B4-BE49-F238E27FC236}">
                  <a16:creationId xmlns:a16="http://schemas.microsoft.com/office/drawing/2014/main" id="{EBAE749D-E81E-3BEA-7987-99274C3B98BC}"/>
                </a:ext>
              </a:extLst>
            </p:cNvPr>
            <p:cNvCxnSpPr>
              <a:cxnSpLocks/>
            </p:cNvCxnSpPr>
            <p:nvPr/>
          </p:nvCxnSpPr>
          <p:spPr>
            <a:xfrm>
              <a:off x="6024142" y="4862985"/>
              <a:ext cx="0" cy="5034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14" name="Group 313">
              <a:extLst>
                <a:ext uri="{FF2B5EF4-FFF2-40B4-BE49-F238E27FC236}">
                  <a16:creationId xmlns:a16="http://schemas.microsoft.com/office/drawing/2014/main" id="{5D095109-63C5-AEE3-5FF8-F008D5948BE1}"/>
                </a:ext>
              </a:extLst>
            </p:cNvPr>
            <p:cNvGrpSpPr/>
            <p:nvPr/>
          </p:nvGrpSpPr>
          <p:grpSpPr>
            <a:xfrm>
              <a:off x="5874933" y="4639439"/>
              <a:ext cx="515427" cy="292388"/>
              <a:chOff x="5948198" y="4244723"/>
              <a:chExt cx="515427" cy="292388"/>
            </a:xfrm>
          </p:grpSpPr>
          <p:cxnSp>
            <p:nvCxnSpPr>
              <p:cNvPr id="299" name="Straight Connector 298">
                <a:extLst>
                  <a:ext uri="{FF2B5EF4-FFF2-40B4-BE49-F238E27FC236}">
                    <a16:creationId xmlns:a16="http://schemas.microsoft.com/office/drawing/2014/main" id="{F9E40A40-6398-396B-829A-C5AAC3262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58993" y="4244723"/>
                <a:ext cx="0" cy="292388"/>
              </a:xfrm>
              <a:prstGeom prst="line">
                <a:avLst/>
              </a:prstGeom>
              <a:ln w="28575">
                <a:solidFill>
                  <a:srgbClr val="333F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0" name="Straight Connector 299">
                <a:extLst>
                  <a:ext uri="{FF2B5EF4-FFF2-40B4-BE49-F238E27FC236}">
                    <a16:creationId xmlns:a16="http://schemas.microsoft.com/office/drawing/2014/main" id="{02631E64-357B-E5F3-131F-2F13E68E2BA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155207" y="4380071"/>
                <a:ext cx="0" cy="139731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1" name="Straight Connector 300">
                <a:extLst>
                  <a:ext uri="{FF2B5EF4-FFF2-40B4-BE49-F238E27FC236}">
                    <a16:creationId xmlns:a16="http://schemas.microsoft.com/office/drawing/2014/main" id="{655C89EE-72B6-6AC4-B7CE-5A45986A720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224422" y="4267583"/>
                <a:ext cx="0" cy="252219"/>
              </a:xfrm>
              <a:prstGeom prst="line">
                <a:avLst/>
              </a:prstGeom>
              <a:ln w="28575">
                <a:solidFill>
                  <a:srgbClr val="FFC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2" name="Straight Connector 301">
                <a:extLst>
                  <a:ext uri="{FF2B5EF4-FFF2-40B4-BE49-F238E27FC236}">
                    <a16:creationId xmlns:a16="http://schemas.microsoft.com/office/drawing/2014/main" id="{DEF07B52-2B76-CB0C-F6D2-C7718D4385A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948198" y="4529491"/>
                <a:ext cx="515427" cy="0"/>
              </a:xfrm>
              <a:prstGeom prst="line">
                <a:avLst/>
              </a:prstGeom>
              <a:ln w="28575">
                <a:solidFill>
                  <a:srgbClr val="333F5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49E89E00-801A-97DA-2305-BADBE1B9559E}"/>
              </a:ext>
            </a:extLst>
          </p:cNvPr>
          <p:cNvGrpSpPr/>
          <p:nvPr/>
        </p:nvGrpSpPr>
        <p:grpSpPr>
          <a:xfrm>
            <a:off x="6047331" y="4396678"/>
            <a:ext cx="515427" cy="292388"/>
            <a:chOff x="5932170" y="4450018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2A05E36F-4D69-0F6B-04DD-BC5BBE4B04CE}"/>
                </a:ext>
              </a:extLst>
            </p:cNvPr>
            <p:cNvCxnSpPr>
              <a:cxnSpLocks/>
            </p:cNvCxnSpPr>
            <p:nvPr/>
          </p:nvCxnSpPr>
          <p:spPr>
            <a:xfrm>
              <a:off x="5942965" y="445001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054C320C-AA56-EA47-642F-DF4D48A637F0}"/>
                </a:ext>
              </a:extLst>
            </p:cNvPr>
            <p:cNvCxnSpPr>
              <a:cxnSpLocks/>
            </p:cNvCxnSpPr>
            <p:nvPr/>
          </p:nvCxnSpPr>
          <p:spPr>
            <a:xfrm>
              <a:off x="6139813" y="4585366"/>
              <a:ext cx="0" cy="139731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DA9B4D8B-F96F-BA29-1B94-7C83997EDE6E}"/>
                </a:ext>
              </a:extLst>
            </p:cNvPr>
            <p:cNvCxnSpPr>
              <a:cxnSpLocks/>
            </p:cNvCxnSpPr>
            <p:nvPr/>
          </p:nvCxnSpPr>
          <p:spPr>
            <a:xfrm>
              <a:off x="6208394" y="4472878"/>
              <a:ext cx="0" cy="252219"/>
            </a:xfrm>
            <a:prstGeom prst="line">
              <a:avLst/>
            </a:prstGeom>
            <a:ln w="28575">
              <a:solidFill>
                <a:srgbClr val="FFC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3D200F7-714A-E756-4DA9-DD64E74CE3F4}"/>
                </a:ext>
              </a:extLst>
            </p:cNvPr>
            <p:cNvCxnSpPr>
              <a:cxnSpLocks/>
            </p:cNvCxnSpPr>
            <p:nvPr/>
          </p:nvCxnSpPr>
          <p:spPr>
            <a:xfrm>
              <a:off x="5932170" y="473478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1BFADB19-967C-A00E-4E44-EDF2C2ACFAA4}"/>
              </a:ext>
            </a:extLst>
          </p:cNvPr>
          <p:cNvGraphicFramePr>
            <a:graphicFrameLocks noGrp="1"/>
          </p:cNvGraphicFramePr>
          <p:nvPr/>
        </p:nvGraphicFramePr>
        <p:xfrm>
          <a:off x="8572115" y="2660922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2487521C-3838-FCDB-40AC-FFB8A069D8B5}"/>
              </a:ext>
            </a:extLst>
          </p:cNvPr>
          <p:cNvGraphicFramePr>
            <a:graphicFrameLocks noGrp="1"/>
          </p:cNvGraphicFramePr>
          <p:nvPr/>
        </p:nvGraphicFramePr>
        <p:xfrm>
          <a:off x="8606612" y="321714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EB7E8227-FF1F-B0C2-6BFC-FAD7D524BA1B}"/>
              </a:ext>
            </a:extLst>
          </p:cNvPr>
          <p:cNvGraphicFramePr>
            <a:graphicFrameLocks noGrp="1"/>
          </p:cNvGraphicFramePr>
          <p:nvPr/>
        </p:nvGraphicFramePr>
        <p:xfrm>
          <a:off x="8483445" y="4235313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1FAF83BE-A4DE-5661-1420-31DA7F3B46B4}"/>
              </a:ext>
            </a:extLst>
          </p:cNvPr>
          <p:cNvSpPr/>
          <p:nvPr/>
        </p:nvSpPr>
        <p:spPr>
          <a:xfrm>
            <a:off x="4543985" y="264471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75BB706-C2FD-875A-EC54-24F5A1E22071}"/>
              </a:ext>
            </a:extLst>
          </p:cNvPr>
          <p:cNvSpPr/>
          <p:nvPr/>
        </p:nvSpPr>
        <p:spPr>
          <a:xfrm>
            <a:off x="4463434" y="1948389"/>
            <a:ext cx="3374402" cy="1790955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2C606B-273B-7D0A-A420-F474B9559BB4}"/>
              </a:ext>
            </a:extLst>
          </p:cNvPr>
          <p:cNvSpPr txBox="1"/>
          <p:nvPr/>
        </p:nvSpPr>
        <p:spPr>
          <a:xfrm>
            <a:off x="5714420" y="1793271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1EBA71E3-D318-B58B-B453-86BFD35308E9}"/>
              </a:ext>
            </a:extLst>
          </p:cNvPr>
          <p:cNvSpPr/>
          <p:nvPr/>
        </p:nvSpPr>
        <p:spPr>
          <a:xfrm>
            <a:off x="4463435" y="3982662"/>
            <a:ext cx="3374401" cy="1539298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D4E8592-4EED-8175-F4CA-7125A2FCE15C}"/>
              </a:ext>
            </a:extLst>
          </p:cNvPr>
          <p:cNvSpPr txBox="1"/>
          <p:nvPr/>
        </p:nvSpPr>
        <p:spPr>
          <a:xfrm>
            <a:off x="5615027" y="3827544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C2B82475-8687-534E-27AE-626475140CE7}"/>
              </a:ext>
            </a:extLst>
          </p:cNvPr>
          <p:cNvSpPr/>
          <p:nvPr/>
        </p:nvSpPr>
        <p:spPr>
          <a:xfrm rot="18582686">
            <a:off x="4926379" y="458250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A1A04EB9-9F6D-69B1-61FF-3D975CC4E13D}"/>
              </a:ext>
            </a:extLst>
          </p:cNvPr>
          <p:cNvSpPr/>
          <p:nvPr/>
        </p:nvSpPr>
        <p:spPr>
          <a:xfrm rot="2839795" flipV="1">
            <a:off x="5471056" y="471893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205305F2-C266-D2BD-93A6-306395766A0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8927" y="458394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29C8BD39-4F4E-468F-57A2-144F33555AC8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502078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875D8005-7DFC-0B57-D9CE-7CFFD9EE61CA}"/>
              </a:ext>
            </a:extLst>
          </p:cNvPr>
          <p:cNvSpPr/>
          <p:nvPr/>
        </p:nvSpPr>
        <p:spPr>
          <a:xfrm>
            <a:off x="8396370" y="472063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580C24A-D123-CB00-1285-2852AC52932E}"/>
              </a:ext>
            </a:extLst>
          </p:cNvPr>
          <p:cNvSpPr txBox="1"/>
          <p:nvPr/>
        </p:nvSpPr>
        <p:spPr>
          <a:xfrm>
            <a:off x="9581351" y="477021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366D97AC-28D0-63B2-3D5D-F6520575DCB0}"/>
              </a:ext>
            </a:extLst>
          </p:cNvPr>
          <p:cNvSpPr/>
          <p:nvPr/>
        </p:nvSpPr>
        <p:spPr>
          <a:xfrm>
            <a:off x="9841534" y="487296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93D90AAF-0403-0C46-7B10-17A03C3E09D6}"/>
              </a:ext>
            </a:extLst>
          </p:cNvPr>
          <p:cNvSpPr/>
          <p:nvPr/>
        </p:nvSpPr>
        <p:spPr>
          <a:xfrm>
            <a:off x="10643333" y="482282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FF9D70D5-081F-EC94-3D8D-BEBA50D14464}"/>
              </a:ext>
            </a:extLst>
          </p:cNvPr>
          <p:cNvSpPr txBox="1"/>
          <p:nvPr/>
        </p:nvSpPr>
        <p:spPr>
          <a:xfrm>
            <a:off x="10607902" y="482792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CE2A182C-DDF0-15C9-9E3D-881808DFD805}"/>
              </a:ext>
            </a:extLst>
          </p:cNvPr>
          <p:cNvCxnSpPr>
            <a:cxnSpLocks/>
          </p:cNvCxnSpPr>
          <p:nvPr/>
        </p:nvCxnSpPr>
        <p:spPr>
          <a:xfrm>
            <a:off x="10218061" y="495488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104F0766-CE28-27DE-0126-551DDB2BC809}"/>
              </a:ext>
            </a:extLst>
          </p:cNvPr>
          <p:cNvGraphicFramePr>
            <a:graphicFrameLocks noGrp="1"/>
          </p:cNvGraphicFramePr>
          <p:nvPr/>
        </p:nvGraphicFramePr>
        <p:xfrm>
          <a:off x="8483445" y="477973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49394894-5DEF-9DEB-D1CE-3B9E4B63006E}"/>
              </a:ext>
            </a:extLst>
          </p:cNvPr>
          <p:cNvCxnSpPr>
            <a:cxnSpLocks/>
          </p:cNvCxnSpPr>
          <p:nvPr/>
        </p:nvCxnSpPr>
        <p:spPr>
          <a:xfrm>
            <a:off x="6254113" y="4681083"/>
            <a:ext cx="0" cy="72000"/>
          </a:xfrm>
          <a:prstGeom prst="line">
            <a:avLst/>
          </a:prstGeom>
          <a:ln w="22225" cmpd="sng">
            <a:solidFill>
              <a:srgbClr val="76717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>
            <a:extLst>
              <a:ext uri="{FF2B5EF4-FFF2-40B4-BE49-F238E27FC236}">
                <a16:creationId xmlns:a16="http://schemas.microsoft.com/office/drawing/2014/main" id="{7322AEE7-4232-02A0-5341-81AF421A496E}"/>
              </a:ext>
            </a:extLst>
          </p:cNvPr>
          <p:cNvCxnSpPr>
            <a:cxnSpLocks/>
          </p:cNvCxnSpPr>
          <p:nvPr/>
        </p:nvCxnSpPr>
        <p:spPr>
          <a:xfrm flipV="1">
            <a:off x="6248400" y="4762500"/>
            <a:ext cx="817245" cy="0"/>
          </a:xfrm>
          <a:prstGeom prst="line">
            <a:avLst/>
          </a:prstGeom>
          <a:ln w="22225" cmpd="sng">
            <a:solidFill>
              <a:srgbClr val="76717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>
            <a:extLst>
              <a:ext uri="{FF2B5EF4-FFF2-40B4-BE49-F238E27FC236}">
                <a16:creationId xmlns:a16="http://schemas.microsoft.com/office/drawing/2014/main" id="{7C9EC700-1907-6C4B-D288-F83FA38E5ABA}"/>
              </a:ext>
            </a:extLst>
          </p:cNvPr>
          <p:cNvCxnSpPr>
            <a:cxnSpLocks/>
          </p:cNvCxnSpPr>
          <p:nvPr/>
        </p:nvCxnSpPr>
        <p:spPr>
          <a:xfrm flipH="1">
            <a:off x="7062155" y="4675180"/>
            <a:ext cx="633" cy="93035"/>
          </a:xfrm>
          <a:prstGeom prst="line">
            <a:avLst/>
          </a:prstGeom>
          <a:ln w="22225" cmpd="sng">
            <a:solidFill>
              <a:srgbClr val="767171"/>
            </a:solidFill>
            <a:prstDash val="sysDot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FA693E6-0819-49B6-7730-B15401A7D6E4}"/>
              </a:ext>
            </a:extLst>
          </p:cNvPr>
          <p:cNvCxnSpPr>
            <a:cxnSpLocks/>
          </p:cNvCxnSpPr>
          <p:nvPr/>
        </p:nvCxnSpPr>
        <p:spPr>
          <a:xfrm>
            <a:off x="6325884" y="5293705"/>
            <a:ext cx="0" cy="167930"/>
          </a:xfrm>
          <a:prstGeom prst="line">
            <a:avLst/>
          </a:prstGeom>
          <a:ln w="22225" cap="flat" cmpd="sng">
            <a:solidFill>
              <a:srgbClr val="A6A6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Straight Connector 142">
            <a:extLst>
              <a:ext uri="{FF2B5EF4-FFF2-40B4-BE49-F238E27FC236}">
                <a16:creationId xmlns:a16="http://schemas.microsoft.com/office/drawing/2014/main" id="{4DFFA39A-12BB-7597-6C35-B6DD5A8C8311}"/>
              </a:ext>
            </a:extLst>
          </p:cNvPr>
          <p:cNvCxnSpPr>
            <a:cxnSpLocks/>
          </p:cNvCxnSpPr>
          <p:nvPr/>
        </p:nvCxnSpPr>
        <p:spPr>
          <a:xfrm>
            <a:off x="6320948" y="5478780"/>
            <a:ext cx="1321602" cy="0"/>
          </a:xfrm>
          <a:prstGeom prst="line">
            <a:avLst/>
          </a:prstGeom>
          <a:ln w="22225" cap="flat" cmpd="sng">
            <a:solidFill>
              <a:srgbClr val="A6A6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>
            <a:extLst>
              <a:ext uri="{FF2B5EF4-FFF2-40B4-BE49-F238E27FC236}">
                <a16:creationId xmlns:a16="http://schemas.microsoft.com/office/drawing/2014/main" id="{19406B43-9E55-A60B-BE7D-D4C68A9A3B78}"/>
              </a:ext>
            </a:extLst>
          </p:cNvPr>
          <p:cNvCxnSpPr>
            <a:cxnSpLocks/>
          </p:cNvCxnSpPr>
          <p:nvPr/>
        </p:nvCxnSpPr>
        <p:spPr>
          <a:xfrm>
            <a:off x="7642550" y="5284591"/>
            <a:ext cx="0" cy="194189"/>
          </a:xfrm>
          <a:prstGeom prst="line">
            <a:avLst/>
          </a:prstGeom>
          <a:ln w="22225" cap="flat" cmpd="sng">
            <a:solidFill>
              <a:srgbClr val="A6A6A6"/>
            </a:solidFill>
            <a:prstDash val="sysDot"/>
            <a:miter lim="800000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4992BCD2-7FE8-613B-678D-54F31F4FAED0}"/>
              </a:ext>
            </a:extLst>
          </p:cNvPr>
          <p:cNvCxnSpPr>
            <a:cxnSpLocks/>
          </p:cNvCxnSpPr>
          <p:nvPr/>
        </p:nvCxnSpPr>
        <p:spPr>
          <a:xfrm>
            <a:off x="6251589" y="5293705"/>
            <a:ext cx="0" cy="116495"/>
          </a:xfrm>
          <a:prstGeom prst="line">
            <a:avLst/>
          </a:prstGeom>
          <a:ln w="22225" cap="flat" cmpd="sng">
            <a:solidFill>
              <a:srgbClr val="76717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Straight Connector 156">
            <a:extLst>
              <a:ext uri="{FF2B5EF4-FFF2-40B4-BE49-F238E27FC236}">
                <a16:creationId xmlns:a16="http://schemas.microsoft.com/office/drawing/2014/main" id="{EE8B4867-C3AC-00F8-3C69-F46666EB6A4D}"/>
              </a:ext>
            </a:extLst>
          </p:cNvPr>
          <p:cNvCxnSpPr>
            <a:cxnSpLocks/>
          </p:cNvCxnSpPr>
          <p:nvPr/>
        </p:nvCxnSpPr>
        <p:spPr>
          <a:xfrm>
            <a:off x="6196344" y="5293704"/>
            <a:ext cx="0" cy="72000"/>
          </a:xfrm>
          <a:prstGeom prst="line">
            <a:avLst/>
          </a:prstGeom>
          <a:ln w="22225" cap="flat" cmpd="sng">
            <a:solidFill>
              <a:srgbClr val="76717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Connector 157">
            <a:extLst>
              <a:ext uri="{FF2B5EF4-FFF2-40B4-BE49-F238E27FC236}">
                <a16:creationId xmlns:a16="http://schemas.microsoft.com/office/drawing/2014/main" id="{C52E0A6D-7E21-D7E1-FB60-96CE744F0BDB}"/>
              </a:ext>
            </a:extLst>
          </p:cNvPr>
          <p:cNvCxnSpPr>
            <a:cxnSpLocks/>
          </p:cNvCxnSpPr>
          <p:nvPr/>
        </p:nvCxnSpPr>
        <p:spPr>
          <a:xfrm>
            <a:off x="6322074" y="4681083"/>
            <a:ext cx="0" cy="124988"/>
          </a:xfrm>
          <a:prstGeom prst="line">
            <a:avLst/>
          </a:prstGeom>
          <a:ln w="22225" cmpd="sng">
            <a:solidFill>
              <a:srgbClr val="A6A6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Connector 159">
            <a:extLst>
              <a:ext uri="{FF2B5EF4-FFF2-40B4-BE49-F238E27FC236}">
                <a16:creationId xmlns:a16="http://schemas.microsoft.com/office/drawing/2014/main" id="{98DF9651-316A-0AF3-F31B-F282AC8F65D0}"/>
              </a:ext>
            </a:extLst>
          </p:cNvPr>
          <p:cNvCxnSpPr>
            <a:cxnSpLocks/>
          </p:cNvCxnSpPr>
          <p:nvPr/>
        </p:nvCxnSpPr>
        <p:spPr>
          <a:xfrm>
            <a:off x="6316980" y="4810125"/>
            <a:ext cx="1331600" cy="0"/>
          </a:xfrm>
          <a:prstGeom prst="line">
            <a:avLst/>
          </a:prstGeom>
          <a:ln w="22225" cmpd="sng">
            <a:solidFill>
              <a:srgbClr val="A6A6A6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Connector 160">
            <a:extLst>
              <a:ext uri="{FF2B5EF4-FFF2-40B4-BE49-F238E27FC236}">
                <a16:creationId xmlns:a16="http://schemas.microsoft.com/office/drawing/2014/main" id="{D2DE31B9-87CF-FD80-7DE0-6DDCB1073B83}"/>
              </a:ext>
            </a:extLst>
          </p:cNvPr>
          <p:cNvCxnSpPr>
            <a:cxnSpLocks/>
          </p:cNvCxnSpPr>
          <p:nvPr/>
        </p:nvCxnSpPr>
        <p:spPr>
          <a:xfrm flipH="1">
            <a:off x="7644772" y="4675180"/>
            <a:ext cx="638" cy="148280"/>
          </a:xfrm>
          <a:prstGeom prst="line">
            <a:avLst/>
          </a:prstGeom>
          <a:ln w="22225" cmpd="sng">
            <a:solidFill>
              <a:srgbClr val="A6A6A6"/>
            </a:solidFill>
            <a:prstDash val="sysDot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Connector 164">
            <a:extLst>
              <a:ext uri="{FF2B5EF4-FFF2-40B4-BE49-F238E27FC236}">
                <a16:creationId xmlns:a16="http://schemas.microsoft.com/office/drawing/2014/main" id="{49CB0D48-5EAE-ADD5-5660-7E0440BC23A5}"/>
              </a:ext>
            </a:extLst>
          </p:cNvPr>
          <p:cNvCxnSpPr>
            <a:cxnSpLocks/>
          </p:cNvCxnSpPr>
          <p:nvPr/>
        </p:nvCxnSpPr>
        <p:spPr>
          <a:xfrm>
            <a:off x="7061835" y="5284591"/>
            <a:ext cx="0" cy="149617"/>
          </a:xfrm>
          <a:prstGeom prst="line">
            <a:avLst/>
          </a:prstGeom>
          <a:ln w="22225" cap="flat" cmpd="sng">
            <a:solidFill>
              <a:srgbClr val="767171"/>
            </a:solidFill>
            <a:prstDash val="sysDot"/>
            <a:miter lim="800000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Connector 165">
            <a:extLst>
              <a:ext uri="{FF2B5EF4-FFF2-40B4-BE49-F238E27FC236}">
                <a16:creationId xmlns:a16="http://schemas.microsoft.com/office/drawing/2014/main" id="{33FBB1BB-8F0F-BFB0-92E6-7596DEDADBD2}"/>
              </a:ext>
            </a:extLst>
          </p:cNvPr>
          <p:cNvCxnSpPr>
            <a:cxnSpLocks/>
          </p:cNvCxnSpPr>
          <p:nvPr/>
        </p:nvCxnSpPr>
        <p:spPr>
          <a:xfrm>
            <a:off x="6943725" y="5284591"/>
            <a:ext cx="0" cy="110369"/>
          </a:xfrm>
          <a:prstGeom prst="line">
            <a:avLst/>
          </a:prstGeom>
          <a:ln w="22225" cap="flat" cmpd="sng">
            <a:solidFill>
              <a:srgbClr val="767171"/>
            </a:solidFill>
            <a:prstDash val="sysDot"/>
            <a:miter lim="800000"/>
            <a:head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>
            <a:extLst>
              <a:ext uri="{FF2B5EF4-FFF2-40B4-BE49-F238E27FC236}">
                <a16:creationId xmlns:a16="http://schemas.microsoft.com/office/drawing/2014/main" id="{17D208A8-D9A3-07CD-B329-23C34E9237EF}"/>
              </a:ext>
            </a:extLst>
          </p:cNvPr>
          <p:cNvCxnSpPr>
            <a:cxnSpLocks/>
          </p:cNvCxnSpPr>
          <p:nvPr/>
        </p:nvCxnSpPr>
        <p:spPr>
          <a:xfrm flipV="1">
            <a:off x="6244748" y="5425440"/>
            <a:ext cx="826612" cy="0"/>
          </a:xfrm>
          <a:prstGeom prst="line">
            <a:avLst/>
          </a:prstGeom>
          <a:ln w="22225" cap="flat" cmpd="sng">
            <a:solidFill>
              <a:srgbClr val="76717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Connector 190">
            <a:extLst>
              <a:ext uri="{FF2B5EF4-FFF2-40B4-BE49-F238E27FC236}">
                <a16:creationId xmlns:a16="http://schemas.microsoft.com/office/drawing/2014/main" id="{A2A4CCED-6264-6526-7E2C-F58E2B517877}"/>
              </a:ext>
            </a:extLst>
          </p:cNvPr>
          <p:cNvCxnSpPr>
            <a:cxnSpLocks/>
          </p:cNvCxnSpPr>
          <p:nvPr/>
        </p:nvCxnSpPr>
        <p:spPr>
          <a:xfrm>
            <a:off x="6191408" y="5350496"/>
            <a:ext cx="752317" cy="0"/>
          </a:xfrm>
          <a:prstGeom prst="line">
            <a:avLst/>
          </a:prstGeom>
          <a:ln w="22225" cap="flat" cmpd="sng">
            <a:solidFill>
              <a:srgbClr val="76717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561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CC3CC-633E-6787-9167-DE7C148604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C2CB3592-F017-009C-B04A-CD37981ECB1E}"/>
              </a:ext>
            </a:extLst>
          </p:cNvPr>
          <p:cNvSpPr/>
          <p:nvPr/>
        </p:nvSpPr>
        <p:spPr>
          <a:xfrm>
            <a:off x="-515571" y="2516612"/>
            <a:ext cx="13098533" cy="2207188"/>
          </a:xfrm>
          <a:prstGeom prst="chevron">
            <a:avLst>
              <a:gd name="adj" fmla="val 26134"/>
            </a:avLst>
          </a:pr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0AE9D11-6F3A-B6CD-2093-B099940390B9}"/>
              </a:ext>
            </a:extLst>
          </p:cNvPr>
          <p:cNvSpPr/>
          <p:nvPr/>
        </p:nvSpPr>
        <p:spPr>
          <a:xfrm>
            <a:off x="303221" y="1572680"/>
            <a:ext cx="3714725" cy="4157626"/>
          </a:xfrm>
          <a:prstGeom prst="roundRect">
            <a:avLst>
              <a:gd name="adj" fmla="val 4189"/>
            </a:avLst>
          </a:prstGeom>
          <a:solidFill>
            <a:srgbClr val="F0F8FA"/>
          </a:solidFill>
          <a:ln w="2540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35E3E320-2CDE-C6F8-BA35-2F1BC210C79E}"/>
              </a:ext>
            </a:extLst>
          </p:cNvPr>
          <p:cNvSpPr txBox="1"/>
          <p:nvPr/>
        </p:nvSpPr>
        <p:spPr>
          <a:xfrm>
            <a:off x="1206178" y="479601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07FF88EE-9BBB-A8C2-C16A-1DCB5E0EC303}"/>
              </a:ext>
            </a:extLst>
          </p:cNvPr>
          <p:cNvGrpSpPr/>
          <p:nvPr/>
        </p:nvGrpSpPr>
        <p:grpSpPr>
          <a:xfrm>
            <a:off x="2117897" y="253382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8A09BFD8-9179-5AEF-15BB-1A465B441552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D1A2BCF-C25C-AF00-9494-6C71BDD06619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BF4BACC3-29C5-1B7C-3915-B5F17C67FF9A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D01720AF-FCA4-8E3D-6096-E2F98C8EE64B}"/>
              </a:ext>
            </a:extLst>
          </p:cNvPr>
          <p:cNvSpPr/>
          <p:nvPr/>
        </p:nvSpPr>
        <p:spPr>
          <a:xfrm>
            <a:off x="481859" y="262468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1F3865B-0B6B-5EA0-8177-F7484FB4E935}"/>
              </a:ext>
            </a:extLst>
          </p:cNvPr>
          <p:cNvSpPr txBox="1"/>
          <p:nvPr/>
        </p:nvSpPr>
        <p:spPr>
          <a:xfrm>
            <a:off x="1159944" y="1599210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B0C6A7-F7CD-D03D-FDAC-F87FD6DF0571}"/>
              </a:ext>
            </a:extLst>
          </p:cNvPr>
          <p:cNvSpPr txBox="1"/>
          <p:nvPr/>
        </p:nvSpPr>
        <p:spPr>
          <a:xfrm>
            <a:off x="477515" y="414118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D5D286F8-80AC-72FA-32BD-F3066B8E6AC2}"/>
              </a:ext>
            </a:extLst>
          </p:cNvPr>
          <p:cNvGrpSpPr/>
          <p:nvPr/>
        </p:nvGrpSpPr>
        <p:grpSpPr>
          <a:xfrm>
            <a:off x="2019182" y="225012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7BEE7C1-3E1C-352A-6D9A-2438B6E4C3BD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D152FD43-F258-D164-5511-955B7C6277C8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3AD6E77-3ACA-3F55-A9DC-6D9F768A1FBF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ABC8A551-4BAA-460D-0438-2F87EB03DCCA}"/>
              </a:ext>
            </a:extLst>
          </p:cNvPr>
          <p:cNvSpPr/>
          <p:nvPr/>
        </p:nvSpPr>
        <p:spPr>
          <a:xfrm>
            <a:off x="688131" y="352122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1B8E06CB-8D4D-3198-EC49-3AF012F6FD04}"/>
              </a:ext>
            </a:extLst>
          </p:cNvPr>
          <p:cNvSpPr/>
          <p:nvPr/>
        </p:nvSpPr>
        <p:spPr>
          <a:xfrm>
            <a:off x="1490502" y="343272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3E6A9FD9-603B-3E6A-4643-0B4FA4A2B3B6}"/>
              </a:ext>
            </a:extLst>
          </p:cNvPr>
          <p:cNvSpPr/>
          <p:nvPr/>
        </p:nvSpPr>
        <p:spPr>
          <a:xfrm>
            <a:off x="1113409" y="368464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07C9A75E-C6B3-FF21-202F-6CF9AD761AF8}"/>
              </a:ext>
            </a:extLst>
          </p:cNvPr>
          <p:cNvSpPr/>
          <p:nvPr/>
        </p:nvSpPr>
        <p:spPr>
          <a:xfrm>
            <a:off x="1509588" y="299374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417207AD-E8B0-5E36-DB4B-A81DBE76AC2D}"/>
              </a:ext>
            </a:extLst>
          </p:cNvPr>
          <p:cNvSpPr/>
          <p:nvPr/>
        </p:nvSpPr>
        <p:spPr>
          <a:xfrm>
            <a:off x="605897" y="300014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0853EF-6248-8AF3-14DC-424B0F490A26}"/>
              </a:ext>
            </a:extLst>
          </p:cNvPr>
          <p:cNvSpPr txBox="1"/>
          <p:nvPr/>
        </p:nvSpPr>
        <p:spPr>
          <a:xfrm>
            <a:off x="1442101" y="304670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80BB6F1-E8B9-8B4B-B65D-79C37D34E17F}"/>
              </a:ext>
            </a:extLst>
          </p:cNvPr>
          <p:cNvSpPr txBox="1"/>
          <p:nvPr/>
        </p:nvSpPr>
        <p:spPr>
          <a:xfrm>
            <a:off x="1414930" y="348060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91B11-80E6-CC0D-6745-3519787B7E83}"/>
              </a:ext>
            </a:extLst>
          </p:cNvPr>
          <p:cNvSpPr txBox="1"/>
          <p:nvPr/>
        </p:nvSpPr>
        <p:spPr>
          <a:xfrm>
            <a:off x="1039824" y="371972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7C5715-BD2C-EBF8-EEAF-61509F82A08D}"/>
              </a:ext>
            </a:extLst>
          </p:cNvPr>
          <p:cNvSpPr txBox="1"/>
          <p:nvPr/>
        </p:nvSpPr>
        <p:spPr>
          <a:xfrm>
            <a:off x="608529" y="356066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171C6E3-9DC1-06CB-7831-D34D308F9EA3}"/>
              </a:ext>
            </a:extLst>
          </p:cNvPr>
          <p:cNvSpPr txBox="1"/>
          <p:nvPr/>
        </p:nvSpPr>
        <p:spPr>
          <a:xfrm>
            <a:off x="559113" y="306697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1D7316B0-E666-B79F-063D-D54CEF6927B4}"/>
              </a:ext>
            </a:extLst>
          </p:cNvPr>
          <p:cNvSpPr/>
          <p:nvPr/>
        </p:nvSpPr>
        <p:spPr>
          <a:xfrm>
            <a:off x="1049678" y="278632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B3E1C9E-5EED-8A8E-336E-8D011C0B17E7}"/>
              </a:ext>
            </a:extLst>
          </p:cNvPr>
          <p:cNvSpPr txBox="1"/>
          <p:nvPr/>
        </p:nvSpPr>
        <p:spPr>
          <a:xfrm>
            <a:off x="1002894" y="285315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F33E6B18-82E3-F57A-E5E9-2F2E00C441F9}"/>
              </a:ext>
            </a:extLst>
          </p:cNvPr>
          <p:cNvGrpSpPr/>
          <p:nvPr/>
        </p:nvGrpSpPr>
        <p:grpSpPr>
          <a:xfrm>
            <a:off x="2773638" y="206664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D5CE336E-8383-F710-E5AC-3FB400262FA0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4977EBC9-D6D5-C22D-4551-898F33B3960A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ED349307-8A48-8E2E-92B1-E1343A285771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2976527E-24C9-6001-0C1B-F09C02898AAC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DB40C22-CCE0-E479-5351-614FD2B67EC3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0CD6AC19-9315-6FB7-3812-DBA4766942E1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947622DF-FE3C-1679-25D2-CEBA4422879D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802D4ED-7F8A-8D83-D811-77EB067E0BED}"/>
              </a:ext>
            </a:extLst>
          </p:cNvPr>
          <p:cNvGrpSpPr/>
          <p:nvPr/>
        </p:nvGrpSpPr>
        <p:grpSpPr>
          <a:xfrm>
            <a:off x="2773638" y="301670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319ECEF4-B4D7-CA29-1A5A-CC7B856793CD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C1068782-ABE8-4D07-4931-492A156BFC8C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F69DAF0E-7682-5798-A3FD-61D0A6C1D056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1A76F906-D92A-C57B-FC28-272F1EB19B7A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FD3F9F92-9149-9809-18AF-B9DC016B9107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13A8A63C-7BA5-9D07-F628-886DB7D0E001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F275969C-0531-09E7-6ED4-5F55AAD3478E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F01FED2B-9CA1-E42F-D819-ED5AFA786060}"/>
              </a:ext>
            </a:extLst>
          </p:cNvPr>
          <p:cNvGrpSpPr/>
          <p:nvPr/>
        </p:nvGrpSpPr>
        <p:grpSpPr>
          <a:xfrm>
            <a:off x="2773638" y="396676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803A3956-AC8A-605E-D047-222EEBD48676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1BD726AE-810B-2F3B-987E-C8293C784B3F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950B3B21-CD44-3857-0DA4-33DB935B3F82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1287B3C1-2FF1-51D9-D378-1033FB324AC8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D7C20E55-35AD-1C5A-41C8-B739F407FF3F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5EF4CBB0-A4ED-0818-E56D-D6A4DD52C7BE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9D05B93B-B9F8-D94F-5628-189CB321956C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251071D6-055F-66BA-FC22-0229852137F2}"/>
              </a:ext>
            </a:extLst>
          </p:cNvPr>
          <p:cNvSpPr/>
          <p:nvPr/>
        </p:nvSpPr>
        <p:spPr>
          <a:xfrm>
            <a:off x="626260" y="475899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CA5EF8A4-24FD-8FF1-7A34-B58E6056295E}"/>
              </a:ext>
            </a:extLst>
          </p:cNvPr>
          <p:cNvSpPr/>
          <p:nvPr/>
        </p:nvSpPr>
        <p:spPr>
          <a:xfrm rot="7639531">
            <a:off x="1684425" y="482746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75DD46E5-7C5C-D3D1-E2BB-64B4812A2539}"/>
              </a:ext>
            </a:extLst>
          </p:cNvPr>
          <p:cNvSpPr/>
          <p:nvPr/>
        </p:nvSpPr>
        <p:spPr>
          <a:xfrm rot="18409040">
            <a:off x="1080803" y="486407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97542EF4-ECDA-A31E-82DF-77A7A95FD8D6}"/>
              </a:ext>
            </a:extLst>
          </p:cNvPr>
          <p:cNvSpPr/>
          <p:nvPr/>
        </p:nvSpPr>
        <p:spPr>
          <a:xfrm>
            <a:off x="712085" y="495682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F7BA251-11E3-4C57-621B-7B04ACE80845}"/>
              </a:ext>
            </a:extLst>
          </p:cNvPr>
          <p:cNvSpPr txBox="1"/>
          <p:nvPr/>
        </p:nvSpPr>
        <p:spPr>
          <a:xfrm>
            <a:off x="694493" y="506095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6E05227F-1516-7AD1-1674-F0E59C7C0589}"/>
              </a:ext>
            </a:extLst>
          </p:cNvPr>
          <p:cNvSpPr/>
          <p:nvPr/>
        </p:nvSpPr>
        <p:spPr>
          <a:xfrm rot="3190960" flipV="1">
            <a:off x="948061" y="489760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D5E8EE0F-C3BB-469E-6824-4213BE5EEBD7}"/>
              </a:ext>
            </a:extLst>
          </p:cNvPr>
          <p:cNvCxnSpPr>
            <a:cxnSpLocks/>
          </p:cNvCxnSpPr>
          <p:nvPr/>
        </p:nvCxnSpPr>
        <p:spPr>
          <a:xfrm flipV="1">
            <a:off x="1104904" y="519080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34CAAB7-B703-A9B3-CBDF-4C6D85D961C9}"/>
              </a:ext>
            </a:extLst>
          </p:cNvPr>
          <p:cNvSpPr txBox="1"/>
          <p:nvPr/>
        </p:nvSpPr>
        <p:spPr>
          <a:xfrm>
            <a:off x="1295910" y="508324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F2DB427-C10C-7974-2183-6802A0814CAC}"/>
              </a:ext>
            </a:extLst>
          </p:cNvPr>
          <p:cNvSpPr txBox="1"/>
          <p:nvPr/>
        </p:nvSpPr>
        <p:spPr>
          <a:xfrm>
            <a:off x="1066769" y="534697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9D7B13CA-5F22-9082-CC22-2FEF6BE8111E}"/>
              </a:ext>
            </a:extLst>
          </p:cNvPr>
          <p:cNvSpPr/>
          <p:nvPr/>
        </p:nvSpPr>
        <p:spPr>
          <a:xfrm>
            <a:off x="8047167" y="2019654"/>
            <a:ext cx="3532888" cy="3167026"/>
          </a:xfrm>
          <a:prstGeom prst="roundRect">
            <a:avLst>
              <a:gd name="adj" fmla="val 4189"/>
            </a:avLst>
          </a:prstGeom>
          <a:solidFill>
            <a:srgbClr val="EBF6F9"/>
          </a:solidFill>
          <a:ln w="2540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597C758-7757-833F-C042-B90DF098A89A}"/>
              </a:ext>
            </a:extLst>
          </p:cNvPr>
          <p:cNvSpPr txBox="1"/>
          <p:nvPr/>
        </p:nvSpPr>
        <p:spPr>
          <a:xfrm>
            <a:off x="8813867" y="2076976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9128D374-76E3-E711-1A3C-04B9E0115B89}"/>
              </a:ext>
            </a:extLst>
          </p:cNvPr>
          <p:cNvSpPr/>
          <p:nvPr/>
        </p:nvSpPr>
        <p:spPr>
          <a:xfrm>
            <a:off x="8194144" y="2586921"/>
            <a:ext cx="3238934" cy="1383081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DB306333-535D-D4B5-1732-F42E6FC0B42D}"/>
              </a:ext>
            </a:extLst>
          </p:cNvPr>
          <p:cNvSpPr/>
          <p:nvPr/>
        </p:nvSpPr>
        <p:spPr>
          <a:xfrm>
            <a:off x="8282070" y="277854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AF62BA4E-C190-A535-9294-9F66986F6A1C}"/>
              </a:ext>
            </a:extLst>
          </p:cNvPr>
          <p:cNvSpPr txBox="1"/>
          <p:nvPr/>
        </p:nvSpPr>
        <p:spPr>
          <a:xfrm>
            <a:off x="9467051" y="282812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35491F45-1814-5521-6CD1-7229A7CE1EBD}"/>
              </a:ext>
            </a:extLst>
          </p:cNvPr>
          <p:cNvSpPr/>
          <p:nvPr/>
        </p:nvSpPr>
        <p:spPr>
          <a:xfrm>
            <a:off x="9727234" y="2930872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5B8A0E36-DA2F-DCE7-0E61-FCFB230A8785}"/>
              </a:ext>
            </a:extLst>
          </p:cNvPr>
          <p:cNvSpPr/>
          <p:nvPr/>
        </p:nvSpPr>
        <p:spPr>
          <a:xfrm>
            <a:off x="8282070" y="3335331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CEF798F-EBE0-B166-1884-B6437785784C}"/>
              </a:ext>
            </a:extLst>
          </p:cNvPr>
          <p:cNvSpPr txBox="1"/>
          <p:nvPr/>
        </p:nvSpPr>
        <p:spPr>
          <a:xfrm>
            <a:off x="9467051" y="338491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A1A7234F-5EFB-F54F-7490-13581DD73C48}"/>
              </a:ext>
            </a:extLst>
          </p:cNvPr>
          <p:cNvSpPr/>
          <p:nvPr/>
        </p:nvSpPr>
        <p:spPr>
          <a:xfrm>
            <a:off x="9727234" y="3487663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D28D1F80-90A1-F99D-2D98-241BC46936D4}"/>
              </a:ext>
            </a:extLst>
          </p:cNvPr>
          <p:cNvSpPr txBox="1"/>
          <p:nvPr/>
        </p:nvSpPr>
        <p:spPr>
          <a:xfrm>
            <a:off x="9377396" y="2431803"/>
            <a:ext cx="872430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BE09AEDF-67E3-953B-B896-6C4726875ADD}"/>
              </a:ext>
            </a:extLst>
          </p:cNvPr>
          <p:cNvSpPr/>
          <p:nvPr/>
        </p:nvSpPr>
        <p:spPr>
          <a:xfrm>
            <a:off x="8282070" y="4390917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FBB723D1-768A-0598-0DCC-FF68460E4859}"/>
              </a:ext>
            </a:extLst>
          </p:cNvPr>
          <p:cNvSpPr txBox="1"/>
          <p:nvPr/>
        </p:nvSpPr>
        <p:spPr>
          <a:xfrm>
            <a:off x="9467051" y="4440498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5F6424F8-FF64-55C2-2DE0-EEF911D45EDE}"/>
              </a:ext>
            </a:extLst>
          </p:cNvPr>
          <p:cNvSpPr/>
          <p:nvPr/>
        </p:nvSpPr>
        <p:spPr>
          <a:xfrm>
            <a:off x="9727234" y="4543249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9CAD7170-C7E3-840E-5A28-13D0D4AE52C1}"/>
              </a:ext>
            </a:extLst>
          </p:cNvPr>
          <p:cNvSpPr/>
          <p:nvPr/>
        </p:nvSpPr>
        <p:spPr>
          <a:xfrm>
            <a:off x="8194144" y="4200536"/>
            <a:ext cx="3238934" cy="802924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5932BAA-4722-BBE8-95BC-62EFD9E44F73}"/>
              </a:ext>
            </a:extLst>
          </p:cNvPr>
          <p:cNvSpPr txBox="1"/>
          <p:nvPr/>
        </p:nvSpPr>
        <p:spPr>
          <a:xfrm>
            <a:off x="9278003" y="4045417"/>
            <a:ext cx="1071216" cy="307777"/>
          </a:xfrm>
          <a:prstGeom prst="rect">
            <a:avLst/>
          </a:prstGeom>
          <a:solidFill>
            <a:srgbClr val="8FAADC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C22B16CE-80B9-43C1-829A-B126F53227C7}"/>
              </a:ext>
            </a:extLst>
          </p:cNvPr>
          <p:cNvCxnSpPr>
            <a:cxnSpLocks/>
          </p:cNvCxnSpPr>
          <p:nvPr/>
        </p:nvCxnSpPr>
        <p:spPr>
          <a:xfrm>
            <a:off x="10097626" y="301278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CE1980F2-62CD-7422-088C-07660B6CE714}"/>
              </a:ext>
            </a:extLst>
          </p:cNvPr>
          <p:cNvSpPr/>
          <p:nvPr/>
        </p:nvSpPr>
        <p:spPr>
          <a:xfrm>
            <a:off x="10529033" y="288072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D5CFB14A-184E-9ECE-E751-661FAC581B51}"/>
              </a:ext>
            </a:extLst>
          </p:cNvPr>
          <p:cNvSpPr/>
          <p:nvPr/>
        </p:nvSpPr>
        <p:spPr>
          <a:xfrm>
            <a:off x="10529033" y="3437519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736D0210-D0F0-8410-E79F-984092091FE0}"/>
              </a:ext>
            </a:extLst>
          </p:cNvPr>
          <p:cNvSpPr/>
          <p:nvPr/>
        </p:nvSpPr>
        <p:spPr>
          <a:xfrm>
            <a:off x="10529033" y="4493105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3B859572-2A54-15FF-CA9A-664B6AACCFFF}"/>
              </a:ext>
            </a:extLst>
          </p:cNvPr>
          <p:cNvSpPr txBox="1"/>
          <p:nvPr/>
        </p:nvSpPr>
        <p:spPr>
          <a:xfrm>
            <a:off x="10504614" y="2885829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A71C8B7-ECC0-5E5B-67F0-5D3CB0271E5B}"/>
              </a:ext>
            </a:extLst>
          </p:cNvPr>
          <p:cNvSpPr txBox="1"/>
          <p:nvPr/>
        </p:nvSpPr>
        <p:spPr>
          <a:xfrm>
            <a:off x="10493602" y="3442620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40349189-8196-5D5C-8B49-59CA320535B4}"/>
              </a:ext>
            </a:extLst>
          </p:cNvPr>
          <p:cNvSpPr txBox="1"/>
          <p:nvPr/>
        </p:nvSpPr>
        <p:spPr>
          <a:xfrm>
            <a:off x="10493602" y="4498206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820079AD-6A3E-DCAF-6BDE-C11468E681F6}"/>
              </a:ext>
            </a:extLst>
          </p:cNvPr>
          <p:cNvSpPr txBox="1"/>
          <p:nvPr/>
        </p:nvSpPr>
        <p:spPr>
          <a:xfrm>
            <a:off x="10460706" y="2641184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C17F00FE-EA08-9578-2EC0-FE83B8311492}"/>
              </a:ext>
            </a:extLst>
          </p:cNvPr>
          <p:cNvCxnSpPr>
            <a:cxnSpLocks/>
          </p:cNvCxnSpPr>
          <p:nvPr/>
        </p:nvCxnSpPr>
        <p:spPr>
          <a:xfrm>
            <a:off x="10097626" y="3569578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581A6F67-7F7C-5EF3-DEC9-90D769D5934E}"/>
              </a:ext>
            </a:extLst>
          </p:cNvPr>
          <p:cNvCxnSpPr>
            <a:cxnSpLocks/>
          </p:cNvCxnSpPr>
          <p:nvPr/>
        </p:nvCxnSpPr>
        <p:spPr>
          <a:xfrm>
            <a:off x="10103761" y="4625164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645F2CA6-2FFB-B83F-1CA5-EA22C6334F5E}"/>
              </a:ext>
            </a:extLst>
          </p:cNvPr>
          <p:cNvSpPr txBox="1"/>
          <p:nvPr/>
        </p:nvSpPr>
        <p:spPr>
          <a:xfrm>
            <a:off x="4409269" y="719405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64625384-C47E-4A1B-B42F-CC2833E2D109}"/>
              </a:ext>
            </a:extLst>
          </p:cNvPr>
          <p:cNvSpPr/>
          <p:nvPr/>
        </p:nvSpPr>
        <p:spPr>
          <a:xfrm>
            <a:off x="4176334" y="1858496"/>
            <a:ext cx="3720002" cy="3422164"/>
          </a:xfrm>
          <a:prstGeom prst="roundRect">
            <a:avLst>
              <a:gd name="adj" fmla="val 4189"/>
            </a:avLst>
          </a:prstGeom>
          <a:solidFill>
            <a:srgbClr val="F0F8FA"/>
          </a:solidFill>
          <a:ln w="25400">
            <a:solidFill>
              <a:schemeClr val="accent1">
                <a:alpha val="7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BCE89DB4-A3EC-695A-D5AF-448286DC304E}"/>
              </a:ext>
            </a:extLst>
          </p:cNvPr>
          <p:cNvSpPr txBox="1"/>
          <p:nvPr/>
        </p:nvSpPr>
        <p:spPr>
          <a:xfrm>
            <a:off x="5033952" y="1860261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C38F5F5B-05E6-524B-7DEA-C4AB5690DD85}"/>
              </a:ext>
            </a:extLst>
          </p:cNvPr>
          <p:cNvSpPr/>
          <p:nvPr/>
        </p:nvSpPr>
        <p:spPr>
          <a:xfrm>
            <a:off x="4304845" y="4398328"/>
            <a:ext cx="504274" cy="504274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B805753F-5394-83C5-4BAB-79C48A63E697}"/>
              </a:ext>
            </a:extLst>
          </p:cNvPr>
          <p:cNvGraphicFramePr>
            <a:graphicFrameLocks noGrp="1"/>
          </p:cNvGraphicFramePr>
          <p:nvPr/>
        </p:nvGraphicFramePr>
        <p:xfrm>
          <a:off x="6814977" y="330231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78365073-B0A4-1EC1-F63E-0CEAD685A026}"/>
              </a:ext>
            </a:extLst>
          </p:cNvPr>
          <p:cNvSpPr/>
          <p:nvPr/>
        </p:nvSpPr>
        <p:spPr>
          <a:xfrm>
            <a:off x="4319237" y="2818431"/>
            <a:ext cx="504274" cy="504274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115" name="Arc 114">
            <a:extLst>
              <a:ext uri="{FF2B5EF4-FFF2-40B4-BE49-F238E27FC236}">
                <a16:creationId xmlns:a16="http://schemas.microsoft.com/office/drawing/2014/main" id="{F7480B3F-5229-F8DE-BF47-A9D8700608BC}"/>
              </a:ext>
            </a:extLst>
          </p:cNvPr>
          <p:cNvSpPr/>
          <p:nvPr/>
        </p:nvSpPr>
        <p:spPr>
          <a:xfrm rot="18582686">
            <a:off x="4682650" y="2730914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B23C1253-4C8A-942F-DDEB-C048486364AD}"/>
              </a:ext>
            </a:extLst>
          </p:cNvPr>
          <p:cNvSpPr/>
          <p:nvPr/>
        </p:nvSpPr>
        <p:spPr>
          <a:xfrm rot="2839795" flipV="1">
            <a:off x="5401231" y="2880650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3E370546-BFB7-1E4C-8359-EBA39B58D2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2745666"/>
            <a:ext cx="591633" cy="591633"/>
          </a:xfrm>
          <a:prstGeom prst="rect">
            <a:avLst/>
          </a:prstGeom>
        </p:spPr>
      </p:pic>
      <p:grpSp>
        <p:nvGrpSpPr>
          <p:cNvPr id="176" name="Group 175">
            <a:extLst>
              <a:ext uri="{FF2B5EF4-FFF2-40B4-BE49-F238E27FC236}">
                <a16:creationId xmlns:a16="http://schemas.microsoft.com/office/drawing/2014/main" id="{3CBA80B6-7887-EEA5-E7CA-59D580074BF4}"/>
              </a:ext>
            </a:extLst>
          </p:cNvPr>
          <p:cNvGrpSpPr/>
          <p:nvPr/>
        </p:nvGrpSpPr>
        <p:grpSpPr>
          <a:xfrm>
            <a:off x="6003457" y="2344420"/>
            <a:ext cx="515427" cy="292388"/>
            <a:chOff x="6170069" y="2484693"/>
            <a:chExt cx="515427" cy="292388"/>
          </a:xfrm>
        </p:grpSpPr>
        <p:cxnSp>
          <p:nvCxnSpPr>
            <p:cNvPr id="171" name="Straight Connector 170">
              <a:extLst>
                <a:ext uri="{FF2B5EF4-FFF2-40B4-BE49-F238E27FC236}">
                  <a16:creationId xmlns:a16="http://schemas.microsoft.com/office/drawing/2014/main" id="{FCD9BA45-233F-57D8-3199-08749B9E615D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3" name="Straight Connector 172">
              <a:extLst>
                <a:ext uri="{FF2B5EF4-FFF2-40B4-BE49-F238E27FC236}">
                  <a16:creationId xmlns:a16="http://schemas.microsoft.com/office/drawing/2014/main" id="{627A19A6-6D98-E9FF-2624-F3101D9A8ACE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4" name="Straight Connector 173">
              <a:extLst>
                <a:ext uri="{FF2B5EF4-FFF2-40B4-BE49-F238E27FC236}">
                  <a16:creationId xmlns:a16="http://schemas.microsoft.com/office/drawing/2014/main" id="{765A1473-E4BC-BA64-3BD4-A156A8E878CC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Connector 174">
              <a:extLst>
                <a:ext uri="{FF2B5EF4-FFF2-40B4-BE49-F238E27FC236}">
                  <a16:creationId xmlns:a16="http://schemas.microsoft.com/office/drawing/2014/main" id="{1E8DDB99-8FD3-CEBE-8B10-134B634A1683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8" name="Group 197">
            <a:extLst>
              <a:ext uri="{FF2B5EF4-FFF2-40B4-BE49-F238E27FC236}">
                <a16:creationId xmlns:a16="http://schemas.microsoft.com/office/drawing/2014/main" id="{08442D76-F7D2-1994-2912-61733CB86E0A}"/>
              </a:ext>
            </a:extLst>
          </p:cNvPr>
          <p:cNvGrpSpPr/>
          <p:nvPr/>
        </p:nvGrpSpPr>
        <p:grpSpPr>
          <a:xfrm>
            <a:off x="6003457" y="3045396"/>
            <a:ext cx="515427" cy="292388"/>
            <a:chOff x="6170069" y="2484693"/>
            <a:chExt cx="515427" cy="292388"/>
          </a:xfrm>
        </p:grpSpPr>
        <p:cxnSp>
          <p:nvCxnSpPr>
            <p:cNvPr id="199" name="Straight Connector 198">
              <a:extLst>
                <a:ext uri="{FF2B5EF4-FFF2-40B4-BE49-F238E27FC236}">
                  <a16:creationId xmlns:a16="http://schemas.microsoft.com/office/drawing/2014/main" id="{24BCC6C6-8A2A-EB69-163C-A3E2B986FB11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0" name="Straight Connector 199">
              <a:extLst>
                <a:ext uri="{FF2B5EF4-FFF2-40B4-BE49-F238E27FC236}">
                  <a16:creationId xmlns:a16="http://schemas.microsoft.com/office/drawing/2014/main" id="{5F2860BF-C195-A6D4-EC58-5F7C7B77E2BF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Straight Connector 201">
              <a:extLst>
                <a:ext uri="{FF2B5EF4-FFF2-40B4-BE49-F238E27FC236}">
                  <a16:creationId xmlns:a16="http://schemas.microsoft.com/office/drawing/2014/main" id="{1B445608-A92E-FFB0-4A94-59CDF75E0B98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Straight Connector 202">
              <a:extLst>
                <a:ext uri="{FF2B5EF4-FFF2-40B4-BE49-F238E27FC236}">
                  <a16:creationId xmlns:a16="http://schemas.microsoft.com/office/drawing/2014/main" id="{8FB634AD-7B4E-9F9E-EFDE-94FC5C8A4592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02EA602B-DDD4-DE3E-20D5-18E906DB4026}"/>
              </a:ext>
            </a:extLst>
          </p:cNvPr>
          <p:cNvGrpSpPr/>
          <p:nvPr/>
        </p:nvGrpSpPr>
        <p:grpSpPr>
          <a:xfrm>
            <a:off x="6003457" y="3395884"/>
            <a:ext cx="515427" cy="292388"/>
            <a:chOff x="6170069" y="2484693"/>
            <a:chExt cx="515427" cy="292388"/>
          </a:xfrm>
        </p:grpSpPr>
        <p:cxnSp>
          <p:nvCxnSpPr>
            <p:cNvPr id="205" name="Straight Connector 204">
              <a:extLst>
                <a:ext uri="{FF2B5EF4-FFF2-40B4-BE49-F238E27FC236}">
                  <a16:creationId xmlns:a16="http://schemas.microsoft.com/office/drawing/2014/main" id="{27FFCCFF-9958-F4B8-3A97-F93F6393967E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>
              <a:extLst>
                <a:ext uri="{FF2B5EF4-FFF2-40B4-BE49-F238E27FC236}">
                  <a16:creationId xmlns:a16="http://schemas.microsoft.com/office/drawing/2014/main" id="{BFBE3DFE-7102-C3B8-432F-A3AE8450F7CD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Connector 206">
              <a:extLst>
                <a:ext uri="{FF2B5EF4-FFF2-40B4-BE49-F238E27FC236}">
                  <a16:creationId xmlns:a16="http://schemas.microsoft.com/office/drawing/2014/main" id="{AFDA208F-D6FD-4CC2-0DF0-C6AD2F5589F2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Connector 207">
              <a:extLst>
                <a:ext uri="{FF2B5EF4-FFF2-40B4-BE49-F238E27FC236}">
                  <a16:creationId xmlns:a16="http://schemas.microsoft.com/office/drawing/2014/main" id="{F7CBE53D-1C2E-C53E-4990-2B2D1A3B1CFF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Connector 208">
              <a:extLst>
                <a:ext uri="{FF2B5EF4-FFF2-40B4-BE49-F238E27FC236}">
                  <a16:creationId xmlns:a16="http://schemas.microsoft.com/office/drawing/2014/main" id="{CFF0B17C-F47C-DA00-F9EA-47224BFE9226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11" name="Group 210">
            <a:extLst>
              <a:ext uri="{FF2B5EF4-FFF2-40B4-BE49-F238E27FC236}">
                <a16:creationId xmlns:a16="http://schemas.microsoft.com/office/drawing/2014/main" id="{5DB9B220-11F1-675D-C60B-2D1D087AB4F2}"/>
              </a:ext>
            </a:extLst>
          </p:cNvPr>
          <p:cNvGrpSpPr/>
          <p:nvPr/>
        </p:nvGrpSpPr>
        <p:grpSpPr>
          <a:xfrm>
            <a:off x="6003457" y="2694908"/>
            <a:ext cx="515427" cy="292388"/>
            <a:chOff x="5942497" y="2519648"/>
            <a:chExt cx="515427" cy="292388"/>
          </a:xfrm>
        </p:grpSpPr>
        <p:cxnSp>
          <p:nvCxnSpPr>
            <p:cNvPr id="193" name="Straight Connector 192">
              <a:extLst>
                <a:ext uri="{FF2B5EF4-FFF2-40B4-BE49-F238E27FC236}">
                  <a16:creationId xmlns:a16="http://schemas.microsoft.com/office/drawing/2014/main" id="{DDA80AF2-5520-35FA-E84F-E17BF58320ED}"/>
                </a:ext>
              </a:extLst>
            </p:cNvPr>
            <p:cNvCxnSpPr>
              <a:cxnSpLocks/>
            </p:cNvCxnSpPr>
            <p:nvPr/>
          </p:nvCxnSpPr>
          <p:spPr>
            <a:xfrm>
              <a:off x="5953292" y="2519648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4" name="Straight Connector 193">
              <a:extLst>
                <a:ext uri="{FF2B5EF4-FFF2-40B4-BE49-F238E27FC236}">
                  <a16:creationId xmlns:a16="http://schemas.microsoft.com/office/drawing/2014/main" id="{5F94182E-86C6-90CC-B8D4-D41F7648D461}"/>
                </a:ext>
              </a:extLst>
            </p:cNvPr>
            <p:cNvCxnSpPr>
              <a:cxnSpLocks/>
            </p:cNvCxnSpPr>
            <p:nvPr/>
          </p:nvCxnSpPr>
          <p:spPr>
            <a:xfrm>
              <a:off x="6021871" y="2724861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Straight Connector 194">
              <a:extLst>
                <a:ext uri="{FF2B5EF4-FFF2-40B4-BE49-F238E27FC236}">
                  <a16:creationId xmlns:a16="http://schemas.microsoft.com/office/drawing/2014/main" id="{59F2C990-10A5-E6E6-C7E1-616D3DF880FB}"/>
                </a:ext>
              </a:extLst>
            </p:cNvPr>
            <p:cNvCxnSpPr>
              <a:cxnSpLocks/>
            </p:cNvCxnSpPr>
            <p:nvPr/>
          </p:nvCxnSpPr>
          <p:spPr>
            <a:xfrm>
              <a:off x="6088546" y="2654996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Connector 195">
              <a:extLst>
                <a:ext uri="{FF2B5EF4-FFF2-40B4-BE49-F238E27FC236}">
                  <a16:creationId xmlns:a16="http://schemas.microsoft.com/office/drawing/2014/main" id="{606C2435-1ED5-1F37-7487-7B21AE9CDE0F}"/>
                </a:ext>
              </a:extLst>
            </p:cNvPr>
            <p:cNvCxnSpPr>
              <a:cxnSpLocks/>
            </p:cNvCxnSpPr>
            <p:nvPr/>
          </p:nvCxnSpPr>
          <p:spPr>
            <a:xfrm>
              <a:off x="6322861" y="2542508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Connector 209">
              <a:extLst>
                <a:ext uri="{FF2B5EF4-FFF2-40B4-BE49-F238E27FC236}">
                  <a16:creationId xmlns:a16="http://schemas.microsoft.com/office/drawing/2014/main" id="{868301B7-C0F7-51CA-1D30-552A925E5C7B}"/>
                </a:ext>
              </a:extLst>
            </p:cNvPr>
            <p:cNvCxnSpPr>
              <a:cxnSpLocks/>
            </p:cNvCxnSpPr>
            <p:nvPr/>
          </p:nvCxnSpPr>
          <p:spPr>
            <a:xfrm>
              <a:off x="6254281" y="2669714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Connector 196">
              <a:extLst>
                <a:ext uri="{FF2B5EF4-FFF2-40B4-BE49-F238E27FC236}">
                  <a16:creationId xmlns:a16="http://schemas.microsoft.com/office/drawing/2014/main" id="{ACA33536-C6DE-B5AB-4608-B164BEAF28EA}"/>
                </a:ext>
              </a:extLst>
            </p:cNvPr>
            <p:cNvCxnSpPr>
              <a:cxnSpLocks/>
            </p:cNvCxnSpPr>
            <p:nvPr/>
          </p:nvCxnSpPr>
          <p:spPr>
            <a:xfrm>
              <a:off x="5942497" y="2804416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CF2F0A78-AC1D-62F8-ED6A-7CC93D4BC97C}"/>
              </a:ext>
            </a:extLst>
          </p:cNvPr>
          <p:cNvSpPr/>
          <p:nvPr/>
        </p:nvSpPr>
        <p:spPr>
          <a:xfrm>
            <a:off x="6621184" y="2369819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13" name="Group 212">
            <a:extLst>
              <a:ext uri="{FF2B5EF4-FFF2-40B4-BE49-F238E27FC236}">
                <a16:creationId xmlns:a16="http://schemas.microsoft.com/office/drawing/2014/main" id="{CA677D01-6116-B0B9-341F-A0076064416D}"/>
              </a:ext>
            </a:extLst>
          </p:cNvPr>
          <p:cNvGrpSpPr/>
          <p:nvPr/>
        </p:nvGrpSpPr>
        <p:grpSpPr>
          <a:xfrm>
            <a:off x="7000321" y="2655256"/>
            <a:ext cx="515427" cy="292388"/>
            <a:chOff x="6170069" y="2484693"/>
            <a:chExt cx="515427" cy="292388"/>
          </a:xfrm>
        </p:grpSpPr>
        <p:cxnSp>
          <p:nvCxnSpPr>
            <p:cNvPr id="214" name="Straight Connector 213">
              <a:extLst>
                <a:ext uri="{FF2B5EF4-FFF2-40B4-BE49-F238E27FC236}">
                  <a16:creationId xmlns:a16="http://schemas.microsoft.com/office/drawing/2014/main" id="{BEC7529C-E4D5-C6A4-37FB-3191A9AAA6F7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Straight Connector 214">
              <a:extLst>
                <a:ext uri="{FF2B5EF4-FFF2-40B4-BE49-F238E27FC236}">
                  <a16:creationId xmlns:a16="http://schemas.microsoft.com/office/drawing/2014/main" id="{34DC98BC-79FF-0787-36F2-AC0AB6857BBB}"/>
                </a:ext>
              </a:extLst>
            </p:cNvPr>
            <p:cNvCxnSpPr>
              <a:cxnSpLocks/>
            </p:cNvCxnSpPr>
            <p:nvPr/>
          </p:nvCxnSpPr>
          <p:spPr>
            <a:xfrm>
              <a:off x="6249443" y="2689906"/>
              <a:ext cx="0" cy="6986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6" name="Straight Connector 215">
              <a:extLst>
                <a:ext uri="{FF2B5EF4-FFF2-40B4-BE49-F238E27FC236}">
                  <a16:creationId xmlns:a16="http://schemas.microsoft.com/office/drawing/2014/main" id="{FA9C799A-C826-EE6F-F83B-CA98E3A82B09}"/>
                </a:ext>
              </a:extLst>
            </p:cNvPr>
            <p:cNvCxnSpPr>
              <a:cxnSpLocks/>
            </p:cNvCxnSpPr>
            <p:nvPr/>
          </p:nvCxnSpPr>
          <p:spPr>
            <a:xfrm>
              <a:off x="631611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7" name="Straight Connector 216">
              <a:extLst>
                <a:ext uri="{FF2B5EF4-FFF2-40B4-BE49-F238E27FC236}">
                  <a16:creationId xmlns:a16="http://schemas.microsoft.com/office/drawing/2014/main" id="{ED87BC2F-7B0B-D176-0AA6-690E2DBEF000}"/>
                </a:ext>
              </a:extLst>
            </p:cNvPr>
            <p:cNvCxnSpPr>
              <a:cxnSpLocks/>
            </p:cNvCxnSpPr>
            <p:nvPr/>
          </p:nvCxnSpPr>
          <p:spPr>
            <a:xfrm>
              <a:off x="655043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8" name="Straight Connector 217">
              <a:extLst>
                <a:ext uri="{FF2B5EF4-FFF2-40B4-BE49-F238E27FC236}">
                  <a16:creationId xmlns:a16="http://schemas.microsoft.com/office/drawing/2014/main" id="{6418CF3C-15CA-BDF5-B5B9-FE339CD08A5E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62515233-951B-26AF-AC8F-C26262C7AEF1}"/>
              </a:ext>
            </a:extLst>
          </p:cNvPr>
          <p:cNvCxnSpPr>
            <a:cxnSpLocks/>
          </p:cNvCxnSpPr>
          <p:nvPr/>
        </p:nvCxnSpPr>
        <p:spPr>
          <a:xfrm flipH="1">
            <a:off x="6990080" y="2947644"/>
            <a:ext cx="87589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99CAFA01-7C34-690F-FADA-527B8BAB6C9C}"/>
              </a:ext>
            </a:extLst>
          </p:cNvPr>
          <p:cNvCxnSpPr>
            <a:cxnSpLocks/>
          </p:cNvCxnSpPr>
          <p:nvPr/>
        </p:nvCxnSpPr>
        <p:spPr>
          <a:xfrm>
            <a:off x="7145995" y="2947644"/>
            <a:ext cx="303825" cy="354356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6B4F2BEB-1C84-D390-591D-54C593BD9A9E}"/>
              </a:ext>
            </a:extLst>
          </p:cNvPr>
          <p:cNvCxnSpPr>
            <a:cxnSpLocks/>
          </p:cNvCxnSpPr>
          <p:nvPr/>
        </p:nvCxnSpPr>
        <p:spPr>
          <a:xfrm>
            <a:off x="7382457" y="2949788"/>
            <a:ext cx="301043" cy="352212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5DA3A1B6-AE19-4776-4976-1DEE3E9886D3}"/>
              </a:ext>
            </a:extLst>
          </p:cNvPr>
          <p:cNvGraphicFramePr>
            <a:graphicFrameLocks noGrp="1"/>
          </p:cNvGraphicFramePr>
          <p:nvPr/>
        </p:nvGraphicFramePr>
        <p:xfrm>
          <a:off x="6847997" y="476290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261" name="Arc 260">
            <a:extLst>
              <a:ext uri="{FF2B5EF4-FFF2-40B4-BE49-F238E27FC236}">
                <a16:creationId xmlns:a16="http://schemas.microsoft.com/office/drawing/2014/main" id="{74B19F93-BFB0-1D92-9EDD-8DFC4B24B8C7}"/>
              </a:ext>
            </a:extLst>
          </p:cNvPr>
          <p:cNvSpPr/>
          <p:nvPr/>
        </p:nvSpPr>
        <p:spPr>
          <a:xfrm rot="18582686">
            <a:off x="4682650" y="4243579"/>
            <a:ext cx="545544" cy="500428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2" name="Arc 261">
            <a:extLst>
              <a:ext uri="{FF2B5EF4-FFF2-40B4-BE49-F238E27FC236}">
                <a16:creationId xmlns:a16="http://schemas.microsoft.com/office/drawing/2014/main" id="{737C2851-088A-FF01-93CF-94DEC4FEE9C7}"/>
              </a:ext>
            </a:extLst>
          </p:cNvPr>
          <p:cNvSpPr/>
          <p:nvPr/>
        </p:nvSpPr>
        <p:spPr>
          <a:xfrm rot="2839795" flipV="1">
            <a:off x="5401231" y="4393315"/>
            <a:ext cx="545544" cy="500428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63" name="Graphic 262" descr="Database outline">
            <a:extLst>
              <a:ext uri="{FF2B5EF4-FFF2-40B4-BE49-F238E27FC236}">
                <a16:creationId xmlns:a16="http://schemas.microsoft.com/office/drawing/2014/main" id="{2CB774E9-EA8E-AC07-C7C0-C9CA2F78EC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32020" y="4258331"/>
            <a:ext cx="591633" cy="591633"/>
          </a:xfrm>
          <a:prstGeom prst="rect">
            <a:avLst/>
          </a:prstGeom>
        </p:spPr>
      </p:pic>
      <p:grpSp>
        <p:nvGrpSpPr>
          <p:cNvPr id="264" name="Group 263">
            <a:extLst>
              <a:ext uri="{FF2B5EF4-FFF2-40B4-BE49-F238E27FC236}">
                <a16:creationId xmlns:a16="http://schemas.microsoft.com/office/drawing/2014/main" id="{CC27942B-FACF-A1FE-029E-CC08B25ED711}"/>
              </a:ext>
            </a:extLst>
          </p:cNvPr>
          <p:cNvGrpSpPr/>
          <p:nvPr/>
        </p:nvGrpSpPr>
        <p:grpSpPr>
          <a:xfrm>
            <a:off x="6003457" y="4059015"/>
            <a:ext cx="515427" cy="292388"/>
            <a:chOff x="6170069" y="2484693"/>
            <a:chExt cx="515427" cy="292388"/>
          </a:xfrm>
        </p:grpSpPr>
        <p:cxnSp>
          <p:nvCxnSpPr>
            <p:cNvPr id="265" name="Straight Connector 264">
              <a:extLst>
                <a:ext uri="{FF2B5EF4-FFF2-40B4-BE49-F238E27FC236}">
                  <a16:creationId xmlns:a16="http://schemas.microsoft.com/office/drawing/2014/main" id="{6BEE73F0-FDA2-64B8-A7DD-9D7549844601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6" name="Straight Connector 265">
              <a:extLst>
                <a:ext uri="{FF2B5EF4-FFF2-40B4-BE49-F238E27FC236}">
                  <a16:creationId xmlns:a16="http://schemas.microsoft.com/office/drawing/2014/main" id="{9EE865C6-2F85-C373-04A9-A2D44C8ED3BB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7" name="Straight Connector 266">
              <a:extLst>
                <a:ext uri="{FF2B5EF4-FFF2-40B4-BE49-F238E27FC236}">
                  <a16:creationId xmlns:a16="http://schemas.microsoft.com/office/drawing/2014/main" id="{7E16A25A-3B4A-2682-53FB-E62EF240B3DB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8" name="Straight Connector 267">
              <a:extLst>
                <a:ext uri="{FF2B5EF4-FFF2-40B4-BE49-F238E27FC236}">
                  <a16:creationId xmlns:a16="http://schemas.microsoft.com/office/drawing/2014/main" id="{A2C4C03C-166B-FE6F-8F71-C51C9718F268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7" name="Right Brace 286">
            <a:extLst>
              <a:ext uri="{FF2B5EF4-FFF2-40B4-BE49-F238E27FC236}">
                <a16:creationId xmlns:a16="http://schemas.microsoft.com/office/drawing/2014/main" id="{4D77026F-515A-D160-0185-DB6026B745DA}"/>
              </a:ext>
            </a:extLst>
          </p:cNvPr>
          <p:cNvSpPr/>
          <p:nvPr/>
        </p:nvSpPr>
        <p:spPr>
          <a:xfrm>
            <a:off x="6621184" y="4084415"/>
            <a:ext cx="225434" cy="1020118"/>
          </a:xfrm>
          <a:prstGeom prst="rightBrace">
            <a:avLst>
              <a:gd name="adj1" fmla="val 40367"/>
              <a:gd name="adj2" fmla="val 3249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5" name="Straight Arrow Connector 294">
            <a:extLst>
              <a:ext uri="{FF2B5EF4-FFF2-40B4-BE49-F238E27FC236}">
                <a16:creationId xmlns:a16="http://schemas.microsoft.com/office/drawing/2014/main" id="{43CEE0A1-DFA6-D1F0-84E3-88810B5C3403}"/>
              </a:ext>
            </a:extLst>
          </p:cNvPr>
          <p:cNvCxnSpPr>
            <a:cxnSpLocks/>
          </p:cNvCxnSpPr>
          <p:nvPr/>
        </p:nvCxnSpPr>
        <p:spPr>
          <a:xfrm flipH="1">
            <a:off x="7149465" y="4564380"/>
            <a:ext cx="86360" cy="200025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Straight Arrow Connector 295">
            <a:extLst>
              <a:ext uri="{FF2B5EF4-FFF2-40B4-BE49-F238E27FC236}">
                <a16:creationId xmlns:a16="http://schemas.microsoft.com/office/drawing/2014/main" id="{F45F49AA-D9F1-C42E-1BD3-8EA19A42BC4F}"/>
              </a:ext>
            </a:extLst>
          </p:cNvPr>
          <p:cNvCxnSpPr>
            <a:cxnSpLocks/>
          </p:cNvCxnSpPr>
          <p:nvPr/>
        </p:nvCxnSpPr>
        <p:spPr>
          <a:xfrm>
            <a:off x="7304405" y="4556760"/>
            <a:ext cx="407035" cy="205740"/>
          </a:xfrm>
          <a:prstGeom prst="straightConnector1">
            <a:avLst/>
          </a:prstGeom>
          <a:ln w="127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4B40F8EF-30F5-7105-21A6-35DAD69A87F2}"/>
              </a:ext>
            </a:extLst>
          </p:cNvPr>
          <p:cNvGrpSpPr/>
          <p:nvPr/>
        </p:nvGrpSpPr>
        <p:grpSpPr>
          <a:xfrm>
            <a:off x="6013352" y="4773038"/>
            <a:ext cx="515427" cy="292388"/>
            <a:chOff x="6170069" y="2484693"/>
            <a:chExt cx="515427" cy="292388"/>
          </a:xfrm>
        </p:grpSpPr>
        <p:cxnSp>
          <p:nvCxnSpPr>
            <p:cNvPr id="304" name="Straight Connector 303">
              <a:extLst>
                <a:ext uri="{FF2B5EF4-FFF2-40B4-BE49-F238E27FC236}">
                  <a16:creationId xmlns:a16="http://schemas.microsoft.com/office/drawing/2014/main" id="{957E9A20-1785-D416-380A-7F4DA3A154D6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5" name="Straight Connector 304">
              <a:extLst>
                <a:ext uri="{FF2B5EF4-FFF2-40B4-BE49-F238E27FC236}">
                  <a16:creationId xmlns:a16="http://schemas.microsoft.com/office/drawing/2014/main" id="{0A1E2263-2993-F33C-A0D7-1E2920D113DC}"/>
                </a:ext>
              </a:extLst>
            </p:cNvPr>
            <p:cNvCxnSpPr>
              <a:cxnSpLocks/>
            </p:cNvCxnSpPr>
            <p:nvPr/>
          </p:nvCxnSpPr>
          <p:spPr>
            <a:xfrm>
              <a:off x="6250078" y="2696745"/>
              <a:ext cx="0" cy="80336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Straight Connector 305">
              <a:extLst>
                <a:ext uri="{FF2B5EF4-FFF2-40B4-BE49-F238E27FC236}">
                  <a16:creationId xmlns:a16="http://schemas.microsoft.com/office/drawing/2014/main" id="{A41B69F5-780E-F596-A59E-DC718A5C8331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57114"/>
              <a:ext cx="0" cy="202658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7" name="Straight Connector 306">
              <a:extLst>
                <a:ext uri="{FF2B5EF4-FFF2-40B4-BE49-F238E27FC236}">
                  <a16:creationId xmlns:a16="http://schemas.microsoft.com/office/drawing/2014/main" id="{513A5E21-13FE-DCE8-62DD-289372FC14D2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AAFBDBF6-2D18-3F0A-F33B-2052E4F5CCF3}"/>
              </a:ext>
            </a:extLst>
          </p:cNvPr>
          <p:cNvCxnSpPr>
            <a:cxnSpLocks/>
          </p:cNvCxnSpPr>
          <p:nvPr/>
        </p:nvCxnSpPr>
        <p:spPr>
          <a:xfrm>
            <a:off x="6170446" y="4643529"/>
            <a:ext cx="0" cy="50349"/>
          </a:xfrm>
          <a:prstGeom prst="line">
            <a:avLst/>
          </a:prstGeom>
          <a:ln w="28575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14" name="Group 313">
            <a:extLst>
              <a:ext uri="{FF2B5EF4-FFF2-40B4-BE49-F238E27FC236}">
                <a16:creationId xmlns:a16="http://schemas.microsoft.com/office/drawing/2014/main" id="{B133740B-C993-9508-E68B-9DB36145046A}"/>
              </a:ext>
            </a:extLst>
          </p:cNvPr>
          <p:cNvGrpSpPr/>
          <p:nvPr/>
        </p:nvGrpSpPr>
        <p:grpSpPr>
          <a:xfrm>
            <a:off x="6009158" y="4419983"/>
            <a:ext cx="515427" cy="292388"/>
            <a:chOff x="5948198" y="4244723"/>
            <a:chExt cx="515427" cy="292388"/>
          </a:xfrm>
        </p:grpSpPr>
        <p:cxnSp>
          <p:nvCxnSpPr>
            <p:cNvPr id="299" name="Straight Connector 298">
              <a:extLst>
                <a:ext uri="{FF2B5EF4-FFF2-40B4-BE49-F238E27FC236}">
                  <a16:creationId xmlns:a16="http://schemas.microsoft.com/office/drawing/2014/main" id="{7BA7F23D-89B9-A229-4EC7-F09C75C99692}"/>
                </a:ext>
              </a:extLst>
            </p:cNvPr>
            <p:cNvCxnSpPr>
              <a:cxnSpLocks/>
            </p:cNvCxnSpPr>
            <p:nvPr/>
          </p:nvCxnSpPr>
          <p:spPr>
            <a:xfrm>
              <a:off x="5958993" y="424472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Connector 299">
              <a:extLst>
                <a:ext uri="{FF2B5EF4-FFF2-40B4-BE49-F238E27FC236}">
                  <a16:creationId xmlns:a16="http://schemas.microsoft.com/office/drawing/2014/main" id="{5701FBD2-DA4B-D5EE-4A9F-7D3967B3A4BE}"/>
                </a:ext>
              </a:extLst>
            </p:cNvPr>
            <p:cNvCxnSpPr>
              <a:cxnSpLocks/>
            </p:cNvCxnSpPr>
            <p:nvPr/>
          </p:nvCxnSpPr>
          <p:spPr>
            <a:xfrm>
              <a:off x="6155207" y="438007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Connector 300">
              <a:extLst>
                <a:ext uri="{FF2B5EF4-FFF2-40B4-BE49-F238E27FC236}">
                  <a16:creationId xmlns:a16="http://schemas.microsoft.com/office/drawing/2014/main" id="{8A498CD1-4E6B-CA24-CE1E-1BBB25D387D7}"/>
                </a:ext>
              </a:extLst>
            </p:cNvPr>
            <p:cNvCxnSpPr>
              <a:cxnSpLocks/>
            </p:cNvCxnSpPr>
            <p:nvPr/>
          </p:nvCxnSpPr>
          <p:spPr>
            <a:xfrm>
              <a:off x="6224422" y="426758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2" name="Straight Connector 301">
              <a:extLst>
                <a:ext uri="{FF2B5EF4-FFF2-40B4-BE49-F238E27FC236}">
                  <a16:creationId xmlns:a16="http://schemas.microsoft.com/office/drawing/2014/main" id="{1EDF840D-C705-27CA-905A-76B1F6F18B16}"/>
                </a:ext>
              </a:extLst>
            </p:cNvPr>
            <p:cNvCxnSpPr>
              <a:cxnSpLocks/>
            </p:cNvCxnSpPr>
            <p:nvPr/>
          </p:nvCxnSpPr>
          <p:spPr>
            <a:xfrm>
              <a:off x="5948198" y="452949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11F1369A-4493-CEAC-4E75-8288F7638D69}"/>
              </a:ext>
            </a:extLst>
          </p:cNvPr>
          <p:cNvGrpSpPr/>
          <p:nvPr/>
        </p:nvGrpSpPr>
        <p:grpSpPr>
          <a:xfrm>
            <a:off x="7026615" y="4269672"/>
            <a:ext cx="515427" cy="292388"/>
            <a:chOff x="6170069" y="2484693"/>
            <a:chExt cx="515427" cy="292388"/>
          </a:xfrm>
        </p:grpSpPr>
        <p:cxnSp>
          <p:nvCxnSpPr>
            <p:cNvPr id="316" name="Straight Connector 315">
              <a:extLst>
                <a:ext uri="{FF2B5EF4-FFF2-40B4-BE49-F238E27FC236}">
                  <a16:creationId xmlns:a16="http://schemas.microsoft.com/office/drawing/2014/main" id="{9A7D8D5D-5CC0-94FD-A1F8-D5440E3BDD38}"/>
                </a:ext>
              </a:extLst>
            </p:cNvPr>
            <p:cNvCxnSpPr>
              <a:cxnSpLocks/>
            </p:cNvCxnSpPr>
            <p:nvPr/>
          </p:nvCxnSpPr>
          <p:spPr>
            <a:xfrm>
              <a:off x="6180864" y="2484693"/>
              <a:ext cx="0" cy="292388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7" name="Straight Connector 316">
              <a:extLst>
                <a:ext uri="{FF2B5EF4-FFF2-40B4-BE49-F238E27FC236}">
                  <a16:creationId xmlns:a16="http://schemas.microsoft.com/office/drawing/2014/main" id="{8617AFEF-527E-615D-FCD4-BB176C62DD5D}"/>
                </a:ext>
              </a:extLst>
            </p:cNvPr>
            <p:cNvCxnSpPr>
              <a:cxnSpLocks/>
            </p:cNvCxnSpPr>
            <p:nvPr/>
          </p:nvCxnSpPr>
          <p:spPr>
            <a:xfrm>
              <a:off x="6377078" y="2620041"/>
              <a:ext cx="0" cy="139731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8" name="Straight Connector 317">
              <a:extLst>
                <a:ext uri="{FF2B5EF4-FFF2-40B4-BE49-F238E27FC236}">
                  <a16:creationId xmlns:a16="http://schemas.microsoft.com/office/drawing/2014/main" id="{D435F9E2-B7F3-31F7-0E3E-7D9ED9B393AD}"/>
                </a:ext>
              </a:extLst>
            </p:cNvPr>
            <p:cNvCxnSpPr>
              <a:cxnSpLocks/>
            </p:cNvCxnSpPr>
            <p:nvPr/>
          </p:nvCxnSpPr>
          <p:spPr>
            <a:xfrm>
              <a:off x="6446293" y="2507553"/>
              <a:ext cx="0" cy="252219"/>
            </a:xfrm>
            <a:prstGeom prst="line">
              <a:avLst/>
            </a:prstGeom>
            <a:ln w="28575">
              <a:solidFill>
                <a:schemeClr val="bg1">
                  <a:lumMod val="9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Straight Connector 318">
              <a:extLst>
                <a:ext uri="{FF2B5EF4-FFF2-40B4-BE49-F238E27FC236}">
                  <a16:creationId xmlns:a16="http://schemas.microsoft.com/office/drawing/2014/main" id="{12D0FF9A-44A1-5C58-B48E-40F2F8546707}"/>
                </a:ext>
              </a:extLst>
            </p:cNvPr>
            <p:cNvCxnSpPr>
              <a:cxnSpLocks/>
            </p:cNvCxnSpPr>
            <p:nvPr/>
          </p:nvCxnSpPr>
          <p:spPr>
            <a:xfrm>
              <a:off x="6170069" y="2769461"/>
              <a:ext cx="515427" cy="0"/>
            </a:xfrm>
            <a:prstGeom prst="line">
              <a:avLst/>
            </a:prstGeom>
            <a:ln w="28575">
              <a:solidFill>
                <a:srgbClr val="333F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6C5DE577-26D8-0891-3FF3-EBDDFA3FB9A3}"/>
              </a:ext>
            </a:extLst>
          </p:cNvPr>
          <p:cNvGraphicFramePr>
            <a:graphicFrameLocks noGrp="1"/>
          </p:cNvGraphicFramePr>
          <p:nvPr/>
        </p:nvGraphicFramePr>
        <p:xfrm>
          <a:off x="8457815" y="287562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747E7C2D-5E2B-6902-B790-69E8014E938B}"/>
              </a:ext>
            </a:extLst>
          </p:cNvPr>
          <p:cNvGraphicFramePr>
            <a:graphicFrameLocks noGrp="1"/>
          </p:cNvGraphicFramePr>
          <p:nvPr/>
        </p:nvGraphicFramePr>
        <p:xfrm>
          <a:off x="8492312" y="3431851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561C9939-7F27-504B-218F-26927F869911}"/>
              </a:ext>
            </a:extLst>
          </p:cNvPr>
          <p:cNvGraphicFramePr>
            <a:graphicFrameLocks noGrp="1"/>
          </p:cNvGraphicFramePr>
          <p:nvPr/>
        </p:nvGraphicFramePr>
        <p:xfrm>
          <a:off x="8369145" y="4450018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335" name="Flowchart: Punched Tape 334">
            <a:extLst>
              <a:ext uri="{FF2B5EF4-FFF2-40B4-BE49-F238E27FC236}">
                <a16:creationId xmlns:a16="http://schemas.microsoft.com/office/drawing/2014/main" id="{D7160346-4354-7D45-744E-A6B877333509}"/>
              </a:ext>
            </a:extLst>
          </p:cNvPr>
          <p:cNvSpPr/>
          <p:nvPr/>
        </p:nvSpPr>
        <p:spPr>
          <a:xfrm>
            <a:off x="8678703" y="5417214"/>
            <a:ext cx="2176860" cy="1312578"/>
          </a:xfrm>
          <a:prstGeom prst="flowChartPunchedTap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Maybe confusion? I think we use the raw spectra in validation</a:t>
            </a:r>
          </a:p>
        </p:txBody>
      </p:sp>
    </p:spTree>
    <p:extLst>
      <p:ext uri="{BB962C8B-B14F-4D97-AF65-F5344CB8AC3E}">
        <p14:creationId xmlns:p14="http://schemas.microsoft.com/office/powerpoint/2010/main" val="1704155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A3F52-A844-6CF2-8C86-E71EF7988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4D0D23EE-7571-96D7-A7DD-1593E4EFB7D3}"/>
              </a:ext>
            </a:extLst>
          </p:cNvPr>
          <p:cNvSpPr/>
          <p:nvPr/>
        </p:nvSpPr>
        <p:spPr>
          <a:xfrm>
            <a:off x="0" y="2468364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76B090E4-4C0A-187E-4364-9DD7EE5EAA5A}"/>
              </a:ext>
            </a:extLst>
          </p:cNvPr>
          <p:cNvSpPr/>
          <p:nvPr/>
        </p:nvSpPr>
        <p:spPr>
          <a:xfrm>
            <a:off x="428753" y="1478646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A8245CD-9EFE-A51D-6203-DDB91C2B19A8}"/>
              </a:ext>
            </a:extLst>
          </p:cNvPr>
          <p:cNvSpPr txBox="1"/>
          <p:nvPr/>
        </p:nvSpPr>
        <p:spPr>
          <a:xfrm>
            <a:off x="1332605" y="47426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C0D8C2A4-0723-C08F-002D-2F51B97FD6AF}"/>
              </a:ext>
            </a:extLst>
          </p:cNvPr>
          <p:cNvGrpSpPr/>
          <p:nvPr/>
        </p:nvGrpSpPr>
        <p:grpSpPr>
          <a:xfrm>
            <a:off x="2244324" y="248048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EAAEE15-B577-CC93-CCE5-D2CB3B594B58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FE6508EE-5337-3077-D50C-C34C794B41B1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E055BCC8-624A-BF62-B4BC-5EB337EC938D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3EF00AE5-36AC-5B40-F3B3-C58961818C7E}"/>
              </a:ext>
            </a:extLst>
          </p:cNvPr>
          <p:cNvSpPr/>
          <p:nvPr/>
        </p:nvSpPr>
        <p:spPr>
          <a:xfrm>
            <a:off x="608286" y="257134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764F308-64E1-50C3-FAED-479738A6FAC8}"/>
              </a:ext>
            </a:extLst>
          </p:cNvPr>
          <p:cNvSpPr txBox="1"/>
          <p:nvPr/>
        </p:nvSpPr>
        <p:spPr>
          <a:xfrm>
            <a:off x="1286371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634053-01A8-DD8E-86EA-DBC9073FB310}"/>
              </a:ext>
            </a:extLst>
          </p:cNvPr>
          <p:cNvSpPr txBox="1"/>
          <p:nvPr/>
        </p:nvSpPr>
        <p:spPr>
          <a:xfrm>
            <a:off x="603942" y="408784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76D4714-D775-1D82-DEDF-305C85367895}"/>
              </a:ext>
            </a:extLst>
          </p:cNvPr>
          <p:cNvGrpSpPr/>
          <p:nvPr/>
        </p:nvGrpSpPr>
        <p:grpSpPr>
          <a:xfrm>
            <a:off x="2145609" y="219678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34D1954-A8BC-A2B8-12E9-3C5F321F3D61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19822AAB-0ED1-C8E3-E072-FED76202BA1A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8D98D1AD-C471-BB18-D91A-88849487BFD4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FD823252-5EB1-C142-17C1-6610D4555469}"/>
              </a:ext>
            </a:extLst>
          </p:cNvPr>
          <p:cNvSpPr/>
          <p:nvPr/>
        </p:nvSpPr>
        <p:spPr>
          <a:xfrm>
            <a:off x="814558" y="346788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C5CF4860-D854-A6B3-491C-08E3FEC961D4}"/>
              </a:ext>
            </a:extLst>
          </p:cNvPr>
          <p:cNvSpPr/>
          <p:nvPr/>
        </p:nvSpPr>
        <p:spPr>
          <a:xfrm>
            <a:off x="1616929" y="337938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C81CDFC4-9F62-C0B2-4A2B-FF2169607410}"/>
              </a:ext>
            </a:extLst>
          </p:cNvPr>
          <p:cNvSpPr/>
          <p:nvPr/>
        </p:nvSpPr>
        <p:spPr>
          <a:xfrm>
            <a:off x="1239836" y="363130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D67335E4-EAFE-5845-3AEE-831C098F95F4}"/>
              </a:ext>
            </a:extLst>
          </p:cNvPr>
          <p:cNvSpPr/>
          <p:nvPr/>
        </p:nvSpPr>
        <p:spPr>
          <a:xfrm>
            <a:off x="1636015" y="294040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B836D8BC-8110-916F-4C05-249B8939145D}"/>
              </a:ext>
            </a:extLst>
          </p:cNvPr>
          <p:cNvSpPr/>
          <p:nvPr/>
        </p:nvSpPr>
        <p:spPr>
          <a:xfrm>
            <a:off x="732324" y="294680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F4E1C5C-3304-558F-CA76-99488526E048}"/>
              </a:ext>
            </a:extLst>
          </p:cNvPr>
          <p:cNvSpPr txBox="1"/>
          <p:nvPr/>
        </p:nvSpPr>
        <p:spPr>
          <a:xfrm>
            <a:off x="1568528" y="299336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BDB1B5-B669-EEC8-919D-CDE2B10A025A}"/>
              </a:ext>
            </a:extLst>
          </p:cNvPr>
          <p:cNvSpPr txBox="1"/>
          <p:nvPr/>
        </p:nvSpPr>
        <p:spPr>
          <a:xfrm>
            <a:off x="1541357" y="342726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D7185B-E2AB-D0D7-EDC2-C68FEE41433C}"/>
              </a:ext>
            </a:extLst>
          </p:cNvPr>
          <p:cNvSpPr txBox="1"/>
          <p:nvPr/>
        </p:nvSpPr>
        <p:spPr>
          <a:xfrm>
            <a:off x="1166251" y="366638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35CFB8-8E32-2FBE-B37F-2F3FEE35CC42}"/>
              </a:ext>
            </a:extLst>
          </p:cNvPr>
          <p:cNvSpPr txBox="1"/>
          <p:nvPr/>
        </p:nvSpPr>
        <p:spPr>
          <a:xfrm>
            <a:off x="734956" y="350732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F798D78-505D-B6EF-BAAD-21CB197D637B}"/>
              </a:ext>
            </a:extLst>
          </p:cNvPr>
          <p:cNvSpPr txBox="1"/>
          <p:nvPr/>
        </p:nvSpPr>
        <p:spPr>
          <a:xfrm>
            <a:off x="685540" y="301363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B9E7E00E-46B9-D26E-C6D6-8CA7C71A2519}"/>
              </a:ext>
            </a:extLst>
          </p:cNvPr>
          <p:cNvSpPr/>
          <p:nvPr/>
        </p:nvSpPr>
        <p:spPr>
          <a:xfrm>
            <a:off x="1176105" y="273298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7F9EF3B-AC2A-6AC4-E8AF-8C724EEE94B3}"/>
              </a:ext>
            </a:extLst>
          </p:cNvPr>
          <p:cNvSpPr txBox="1"/>
          <p:nvPr/>
        </p:nvSpPr>
        <p:spPr>
          <a:xfrm>
            <a:off x="1129321" y="279981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79404F57-8FD9-FBDB-1521-85BABA0F0A59}"/>
              </a:ext>
            </a:extLst>
          </p:cNvPr>
          <p:cNvGrpSpPr/>
          <p:nvPr/>
        </p:nvGrpSpPr>
        <p:grpSpPr>
          <a:xfrm>
            <a:off x="2900065" y="201330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7DD245A-022D-5095-2BD0-82941FE03ACA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E6583300-87DC-11EB-05A8-CE0594C4D94F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AE64165C-FE47-7C42-2BF4-CBF841D5063E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ED42E786-C8D8-3998-78A0-0F1896983D8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C4B4A5A2-B995-6BAF-A284-7A6378D64D3F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FA6CD26C-D639-9EE9-B804-FB6867F7FE23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DEDF0ED1-2F00-3BF7-A714-E8D79055696D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0679D184-0382-271E-83F5-691B4B72FD6D}"/>
              </a:ext>
            </a:extLst>
          </p:cNvPr>
          <p:cNvGrpSpPr/>
          <p:nvPr/>
        </p:nvGrpSpPr>
        <p:grpSpPr>
          <a:xfrm>
            <a:off x="2900065" y="296336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BBF7905-0BE4-E5B3-4E04-7E36473D1D64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95649DE8-DFE9-4E21-42BE-FBF5F6B5EC99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01E21C5F-CE53-9F4B-ECC5-71ACC02361CA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564C7C80-2C8F-1E6A-2185-4869D95E81C3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1278C0A2-5E31-0D19-955E-7B4878C4A2A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B08D4F2F-140E-A27B-377C-48F959479519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B597749F-3842-E376-A11E-B11605A15F71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2C98CB15-7337-6692-F46C-4F690CE9DE37}"/>
              </a:ext>
            </a:extLst>
          </p:cNvPr>
          <p:cNvGrpSpPr/>
          <p:nvPr/>
        </p:nvGrpSpPr>
        <p:grpSpPr>
          <a:xfrm>
            <a:off x="2900065" y="391342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0B38F80A-7944-850A-5ABF-0A8BF489F465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A10D40EC-3043-973A-4C59-E8AF439DE387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6DAD507B-4262-C26B-B6AD-0EA185501FA3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D7299B28-4C67-8342-44CA-6B0DE37672D7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9275AEE3-56F2-E828-1DE9-22CA4C717881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62E27C05-7EE2-79C5-A5D9-03888B323FA6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57806A1-4363-EBA7-BDB0-7A449541B8F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B61B5258-447F-16FC-5550-127579FED014}"/>
              </a:ext>
            </a:extLst>
          </p:cNvPr>
          <p:cNvSpPr/>
          <p:nvPr/>
        </p:nvSpPr>
        <p:spPr>
          <a:xfrm>
            <a:off x="752687" y="470565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4BF772F8-B03F-48FF-3069-42B55870CAB4}"/>
              </a:ext>
            </a:extLst>
          </p:cNvPr>
          <p:cNvSpPr/>
          <p:nvPr/>
        </p:nvSpPr>
        <p:spPr>
          <a:xfrm rot="7639531">
            <a:off x="1810852" y="477412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CB402DB5-FB89-8661-7518-61CDF856407E}"/>
              </a:ext>
            </a:extLst>
          </p:cNvPr>
          <p:cNvSpPr/>
          <p:nvPr/>
        </p:nvSpPr>
        <p:spPr>
          <a:xfrm rot="18409040">
            <a:off x="1207230" y="48107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E2917D99-2545-7B19-093F-186E9B967466}"/>
              </a:ext>
            </a:extLst>
          </p:cNvPr>
          <p:cNvSpPr/>
          <p:nvPr/>
        </p:nvSpPr>
        <p:spPr>
          <a:xfrm>
            <a:off x="838512" y="490348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236DF8A-F028-1ECB-0EF3-28B6E32CF092}"/>
              </a:ext>
            </a:extLst>
          </p:cNvPr>
          <p:cNvSpPr txBox="1"/>
          <p:nvPr/>
        </p:nvSpPr>
        <p:spPr>
          <a:xfrm>
            <a:off x="820920" y="500761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B10C6093-5253-4207-4016-0FB30B13439A}"/>
              </a:ext>
            </a:extLst>
          </p:cNvPr>
          <p:cNvSpPr/>
          <p:nvPr/>
        </p:nvSpPr>
        <p:spPr>
          <a:xfrm rot="3190960" flipV="1">
            <a:off x="1074488" y="484426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956ED714-3FFB-D906-CE9F-03391984BA27}"/>
              </a:ext>
            </a:extLst>
          </p:cNvPr>
          <p:cNvCxnSpPr>
            <a:cxnSpLocks/>
          </p:cNvCxnSpPr>
          <p:nvPr/>
        </p:nvCxnSpPr>
        <p:spPr>
          <a:xfrm flipV="1">
            <a:off x="1231331" y="513746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663B5852-77EC-D974-D56D-25CE52E8B78A}"/>
              </a:ext>
            </a:extLst>
          </p:cNvPr>
          <p:cNvSpPr txBox="1"/>
          <p:nvPr/>
        </p:nvSpPr>
        <p:spPr>
          <a:xfrm>
            <a:off x="1422337" y="502990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FE16462-45DD-79F5-0040-3F53098BDA14}"/>
              </a:ext>
            </a:extLst>
          </p:cNvPr>
          <p:cNvSpPr txBox="1"/>
          <p:nvPr/>
        </p:nvSpPr>
        <p:spPr>
          <a:xfrm>
            <a:off x="1193196" y="529363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7C269A09-56EF-4245-11BC-B19CE6096A8E}"/>
              </a:ext>
            </a:extLst>
          </p:cNvPr>
          <p:cNvSpPr/>
          <p:nvPr/>
        </p:nvSpPr>
        <p:spPr>
          <a:xfrm>
            <a:off x="8161467" y="1478646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E8CC72E-9A85-F16E-175C-DF6B3847B3C6}"/>
              </a:ext>
            </a:extLst>
          </p:cNvPr>
          <p:cNvSpPr txBox="1"/>
          <p:nvPr/>
        </p:nvSpPr>
        <p:spPr>
          <a:xfrm>
            <a:off x="9212490" y="1533247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C532C225-7B96-99B4-2B76-5FC2115A9070}"/>
              </a:ext>
            </a:extLst>
          </p:cNvPr>
          <p:cNvSpPr/>
          <p:nvPr/>
        </p:nvSpPr>
        <p:spPr>
          <a:xfrm>
            <a:off x="8289911" y="1993265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94D1DCB0-D1E1-903E-C8AF-EB600B96BD6C}"/>
              </a:ext>
            </a:extLst>
          </p:cNvPr>
          <p:cNvSpPr/>
          <p:nvPr/>
        </p:nvSpPr>
        <p:spPr>
          <a:xfrm>
            <a:off x="8396370" y="2449535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25B65835-0778-5F27-04E3-7638A1102FF9}"/>
              </a:ext>
            </a:extLst>
          </p:cNvPr>
          <p:cNvSpPr txBox="1"/>
          <p:nvPr/>
        </p:nvSpPr>
        <p:spPr>
          <a:xfrm>
            <a:off x="9581351" y="24991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2E58BE29-93C4-9514-EB89-A191A941FAE4}"/>
              </a:ext>
            </a:extLst>
          </p:cNvPr>
          <p:cNvSpPr/>
          <p:nvPr/>
        </p:nvSpPr>
        <p:spPr>
          <a:xfrm>
            <a:off x="9841534" y="2601867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2052F399-D06E-0F18-14AA-834F55BAE28D}"/>
              </a:ext>
            </a:extLst>
          </p:cNvPr>
          <p:cNvSpPr/>
          <p:nvPr/>
        </p:nvSpPr>
        <p:spPr>
          <a:xfrm>
            <a:off x="8396370" y="306119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C4B1AEA6-D070-A476-FFD9-5F0AAD8BA747}"/>
              </a:ext>
            </a:extLst>
          </p:cNvPr>
          <p:cNvSpPr txBox="1"/>
          <p:nvPr/>
        </p:nvSpPr>
        <p:spPr>
          <a:xfrm>
            <a:off x="9581351" y="31107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62CE083E-10F7-CA75-D2CF-CE00E34192C5}"/>
              </a:ext>
            </a:extLst>
          </p:cNvPr>
          <p:cNvSpPr/>
          <p:nvPr/>
        </p:nvSpPr>
        <p:spPr>
          <a:xfrm>
            <a:off x="9841534" y="3213522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A4D0D7DC-6568-9CB5-4B10-846CF9923A39}"/>
              </a:ext>
            </a:extLst>
          </p:cNvPr>
          <p:cNvSpPr txBox="1"/>
          <p:nvPr/>
        </p:nvSpPr>
        <p:spPr>
          <a:xfrm>
            <a:off x="9491696" y="1838307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2155FB5A-6EB3-A8C1-0722-C3E0EE126107}"/>
              </a:ext>
            </a:extLst>
          </p:cNvPr>
          <p:cNvSpPr/>
          <p:nvPr/>
        </p:nvSpPr>
        <p:spPr>
          <a:xfrm>
            <a:off x="8396370" y="427374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130D4153-5571-1BAA-2140-CFB1345652B7}"/>
              </a:ext>
            </a:extLst>
          </p:cNvPr>
          <p:cNvSpPr txBox="1"/>
          <p:nvPr/>
        </p:nvSpPr>
        <p:spPr>
          <a:xfrm>
            <a:off x="9581351" y="43233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71938286-B1BF-0CF6-B894-F090EC4F8A5A}"/>
              </a:ext>
            </a:extLst>
          </p:cNvPr>
          <p:cNvSpPr/>
          <p:nvPr/>
        </p:nvSpPr>
        <p:spPr>
          <a:xfrm>
            <a:off x="9841534" y="4426080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D108E95D-052B-4C3C-5FF8-AD24CE1BF68D}"/>
              </a:ext>
            </a:extLst>
          </p:cNvPr>
          <p:cNvSpPr/>
          <p:nvPr/>
        </p:nvSpPr>
        <p:spPr>
          <a:xfrm>
            <a:off x="8308444" y="3982345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C203EBC6-76A1-E4C2-067E-E990CC3FDCFD}"/>
              </a:ext>
            </a:extLst>
          </p:cNvPr>
          <p:cNvSpPr txBox="1"/>
          <p:nvPr/>
        </p:nvSpPr>
        <p:spPr>
          <a:xfrm>
            <a:off x="9392303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D810C225-C9E6-15CA-49C6-8B214545EC72}"/>
              </a:ext>
            </a:extLst>
          </p:cNvPr>
          <p:cNvCxnSpPr>
            <a:cxnSpLocks/>
          </p:cNvCxnSpPr>
          <p:nvPr/>
        </p:nvCxnSpPr>
        <p:spPr>
          <a:xfrm>
            <a:off x="10214993" y="2683782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E8B9A8FF-AA18-B3FA-D4EE-18C9FE97D198}"/>
              </a:ext>
            </a:extLst>
          </p:cNvPr>
          <p:cNvSpPr/>
          <p:nvPr/>
        </p:nvSpPr>
        <p:spPr>
          <a:xfrm>
            <a:off x="10643332" y="255172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4D9EF28E-8386-F082-E596-88B1046437BB}"/>
              </a:ext>
            </a:extLst>
          </p:cNvPr>
          <p:cNvSpPr/>
          <p:nvPr/>
        </p:nvSpPr>
        <p:spPr>
          <a:xfrm>
            <a:off x="10643332" y="316337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DA9015E8-0D4C-6736-A9FC-507C43AB44BD}"/>
              </a:ext>
            </a:extLst>
          </p:cNvPr>
          <p:cNvSpPr/>
          <p:nvPr/>
        </p:nvSpPr>
        <p:spPr>
          <a:xfrm>
            <a:off x="10643332" y="43759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7EBFDF4-DAAF-9A56-62F2-8B5DA13E7A40}"/>
              </a:ext>
            </a:extLst>
          </p:cNvPr>
          <p:cNvSpPr txBox="1"/>
          <p:nvPr/>
        </p:nvSpPr>
        <p:spPr>
          <a:xfrm>
            <a:off x="10618913" y="2556824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7C820D6F-C5A3-E3CD-F2D2-6A88D3BB1A88}"/>
              </a:ext>
            </a:extLst>
          </p:cNvPr>
          <p:cNvSpPr txBox="1"/>
          <p:nvPr/>
        </p:nvSpPr>
        <p:spPr>
          <a:xfrm>
            <a:off x="10607901" y="3168479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D9F606E-32DD-B421-DD16-F1E9A723B741}"/>
              </a:ext>
            </a:extLst>
          </p:cNvPr>
          <p:cNvSpPr txBox="1"/>
          <p:nvPr/>
        </p:nvSpPr>
        <p:spPr>
          <a:xfrm>
            <a:off x="10607901" y="4381037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9A62E725-74DB-43F7-746E-6A6E8F261366}"/>
              </a:ext>
            </a:extLst>
          </p:cNvPr>
          <p:cNvSpPr txBox="1"/>
          <p:nvPr/>
        </p:nvSpPr>
        <p:spPr>
          <a:xfrm>
            <a:off x="10575006" y="2214643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8DC9FEF6-99E9-CFB1-F5F0-6E081FED1D02}"/>
              </a:ext>
            </a:extLst>
          </p:cNvPr>
          <p:cNvCxnSpPr>
            <a:cxnSpLocks/>
          </p:cNvCxnSpPr>
          <p:nvPr/>
        </p:nvCxnSpPr>
        <p:spPr>
          <a:xfrm>
            <a:off x="10214993" y="329543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FF9761A-334C-93DE-1B61-3233EFA8AC47}"/>
              </a:ext>
            </a:extLst>
          </p:cNvPr>
          <p:cNvCxnSpPr>
            <a:cxnSpLocks/>
          </p:cNvCxnSpPr>
          <p:nvPr/>
        </p:nvCxnSpPr>
        <p:spPr>
          <a:xfrm>
            <a:off x="10214993" y="450799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715B0246-F8E0-2EE5-FF59-BFB5A6ED9DF4}"/>
              </a:ext>
            </a:extLst>
          </p:cNvPr>
          <p:cNvSpPr txBox="1"/>
          <p:nvPr/>
        </p:nvSpPr>
        <p:spPr>
          <a:xfrm>
            <a:off x="4409270" y="630219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AF309BD7-E2CF-3655-C9CA-AE9D8B7D7291}"/>
              </a:ext>
            </a:extLst>
          </p:cNvPr>
          <p:cNvSpPr/>
          <p:nvPr/>
        </p:nvSpPr>
        <p:spPr>
          <a:xfrm>
            <a:off x="4280472" y="1478646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7EE58E4-5371-A90E-FE2B-4C10C7847654}"/>
              </a:ext>
            </a:extLst>
          </p:cNvPr>
          <p:cNvSpPr txBox="1"/>
          <p:nvPr/>
        </p:nvSpPr>
        <p:spPr>
          <a:xfrm>
            <a:off x="5152728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1638A6D6-02DC-9B8C-296D-1AB49936EB64}"/>
              </a:ext>
            </a:extLst>
          </p:cNvPr>
          <p:cNvSpPr/>
          <p:nvPr/>
        </p:nvSpPr>
        <p:spPr>
          <a:xfrm>
            <a:off x="4549065" y="453026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5047F624-972C-BF20-CBB9-424505930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4548689"/>
              </p:ext>
            </p:extLst>
          </p:nvPr>
        </p:nvGraphicFramePr>
        <p:xfrm>
          <a:off x="6824828" y="312095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79CA9630-28FA-D5E9-D781-E7005E17BC57}"/>
              </a:ext>
            </a:extLst>
          </p:cNvPr>
          <p:cNvSpPr/>
          <p:nvPr/>
        </p:nvSpPr>
        <p:spPr>
          <a:xfrm rot="18582686">
            <a:off x="4921299" y="260492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E2D9AE83-2FAD-9CAC-D1CE-F737B6500FC7}"/>
              </a:ext>
            </a:extLst>
          </p:cNvPr>
          <p:cNvSpPr/>
          <p:nvPr/>
        </p:nvSpPr>
        <p:spPr>
          <a:xfrm rot="2839795" flipV="1">
            <a:off x="5465976" y="274135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6567FF6C-2541-9F4F-E855-972CB1E81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847" y="2606956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3B051A1-AE02-6873-66EE-0FAB85BE34BE}"/>
              </a:ext>
            </a:extLst>
          </p:cNvPr>
          <p:cNvCxnSpPr>
            <a:cxnSpLocks/>
          </p:cNvCxnSpPr>
          <p:nvPr/>
        </p:nvCxnSpPr>
        <p:spPr>
          <a:xfrm>
            <a:off x="6000028" y="2163064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7D177FC0-D9A5-5951-972B-CA8C3F072445}"/>
              </a:ext>
            </a:extLst>
          </p:cNvPr>
          <p:cNvCxnSpPr>
            <a:cxnSpLocks/>
          </p:cNvCxnSpPr>
          <p:nvPr/>
        </p:nvCxnSpPr>
        <p:spPr>
          <a:xfrm>
            <a:off x="6135282" y="229841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48A4DD1C-61A3-E4F4-AFB4-861A8918B3E8}"/>
              </a:ext>
            </a:extLst>
          </p:cNvPr>
          <p:cNvCxnSpPr>
            <a:cxnSpLocks/>
          </p:cNvCxnSpPr>
          <p:nvPr/>
        </p:nvCxnSpPr>
        <p:spPr>
          <a:xfrm>
            <a:off x="6369597" y="218592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4BDEFA85-A4F9-30A1-8DFF-CA1434487AD2}"/>
              </a:ext>
            </a:extLst>
          </p:cNvPr>
          <p:cNvCxnSpPr>
            <a:cxnSpLocks/>
          </p:cNvCxnSpPr>
          <p:nvPr/>
        </p:nvCxnSpPr>
        <p:spPr>
          <a:xfrm>
            <a:off x="5989233" y="2447832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49DB8D97-C280-6DDA-8F85-435A89053335}"/>
              </a:ext>
            </a:extLst>
          </p:cNvPr>
          <p:cNvCxnSpPr>
            <a:cxnSpLocks/>
          </p:cNvCxnSpPr>
          <p:nvPr/>
        </p:nvCxnSpPr>
        <p:spPr>
          <a:xfrm>
            <a:off x="6000028" y="286404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D79EE26-A2F7-12AC-BE0C-D75B131A4FC8}"/>
              </a:ext>
            </a:extLst>
          </p:cNvPr>
          <p:cNvCxnSpPr>
            <a:cxnSpLocks/>
          </p:cNvCxnSpPr>
          <p:nvPr/>
        </p:nvCxnSpPr>
        <p:spPr>
          <a:xfrm>
            <a:off x="6068607" y="306925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DEBF5406-30B0-E8F2-8FD4-A3252EA0BA94}"/>
              </a:ext>
            </a:extLst>
          </p:cNvPr>
          <p:cNvCxnSpPr>
            <a:cxnSpLocks/>
          </p:cNvCxnSpPr>
          <p:nvPr/>
        </p:nvCxnSpPr>
        <p:spPr>
          <a:xfrm>
            <a:off x="6369597" y="288690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A8BEA098-D6A9-B610-16EC-B2E475D9CCCE}"/>
              </a:ext>
            </a:extLst>
          </p:cNvPr>
          <p:cNvCxnSpPr>
            <a:cxnSpLocks/>
          </p:cNvCxnSpPr>
          <p:nvPr/>
        </p:nvCxnSpPr>
        <p:spPr>
          <a:xfrm>
            <a:off x="5989233" y="314880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65DA0F7A-5FB0-0FFA-0C54-886177E36C3E}"/>
              </a:ext>
            </a:extLst>
          </p:cNvPr>
          <p:cNvCxnSpPr>
            <a:cxnSpLocks/>
          </p:cNvCxnSpPr>
          <p:nvPr/>
        </p:nvCxnSpPr>
        <p:spPr>
          <a:xfrm>
            <a:off x="6000028" y="32145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64A7FDB5-5233-9C92-D668-5437FF33ADED}"/>
              </a:ext>
            </a:extLst>
          </p:cNvPr>
          <p:cNvCxnSpPr>
            <a:cxnSpLocks/>
          </p:cNvCxnSpPr>
          <p:nvPr/>
        </p:nvCxnSpPr>
        <p:spPr>
          <a:xfrm>
            <a:off x="6068607" y="3419741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D51C3A16-B7A9-3923-FE31-C4174EB4E8DB}"/>
              </a:ext>
            </a:extLst>
          </p:cNvPr>
          <p:cNvCxnSpPr>
            <a:cxnSpLocks/>
          </p:cNvCxnSpPr>
          <p:nvPr/>
        </p:nvCxnSpPr>
        <p:spPr>
          <a:xfrm>
            <a:off x="6135282" y="33498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7D092430-7395-8803-FFCC-E0B4E3687943}"/>
              </a:ext>
            </a:extLst>
          </p:cNvPr>
          <p:cNvCxnSpPr>
            <a:cxnSpLocks/>
          </p:cNvCxnSpPr>
          <p:nvPr/>
        </p:nvCxnSpPr>
        <p:spPr>
          <a:xfrm>
            <a:off x="6369597" y="32373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EFEEB4D6-860C-FFD7-23D9-BD52670E5E4F}"/>
              </a:ext>
            </a:extLst>
          </p:cNvPr>
          <p:cNvCxnSpPr>
            <a:cxnSpLocks/>
          </p:cNvCxnSpPr>
          <p:nvPr/>
        </p:nvCxnSpPr>
        <p:spPr>
          <a:xfrm>
            <a:off x="5989233" y="34992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6D279505-E913-A816-2B02-FC4BECD8F39D}"/>
              </a:ext>
            </a:extLst>
          </p:cNvPr>
          <p:cNvCxnSpPr>
            <a:cxnSpLocks/>
          </p:cNvCxnSpPr>
          <p:nvPr/>
        </p:nvCxnSpPr>
        <p:spPr>
          <a:xfrm>
            <a:off x="6000028" y="2513552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28CF73A-C8E2-D878-4544-15CFE54F1104}"/>
              </a:ext>
            </a:extLst>
          </p:cNvPr>
          <p:cNvCxnSpPr>
            <a:cxnSpLocks/>
          </p:cNvCxnSpPr>
          <p:nvPr/>
        </p:nvCxnSpPr>
        <p:spPr>
          <a:xfrm>
            <a:off x="6068607" y="2718765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17095A08-24A7-A87E-CCD7-059774B6FD1C}"/>
              </a:ext>
            </a:extLst>
          </p:cNvPr>
          <p:cNvCxnSpPr>
            <a:cxnSpLocks/>
          </p:cNvCxnSpPr>
          <p:nvPr/>
        </p:nvCxnSpPr>
        <p:spPr>
          <a:xfrm>
            <a:off x="6135282" y="26489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99EACD0B-03D7-78CB-3DB0-51763A414A9A}"/>
              </a:ext>
            </a:extLst>
          </p:cNvPr>
          <p:cNvCxnSpPr>
            <a:cxnSpLocks/>
          </p:cNvCxnSpPr>
          <p:nvPr/>
        </p:nvCxnSpPr>
        <p:spPr>
          <a:xfrm>
            <a:off x="6369597" y="25364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AEC90BA2-4A27-EBBD-D990-BD05738661EA}"/>
              </a:ext>
            </a:extLst>
          </p:cNvPr>
          <p:cNvCxnSpPr>
            <a:cxnSpLocks/>
          </p:cNvCxnSpPr>
          <p:nvPr/>
        </p:nvCxnSpPr>
        <p:spPr>
          <a:xfrm>
            <a:off x="6301017" y="266361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7BE547A-8E78-F336-81ED-8578EF53E6AF}"/>
              </a:ext>
            </a:extLst>
          </p:cNvPr>
          <p:cNvCxnSpPr>
            <a:cxnSpLocks/>
          </p:cNvCxnSpPr>
          <p:nvPr/>
        </p:nvCxnSpPr>
        <p:spPr>
          <a:xfrm>
            <a:off x="5989233" y="2798320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782949FB-E5DB-F7F2-6FB8-1E778C669423}"/>
              </a:ext>
            </a:extLst>
          </p:cNvPr>
          <p:cNvSpPr/>
          <p:nvPr/>
        </p:nvSpPr>
        <p:spPr>
          <a:xfrm>
            <a:off x="6594768" y="218846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D7931DBC-5B0B-0F3B-A59C-AFBC8A626C16}"/>
              </a:ext>
            </a:extLst>
          </p:cNvPr>
          <p:cNvCxnSpPr>
            <a:cxnSpLocks/>
          </p:cNvCxnSpPr>
          <p:nvPr/>
        </p:nvCxnSpPr>
        <p:spPr>
          <a:xfrm>
            <a:off x="7022231" y="247390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3A2DFD5C-22B2-B164-8902-172450A6A968}"/>
              </a:ext>
            </a:extLst>
          </p:cNvPr>
          <p:cNvCxnSpPr>
            <a:cxnSpLocks/>
          </p:cNvCxnSpPr>
          <p:nvPr/>
        </p:nvCxnSpPr>
        <p:spPr>
          <a:xfrm>
            <a:off x="7090810" y="267911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62B63034-2AA3-154A-02F3-9F9C6456709B}"/>
              </a:ext>
            </a:extLst>
          </p:cNvPr>
          <p:cNvCxnSpPr>
            <a:cxnSpLocks/>
          </p:cNvCxnSpPr>
          <p:nvPr/>
        </p:nvCxnSpPr>
        <p:spPr>
          <a:xfrm>
            <a:off x="7157485" y="260924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C754AA8A-5779-60F4-CDCB-CA6E6F25D922}"/>
              </a:ext>
            </a:extLst>
          </p:cNvPr>
          <p:cNvCxnSpPr>
            <a:cxnSpLocks/>
          </p:cNvCxnSpPr>
          <p:nvPr/>
        </p:nvCxnSpPr>
        <p:spPr>
          <a:xfrm>
            <a:off x="7391800" y="249676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278793D0-AE58-65FC-095C-6B200EF402F8}"/>
              </a:ext>
            </a:extLst>
          </p:cNvPr>
          <p:cNvCxnSpPr>
            <a:cxnSpLocks/>
          </p:cNvCxnSpPr>
          <p:nvPr/>
        </p:nvCxnSpPr>
        <p:spPr>
          <a:xfrm flipH="1">
            <a:off x="7018020" y="2765679"/>
            <a:ext cx="68580" cy="35496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E3EC77E1-3B84-22B6-6E17-357A3C3FB5CD}"/>
              </a:ext>
            </a:extLst>
          </p:cNvPr>
          <p:cNvCxnSpPr>
            <a:cxnSpLocks/>
          </p:cNvCxnSpPr>
          <p:nvPr/>
        </p:nvCxnSpPr>
        <p:spPr>
          <a:xfrm>
            <a:off x="7158990" y="2763774"/>
            <a:ext cx="318770" cy="35687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9CE2F68F-E047-EA42-281B-11A3794FE54A}"/>
              </a:ext>
            </a:extLst>
          </p:cNvPr>
          <p:cNvCxnSpPr>
            <a:cxnSpLocks/>
          </p:cNvCxnSpPr>
          <p:nvPr/>
        </p:nvCxnSpPr>
        <p:spPr>
          <a:xfrm>
            <a:off x="7395210" y="2761869"/>
            <a:ext cx="316230" cy="35877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EFC9FA62-82AA-6EFF-F9A9-F198D00849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688278"/>
              </p:ext>
            </p:extLst>
          </p:nvPr>
        </p:nvGraphicFramePr>
        <p:xfrm>
          <a:off x="6769881" y="431246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94938624-5957-0D26-8351-57E6CE09B281}"/>
              </a:ext>
            </a:extLst>
          </p:cNvPr>
          <p:cNvCxnSpPr>
            <a:cxnSpLocks/>
          </p:cNvCxnSpPr>
          <p:nvPr/>
        </p:nvCxnSpPr>
        <p:spPr>
          <a:xfrm>
            <a:off x="6058126" y="492031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7C603AD6-C8E3-1828-CF8D-1EB9F0D32127}"/>
              </a:ext>
            </a:extLst>
          </p:cNvPr>
          <p:cNvCxnSpPr>
            <a:cxnSpLocks/>
          </p:cNvCxnSpPr>
          <p:nvPr/>
        </p:nvCxnSpPr>
        <p:spPr>
          <a:xfrm>
            <a:off x="6058126" y="430523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A40DD361-9E9E-B8F3-CF5C-BA2229DFA3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6059248"/>
              </p:ext>
            </p:extLst>
          </p:nvPr>
        </p:nvGraphicFramePr>
        <p:xfrm>
          <a:off x="8545028" y="2546622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B1C8F7B0-02AF-2D36-C57F-63B352231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778936"/>
              </p:ext>
            </p:extLst>
          </p:nvPr>
        </p:nvGraphicFramePr>
        <p:xfrm>
          <a:off x="8545028" y="315827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2902B25E-D263-C7DB-0154-C738B63430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419243"/>
              </p:ext>
            </p:extLst>
          </p:nvPr>
        </p:nvGraphicFramePr>
        <p:xfrm>
          <a:off x="8545028" y="437083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91C2931E-ADCA-A325-75F1-1EE003E2E8F0}"/>
              </a:ext>
            </a:extLst>
          </p:cNvPr>
          <p:cNvSpPr/>
          <p:nvPr/>
        </p:nvSpPr>
        <p:spPr>
          <a:xfrm>
            <a:off x="4543985" y="264471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8D4BDE8-4E86-E88D-716C-2C601422765E}"/>
              </a:ext>
            </a:extLst>
          </p:cNvPr>
          <p:cNvSpPr/>
          <p:nvPr/>
        </p:nvSpPr>
        <p:spPr>
          <a:xfrm>
            <a:off x="4465271" y="1993265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FB3E4CF-AE23-01F5-8C13-2DD7CD209E7F}"/>
              </a:ext>
            </a:extLst>
          </p:cNvPr>
          <p:cNvSpPr txBox="1"/>
          <p:nvPr/>
        </p:nvSpPr>
        <p:spPr>
          <a:xfrm>
            <a:off x="5670661" y="1838307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2A4EC8B9-3D8E-242C-3B27-64566C239824}"/>
              </a:ext>
            </a:extLst>
          </p:cNvPr>
          <p:cNvSpPr/>
          <p:nvPr/>
        </p:nvSpPr>
        <p:spPr>
          <a:xfrm>
            <a:off x="4465272" y="3982345"/>
            <a:ext cx="3374401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C282F90-7166-8A4F-22C5-380180C6EA5B}"/>
              </a:ext>
            </a:extLst>
          </p:cNvPr>
          <p:cNvSpPr txBox="1"/>
          <p:nvPr/>
        </p:nvSpPr>
        <p:spPr>
          <a:xfrm>
            <a:off x="5616864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126CF477-4CD6-5613-F5C6-E1B9B9D3A151}"/>
              </a:ext>
            </a:extLst>
          </p:cNvPr>
          <p:cNvSpPr/>
          <p:nvPr/>
        </p:nvSpPr>
        <p:spPr>
          <a:xfrm rot="18582686">
            <a:off x="4926379" y="449106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DA4AC06C-3EAB-CA5C-8CB2-297A1BDF789B}"/>
              </a:ext>
            </a:extLst>
          </p:cNvPr>
          <p:cNvSpPr/>
          <p:nvPr/>
        </p:nvSpPr>
        <p:spPr>
          <a:xfrm rot="2839795" flipV="1">
            <a:off x="5471056" y="462749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AFEB847D-307F-F5EE-E287-AED8440D31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8927" y="449250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1B3069AF-CC0D-7B7A-4F3C-85D8EEF7B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9799727"/>
              </p:ext>
            </p:extLst>
          </p:nvPr>
        </p:nvGraphicFramePr>
        <p:xfrm>
          <a:off x="6769881" y="492934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56EC6C9E-E958-5E6A-5233-0B96F8DF9762}"/>
              </a:ext>
            </a:extLst>
          </p:cNvPr>
          <p:cNvSpPr/>
          <p:nvPr/>
        </p:nvSpPr>
        <p:spPr>
          <a:xfrm>
            <a:off x="8396370" y="4885229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715AF68B-169F-CAFC-685B-BA5757D0B6AE}"/>
              </a:ext>
            </a:extLst>
          </p:cNvPr>
          <p:cNvSpPr txBox="1"/>
          <p:nvPr/>
        </p:nvSpPr>
        <p:spPr>
          <a:xfrm>
            <a:off x="9581351" y="49348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68415311-1DA9-D2F0-67F1-3BC06E70EBA9}"/>
              </a:ext>
            </a:extLst>
          </p:cNvPr>
          <p:cNvSpPr/>
          <p:nvPr/>
        </p:nvSpPr>
        <p:spPr>
          <a:xfrm>
            <a:off x="9841534" y="5037561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CA1F0EE9-2679-FAE1-4286-82963A7F509C}"/>
              </a:ext>
            </a:extLst>
          </p:cNvPr>
          <p:cNvSpPr/>
          <p:nvPr/>
        </p:nvSpPr>
        <p:spPr>
          <a:xfrm>
            <a:off x="10643332" y="4987417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4806A4D-8BCD-5E89-63DD-B8C42165FA91}"/>
              </a:ext>
            </a:extLst>
          </p:cNvPr>
          <p:cNvSpPr txBox="1"/>
          <p:nvPr/>
        </p:nvSpPr>
        <p:spPr>
          <a:xfrm>
            <a:off x="10607901" y="4992518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00A6723A-574E-C6AB-6321-D60068C0DF22}"/>
              </a:ext>
            </a:extLst>
          </p:cNvPr>
          <p:cNvCxnSpPr>
            <a:cxnSpLocks/>
          </p:cNvCxnSpPr>
          <p:nvPr/>
        </p:nvCxnSpPr>
        <p:spPr>
          <a:xfrm>
            <a:off x="10214993" y="5119476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040671F0-9A2E-6117-E241-92CD1773D2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191110"/>
              </p:ext>
            </p:extLst>
          </p:nvPr>
        </p:nvGraphicFramePr>
        <p:xfrm>
          <a:off x="8545028" y="498231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2DC64E2F-CC91-360C-0B87-1B4E7ABFD480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0" y="4583430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41D91C98-C8E1-2602-C707-F50BFEB99356}"/>
              </a:ext>
            </a:extLst>
          </p:cNvPr>
          <p:cNvSpPr/>
          <p:nvPr/>
        </p:nvSpPr>
        <p:spPr>
          <a:xfrm>
            <a:off x="7004685" y="431166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8E951FC-2430-70D5-26EA-B239ED756AB7}"/>
              </a:ext>
            </a:extLst>
          </p:cNvPr>
          <p:cNvSpPr/>
          <p:nvPr/>
        </p:nvSpPr>
        <p:spPr>
          <a:xfrm>
            <a:off x="6886575" y="492888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C8F4B1E2-7959-9C93-FC1A-D24B84053671}"/>
              </a:ext>
            </a:extLst>
          </p:cNvPr>
          <p:cNvSpPr/>
          <p:nvPr/>
        </p:nvSpPr>
        <p:spPr>
          <a:xfrm>
            <a:off x="7000875" y="492888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4D3B6834-858F-9408-5B8D-B63B28839D1C}"/>
              </a:ext>
            </a:extLst>
          </p:cNvPr>
          <p:cNvSpPr/>
          <p:nvPr/>
        </p:nvSpPr>
        <p:spPr>
          <a:xfrm>
            <a:off x="7587615" y="4930789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7B99E6DF-261E-FA09-7287-F47804D9DF02}"/>
              </a:ext>
            </a:extLst>
          </p:cNvPr>
          <p:cNvCxnSpPr>
            <a:cxnSpLocks/>
          </p:cNvCxnSpPr>
          <p:nvPr/>
        </p:nvCxnSpPr>
        <p:spPr>
          <a:xfrm>
            <a:off x="6196540" y="5143861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C4CB5D4C-282F-D42D-44DA-35239B807ECF}"/>
              </a:ext>
            </a:extLst>
          </p:cNvPr>
          <p:cNvCxnSpPr>
            <a:cxnSpLocks/>
          </p:cNvCxnSpPr>
          <p:nvPr/>
        </p:nvCxnSpPr>
        <p:spPr>
          <a:xfrm>
            <a:off x="6254340" y="5055663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9740C817-AE15-2E3B-9DF7-CCA90FF8433E}"/>
              </a:ext>
            </a:extLst>
          </p:cNvPr>
          <p:cNvCxnSpPr>
            <a:cxnSpLocks/>
          </p:cNvCxnSpPr>
          <p:nvPr/>
        </p:nvCxnSpPr>
        <p:spPr>
          <a:xfrm>
            <a:off x="6323555" y="4943175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F7926E3B-9410-9829-C579-2A6BBF86B949}"/>
              </a:ext>
            </a:extLst>
          </p:cNvPr>
          <p:cNvCxnSpPr>
            <a:cxnSpLocks/>
          </p:cNvCxnSpPr>
          <p:nvPr/>
        </p:nvCxnSpPr>
        <p:spPr>
          <a:xfrm>
            <a:off x="6254974" y="444058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0139E9F7-4851-B297-DD8C-14E424EC19B7}"/>
              </a:ext>
            </a:extLst>
          </p:cNvPr>
          <p:cNvCxnSpPr>
            <a:cxnSpLocks/>
          </p:cNvCxnSpPr>
          <p:nvPr/>
        </p:nvCxnSpPr>
        <p:spPr>
          <a:xfrm>
            <a:off x="6323555" y="432809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03999EB6-D5E4-C616-16E5-E5D5CAE9459B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5" y="4585335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8C46106C-63EB-201F-6985-617932ED46FC}"/>
              </a:ext>
            </a:extLst>
          </p:cNvPr>
          <p:cNvSpPr/>
          <p:nvPr/>
        </p:nvSpPr>
        <p:spPr>
          <a:xfrm>
            <a:off x="7585710" y="431166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402908EF-2CBA-2960-372E-1549AE88E874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0" y="5200650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26A4592C-9500-8B7F-461D-8E891C4F571D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0" y="5200650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CD6D6DE3-861E-A04D-1575-5C1144F97A8D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0" y="5202190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4DEA1B33-38A1-DAD0-EC5B-464CD4CC97B7}"/>
              </a:ext>
            </a:extLst>
          </p:cNvPr>
          <p:cNvCxnSpPr>
            <a:cxnSpLocks/>
          </p:cNvCxnSpPr>
          <p:nvPr/>
        </p:nvCxnSpPr>
        <p:spPr>
          <a:xfrm>
            <a:off x="6047331" y="459000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823B056D-1F6C-6E6E-6F92-DA00157A8639}"/>
              </a:ext>
            </a:extLst>
          </p:cNvPr>
          <p:cNvCxnSpPr>
            <a:cxnSpLocks/>
          </p:cNvCxnSpPr>
          <p:nvPr/>
        </p:nvCxnSpPr>
        <p:spPr>
          <a:xfrm>
            <a:off x="6047331" y="520508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7D084A62-40B2-A32B-E8AD-46EAADDD12CA}"/>
              </a:ext>
            </a:extLst>
          </p:cNvPr>
          <p:cNvCxnSpPr>
            <a:cxnSpLocks/>
          </p:cNvCxnSpPr>
          <p:nvPr/>
        </p:nvCxnSpPr>
        <p:spPr>
          <a:xfrm>
            <a:off x="7011436" y="275866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3881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6A247-F5AE-1C36-5CF4-4745359507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Arrow: Chevron 106">
            <a:extLst>
              <a:ext uri="{FF2B5EF4-FFF2-40B4-BE49-F238E27FC236}">
                <a16:creationId xmlns:a16="http://schemas.microsoft.com/office/drawing/2014/main" id="{56BBFED5-0832-3D9A-3A57-14B4BC30E991}"/>
              </a:ext>
            </a:extLst>
          </p:cNvPr>
          <p:cNvSpPr/>
          <p:nvPr/>
        </p:nvSpPr>
        <p:spPr>
          <a:xfrm>
            <a:off x="0" y="2468364"/>
            <a:ext cx="12192000" cy="2303244"/>
          </a:xfrm>
          <a:prstGeom prst="chevron">
            <a:avLst>
              <a:gd name="adj" fmla="val 15003"/>
            </a:avLst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914B4570-DA8C-1A00-1A2C-637B0296542A}"/>
              </a:ext>
            </a:extLst>
          </p:cNvPr>
          <p:cNvSpPr/>
          <p:nvPr/>
        </p:nvSpPr>
        <p:spPr>
          <a:xfrm>
            <a:off x="428753" y="1478646"/>
            <a:ext cx="3714725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8" name="TextBox 137">
            <a:extLst>
              <a:ext uri="{FF2B5EF4-FFF2-40B4-BE49-F238E27FC236}">
                <a16:creationId xmlns:a16="http://schemas.microsoft.com/office/drawing/2014/main" id="{532B55DE-B49E-621D-D363-2C1E1C431A24}"/>
              </a:ext>
            </a:extLst>
          </p:cNvPr>
          <p:cNvSpPr txBox="1"/>
          <p:nvPr/>
        </p:nvSpPr>
        <p:spPr>
          <a:xfrm>
            <a:off x="1332605" y="4742673"/>
            <a:ext cx="143649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Type of compound (shape)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597F72C6-DF4D-AA9E-31FD-7D7938258C42}"/>
              </a:ext>
            </a:extLst>
          </p:cNvPr>
          <p:cNvGrpSpPr/>
          <p:nvPr/>
        </p:nvGrpSpPr>
        <p:grpSpPr>
          <a:xfrm>
            <a:off x="2244324" y="2480487"/>
            <a:ext cx="492131" cy="1964667"/>
            <a:chOff x="2469950" y="2131480"/>
            <a:chExt cx="476140" cy="646176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C1BE7FD3-1C08-B326-7320-A02C16EC3492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131480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87CA1DE0-C225-8F13-2BD6-360AFD5DC3CF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454568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D0E9D00F-58A6-F21A-9191-3A3A77A2C62E}"/>
                </a:ext>
              </a:extLst>
            </p:cNvPr>
            <p:cNvCxnSpPr>
              <a:cxnSpLocks/>
            </p:cNvCxnSpPr>
            <p:nvPr/>
          </p:nvCxnSpPr>
          <p:spPr>
            <a:xfrm>
              <a:off x="2469950" y="2777656"/>
              <a:ext cx="476140" cy="0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Oval 17">
            <a:extLst>
              <a:ext uri="{FF2B5EF4-FFF2-40B4-BE49-F238E27FC236}">
                <a16:creationId xmlns:a16="http://schemas.microsoft.com/office/drawing/2014/main" id="{039C5712-86D3-AD74-7667-0D2FDF60BDE6}"/>
              </a:ext>
            </a:extLst>
          </p:cNvPr>
          <p:cNvSpPr/>
          <p:nvPr/>
        </p:nvSpPr>
        <p:spPr>
          <a:xfrm>
            <a:off x="608286" y="2571341"/>
            <a:ext cx="1512000" cy="1512000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C23788-FAE5-8B69-EBA4-643436869E1B}"/>
              </a:ext>
            </a:extLst>
          </p:cNvPr>
          <p:cNvSpPr txBox="1"/>
          <p:nvPr/>
        </p:nvSpPr>
        <p:spPr>
          <a:xfrm>
            <a:off x="1286371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Dataset summary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B6A6A10-5F3B-9C0A-5557-612AE9FDF1BA}"/>
              </a:ext>
            </a:extLst>
          </p:cNvPr>
          <p:cNvSpPr txBox="1"/>
          <p:nvPr/>
        </p:nvSpPr>
        <p:spPr>
          <a:xfrm>
            <a:off x="603942" y="4087847"/>
            <a:ext cx="152068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IE library</a:t>
            </a:r>
          </a:p>
        </p:txBody>
      </p: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9573F464-AF00-3E59-A3B4-9110B155A8B4}"/>
              </a:ext>
            </a:extLst>
          </p:cNvPr>
          <p:cNvGrpSpPr/>
          <p:nvPr/>
        </p:nvGrpSpPr>
        <p:grpSpPr>
          <a:xfrm>
            <a:off x="2145609" y="2196787"/>
            <a:ext cx="635782" cy="2255115"/>
            <a:chOff x="2552009" y="1611768"/>
            <a:chExt cx="635782" cy="2255115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7AE0D59C-E8E9-5DE3-B977-1581213D5901}"/>
                </a:ext>
              </a:extLst>
            </p:cNvPr>
            <p:cNvSpPr txBox="1"/>
            <p:nvPr/>
          </p:nvSpPr>
          <p:spPr>
            <a:xfrm>
              <a:off x="2552009" y="1611768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Min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4F425F6A-4C9D-74E3-986F-4B39E3584A7D}"/>
                </a:ext>
              </a:extLst>
            </p:cNvPr>
            <p:cNvSpPr txBox="1"/>
            <p:nvPr/>
          </p:nvSpPr>
          <p:spPr>
            <a:xfrm>
              <a:off x="2552009" y="2582217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Mean</a:t>
              </a:r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F677A97-0E77-3747-902B-1B899D747FF4}"/>
                </a:ext>
              </a:extLst>
            </p:cNvPr>
            <p:cNvSpPr txBox="1"/>
            <p:nvPr/>
          </p:nvSpPr>
          <p:spPr>
            <a:xfrm>
              <a:off x="2552009" y="3559106"/>
              <a:ext cx="635782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dirty="0">
                  <a:solidFill>
                    <a:sysClr val="windowText" lastClr="00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Max</a:t>
              </a:r>
            </a:p>
          </p:txBody>
        </p:sp>
      </p:grpSp>
      <p:sp>
        <p:nvSpPr>
          <p:cNvPr id="9" name="Pentagon 8">
            <a:extLst>
              <a:ext uri="{FF2B5EF4-FFF2-40B4-BE49-F238E27FC236}">
                <a16:creationId xmlns:a16="http://schemas.microsoft.com/office/drawing/2014/main" id="{717401A3-DBE4-7785-5F8B-3AED58B5C36F}"/>
              </a:ext>
            </a:extLst>
          </p:cNvPr>
          <p:cNvSpPr/>
          <p:nvPr/>
        </p:nvSpPr>
        <p:spPr>
          <a:xfrm>
            <a:off x="814558" y="3467883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Pentagon 9">
            <a:extLst>
              <a:ext uri="{FF2B5EF4-FFF2-40B4-BE49-F238E27FC236}">
                <a16:creationId xmlns:a16="http://schemas.microsoft.com/office/drawing/2014/main" id="{88885489-9286-8ED6-EDC9-8517171B7BF8}"/>
              </a:ext>
            </a:extLst>
          </p:cNvPr>
          <p:cNvSpPr/>
          <p:nvPr/>
        </p:nvSpPr>
        <p:spPr>
          <a:xfrm>
            <a:off x="1616929" y="3379386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entagon 10">
            <a:extLst>
              <a:ext uri="{FF2B5EF4-FFF2-40B4-BE49-F238E27FC236}">
                <a16:creationId xmlns:a16="http://schemas.microsoft.com/office/drawing/2014/main" id="{6511012B-2ADB-9034-70A1-ACA3183219ED}"/>
              </a:ext>
            </a:extLst>
          </p:cNvPr>
          <p:cNvSpPr/>
          <p:nvPr/>
        </p:nvSpPr>
        <p:spPr>
          <a:xfrm>
            <a:off x="1239836" y="3631307"/>
            <a:ext cx="350520" cy="307777"/>
          </a:xfrm>
          <a:prstGeom prst="pentagon">
            <a:avLst/>
          </a:prstGeom>
          <a:solidFill>
            <a:srgbClr val="DE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Pentagon 14">
            <a:extLst>
              <a:ext uri="{FF2B5EF4-FFF2-40B4-BE49-F238E27FC236}">
                <a16:creationId xmlns:a16="http://schemas.microsoft.com/office/drawing/2014/main" id="{C72D2904-1419-93A0-7078-704B0CD98EEF}"/>
              </a:ext>
            </a:extLst>
          </p:cNvPr>
          <p:cNvSpPr/>
          <p:nvPr/>
        </p:nvSpPr>
        <p:spPr>
          <a:xfrm>
            <a:off x="1636015" y="2940407"/>
            <a:ext cx="350520" cy="307777"/>
          </a:xfrm>
          <a:prstGeom prst="pentagon">
            <a:avLst/>
          </a:prstGeom>
          <a:solidFill>
            <a:srgbClr val="FFD96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Plaque 19">
            <a:extLst>
              <a:ext uri="{FF2B5EF4-FFF2-40B4-BE49-F238E27FC236}">
                <a16:creationId xmlns:a16="http://schemas.microsoft.com/office/drawing/2014/main" id="{2257D341-10DA-DBFE-F249-DE972DFC0EE6}"/>
              </a:ext>
            </a:extLst>
          </p:cNvPr>
          <p:cNvSpPr/>
          <p:nvPr/>
        </p:nvSpPr>
        <p:spPr>
          <a:xfrm>
            <a:off x="732324" y="2946801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E25CE1-DFE2-2236-7313-EA07CF818B8A}"/>
              </a:ext>
            </a:extLst>
          </p:cNvPr>
          <p:cNvSpPr txBox="1"/>
          <p:nvPr/>
        </p:nvSpPr>
        <p:spPr>
          <a:xfrm>
            <a:off x="1568528" y="2993368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3EFBAEA-9D83-3720-DE7E-83729D048718}"/>
              </a:ext>
            </a:extLst>
          </p:cNvPr>
          <p:cNvSpPr txBox="1"/>
          <p:nvPr/>
        </p:nvSpPr>
        <p:spPr>
          <a:xfrm>
            <a:off x="1541357" y="342726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1.55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1BB9C-F19D-6F45-3CA7-9D488520FB1A}"/>
              </a:ext>
            </a:extLst>
          </p:cNvPr>
          <p:cNvSpPr txBox="1"/>
          <p:nvPr/>
        </p:nvSpPr>
        <p:spPr>
          <a:xfrm>
            <a:off x="1166251" y="3666389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9A281E-25D8-0593-F945-47590B2095FC}"/>
              </a:ext>
            </a:extLst>
          </p:cNvPr>
          <p:cNvSpPr txBox="1"/>
          <p:nvPr/>
        </p:nvSpPr>
        <p:spPr>
          <a:xfrm>
            <a:off x="734956" y="3507324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1.75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96BE57-A02C-CB4E-AD6B-EF8F0B9247CE}"/>
              </a:ext>
            </a:extLst>
          </p:cNvPr>
          <p:cNvSpPr txBox="1"/>
          <p:nvPr/>
        </p:nvSpPr>
        <p:spPr>
          <a:xfrm>
            <a:off x="685540" y="3013632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</a:t>
            </a:r>
          </a:p>
        </p:txBody>
      </p:sp>
      <p:sp>
        <p:nvSpPr>
          <p:cNvPr id="23" name="Plaque 22">
            <a:extLst>
              <a:ext uri="{FF2B5EF4-FFF2-40B4-BE49-F238E27FC236}">
                <a16:creationId xmlns:a16="http://schemas.microsoft.com/office/drawing/2014/main" id="{51B3DC3C-4FB2-6558-E965-5047ADF4D9BB}"/>
              </a:ext>
            </a:extLst>
          </p:cNvPr>
          <p:cNvSpPr/>
          <p:nvPr/>
        </p:nvSpPr>
        <p:spPr>
          <a:xfrm>
            <a:off x="1176105" y="2732986"/>
            <a:ext cx="394642" cy="394642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0EF9E42-5CD8-0A97-0548-C8DAFDCECEA5}"/>
              </a:ext>
            </a:extLst>
          </p:cNvPr>
          <p:cNvSpPr txBox="1"/>
          <p:nvPr/>
        </p:nvSpPr>
        <p:spPr>
          <a:xfrm>
            <a:off x="1129321" y="2799817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grpSp>
        <p:nvGrpSpPr>
          <p:cNvPr id="55" name="Group 54">
            <a:extLst>
              <a:ext uri="{FF2B5EF4-FFF2-40B4-BE49-F238E27FC236}">
                <a16:creationId xmlns:a16="http://schemas.microsoft.com/office/drawing/2014/main" id="{34733CF2-A063-53E5-9A75-38BF2D5B2AE4}"/>
              </a:ext>
            </a:extLst>
          </p:cNvPr>
          <p:cNvGrpSpPr/>
          <p:nvPr/>
        </p:nvGrpSpPr>
        <p:grpSpPr>
          <a:xfrm>
            <a:off x="2900065" y="2013302"/>
            <a:ext cx="1080000" cy="924774"/>
            <a:chOff x="3205679" y="1361465"/>
            <a:chExt cx="1080000" cy="924774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CC950979-D0A0-09F6-DF8F-23C2C1EF1210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Pentagon 28">
              <a:extLst>
                <a:ext uri="{FF2B5EF4-FFF2-40B4-BE49-F238E27FC236}">
                  <a16:creationId xmlns:a16="http://schemas.microsoft.com/office/drawing/2014/main" id="{73588FEF-2B44-B7A4-C6AD-A9642E0D2CD2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0" name="Pentagon 29">
              <a:extLst>
                <a:ext uri="{FF2B5EF4-FFF2-40B4-BE49-F238E27FC236}">
                  <a16:creationId xmlns:a16="http://schemas.microsoft.com/office/drawing/2014/main" id="{D242FB7C-1C2C-2FEF-62B6-66373A0B20D9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Plaque 30">
              <a:extLst>
                <a:ext uri="{FF2B5EF4-FFF2-40B4-BE49-F238E27FC236}">
                  <a16:creationId xmlns:a16="http://schemas.microsoft.com/office/drawing/2014/main" id="{29FD4239-71E1-6C8E-FF45-EDEFC2974FE2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0E32827C-CFC4-5A87-8238-3C9FDFACD385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E5DD1C0F-1297-EE66-A1AC-2382B7A33F03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1.05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6836F20-A903-8DB8-017A-BE21F5845560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2.90</a:t>
              </a:r>
            </a:p>
          </p:txBody>
        </p:sp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5C8D8080-A684-0258-32D6-72BE2D19BFBC}"/>
              </a:ext>
            </a:extLst>
          </p:cNvPr>
          <p:cNvGrpSpPr/>
          <p:nvPr/>
        </p:nvGrpSpPr>
        <p:grpSpPr>
          <a:xfrm>
            <a:off x="2900065" y="2963361"/>
            <a:ext cx="1080000" cy="924774"/>
            <a:chOff x="3205679" y="1361465"/>
            <a:chExt cx="1080000" cy="924774"/>
          </a:xfrm>
        </p:grpSpPr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AE6E25E3-85E5-D46B-9289-00D4881018FB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1" name="Pentagon 90">
              <a:extLst>
                <a:ext uri="{FF2B5EF4-FFF2-40B4-BE49-F238E27FC236}">
                  <a16:creationId xmlns:a16="http://schemas.microsoft.com/office/drawing/2014/main" id="{451A38E9-2F20-EADE-5D94-315A7A7E7925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2" name="Pentagon 91">
              <a:extLst>
                <a:ext uri="{FF2B5EF4-FFF2-40B4-BE49-F238E27FC236}">
                  <a16:creationId xmlns:a16="http://schemas.microsoft.com/office/drawing/2014/main" id="{1CC6D67F-B58B-82B3-4C9A-C85BA1A25352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3" name="Plaque 92">
              <a:extLst>
                <a:ext uri="{FF2B5EF4-FFF2-40B4-BE49-F238E27FC236}">
                  <a16:creationId xmlns:a16="http://schemas.microsoft.com/office/drawing/2014/main" id="{9275283F-98F8-1821-0F3B-194E4627CE0B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84484D86-1C84-EE5E-CEC9-3045A902265A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95" name="TextBox 94">
              <a:extLst>
                <a:ext uri="{FF2B5EF4-FFF2-40B4-BE49-F238E27FC236}">
                  <a16:creationId xmlns:a16="http://schemas.microsoft.com/office/drawing/2014/main" id="{CE1238C9-FBBA-A2CE-EFCA-4C150F110D21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1.45</a:t>
              </a:r>
            </a:p>
          </p:txBody>
        </p:sp>
        <p:sp>
          <p:nvSpPr>
            <p:cNvPr id="96" name="TextBox 95">
              <a:extLst>
                <a:ext uri="{FF2B5EF4-FFF2-40B4-BE49-F238E27FC236}">
                  <a16:creationId xmlns:a16="http://schemas.microsoft.com/office/drawing/2014/main" id="{60E25ED8-665B-6BA1-C8C5-8923192370F7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3.15</a:t>
              </a:r>
            </a:p>
          </p:txBody>
        </p:sp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A946404-AD71-279C-655C-4861A8A3F3C8}"/>
              </a:ext>
            </a:extLst>
          </p:cNvPr>
          <p:cNvGrpSpPr/>
          <p:nvPr/>
        </p:nvGrpSpPr>
        <p:grpSpPr>
          <a:xfrm>
            <a:off x="2900065" y="3913420"/>
            <a:ext cx="1080000" cy="924774"/>
            <a:chOff x="3205679" y="1361465"/>
            <a:chExt cx="1080000" cy="924774"/>
          </a:xfrm>
        </p:grpSpPr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3E2EBBB-4331-358A-6F5B-4F3E6DF54CD1}"/>
                </a:ext>
              </a:extLst>
            </p:cNvPr>
            <p:cNvSpPr/>
            <p:nvPr/>
          </p:nvSpPr>
          <p:spPr>
            <a:xfrm>
              <a:off x="3205679" y="1361465"/>
              <a:ext cx="1080000" cy="924774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tx2">
                  <a:lumMod val="75000"/>
                  <a:alpha val="69804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99" name="Pentagon 98">
              <a:extLst>
                <a:ext uri="{FF2B5EF4-FFF2-40B4-BE49-F238E27FC236}">
                  <a16:creationId xmlns:a16="http://schemas.microsoft.com/office/drawing/2014/main" id="{7371BDFB-DCB2-5CB7-AB27-57F0CCC78E34}"/>
                </a:ext>
              </a:extLst>
            </p:cNvPr>
            <p:cNvSpPr/>
            <p:nvPr/>
          </p:nvSpPr>
          <p:spPr>
            <a:xfrm>
              <a:off x="3743377" y="1870250"/>
              <a:ext cx="350520" cy="307777"/>
            </a:xfrm>
            <a:prstGeom prst="pentagon">
              <a:avLst/>
            </a:prstGeom>
            <a:solidFill>
              <a:srgbClr val="DE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0" name="Pentagon 99">
              <a:extLst>
                <a:ext uri="{FF2B5EF4-FFF2-40B4-BE49-F238E27FC236}">
                  <a16:creationId xmlns:a16="http://schemas.microsoft.com/office/drawing/2014/main" id="{3047BBF9-C23F-219B-20DE-4A5A9DF2658D}"/>
                </a:ext>
              </a:extLst>
            </p:cNvPr>
            <p:cNvSpPr/>
            <p:nvPr/>
          </p:nvSpPr>
          <p:spPr>
            <a:xfrm>
              <a:off x="3719398" y="1422985"/>
              <a:ext cx="350520" cy="307777"/>
            </a:xfrm>
            <a:prstGeom prst="pentagon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01" name="Plaque 100">
              <a:extLst>
                <a:ext uri="{FF2B5EF4-FFF2-40B4-BE49-F238E27FC236}">
                  <a16:creationId xmlns:a16="http://schemas.microsoft.com/office/drawing/2014/main" id="{10351E53-31A6-285D-AF45-1178E24B72FD}"/>
                </a:ext>
              </a:extLst>
            </p:cNvPr>
            <p:cNvSpPr/>
            <p:nvPr/>
          </p:nvSpPr>
          <p:spPr>
            <a:xfrm>
              <a:off x="3316430" y="1633184"/>
              <a:ext cx="394642" cy="394642"/>
            </a:xfrm>
            <a:prstGeom prst="plaque">
              <a:avLst>
                <a:gd name="adj" fmla="val 40364"/>
              </a:avLst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400" dirty="0"/>
            </a:p>
          </p:txBody>
        </p:sp>
        <p:sp>
          <p:nvSpPr>
            <p:cNvPr id="102" name="TextBox 101">
              <a:extLst>
                <a:ext uri="{FF2B5EF4-FFF2-40B4-BE49-F238E27FC236}">
                  <a16:creationId xmlns:a16="http://schemas.microsoft.com/office/drawing/2014/main" id="{AC9647F6-CAC7-6D14-6626-5C4C9F32C3E9}"/>
                </a:ext>
              </a:extLst>
            </p:cNvPr>
            <p:cNvSpPr txBox="1"/>
            <p:nvPr/>
          </p:nvSpPr>
          <p:spPr>
            <a:xfrm>
              <a:off x="3651911" y="1475946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0.55</a:t>
              </a:r>
            </a:p>
          </p:txBody>
        </p:sp>
        <p:sp>
          <p:nvSpPr>
            <p:cNvPr id="103" name="TextBox 102">
              <a:extLst>
                <a:ext uri="{FF2B5EF4-FFF2-40B4-BE49-F238E27FC236}">
                  <a16:creationId xmlns:a16="http://schemas.microsoft.com/office/drawing/2014/main" id="{120B6919-4121-7E63-8065-7CA7739F28E9}"/>
                </a:ext>
              </a:extLst>
            </p:cNvPr>
            <p:cNvSpPr txBox="1"/>
            <p:nvPr/>
          </p:nvSpPr>
          <p:spPr>
            <a:xfrm>
              <a:off x="3669792" y="1905332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1.75</a:t>
              </a:r>
            </a:p>
          </p:txBody>
        </p:sp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229A09CB-B3AD-0039-FBD4-278149EFD44C}"/>
                </a:ext>
              </a:extLst>
            </p:cNvPr>
            <p:cNvSpPr txBox="1"/>
            <p:nvPr/>
          </p:nvSpPr>
          <p:spPr>
            <a:xfrm>
              <a:off x="3269646" y="1700015"/>
              <a:ext cx="505060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50" dirty="0">
                  <a:latin typeface="Cambria" panose="02040503050406030204" pitchFamily="18" charset="0"/>
                  <a:ea typeface="Cambria" panose="02040503050406030204" pitchFamily="18" charset="0"/>
                </a:rPr>
                <a:t>3.40</a:t>
              </a:r>
            </a:p>
          </p:txBody>
        </p:sp>
      </p:grpSp>
      <p:sp>
        <p:nvSpPr>
          <p:cNvPr id="114" name="Rectangle: Rounded Corners 113">
            <a:extLst>
              <a:ext uri="{FF2B5EF4-FFF2-40B4-BE49-F238E27FC236}">
                <a16:creationId xmlns:a16="http://schemas.microsoft.com/office/drawing/2014/main" id="{930E0EA9-EBDD-14AF-3ED3-8186B0469364}"/>
              </a:ext>
            </a:extLst>
          </p:cNvPr>
          <p:cNvSpPr/>
          <p:nvPr/>
        </p:nvSpPr>
        <p:spPr>
          <a:xfrm>
            <a:off x="752687" y="4705652"/>
            <a:ext cx="2035460" cy="835391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Gelijkbenige driehoek 51">
            <a:extLst>
              <a:ext uri="{FF2B5EF4-FFF2-40B4-BE49-F238E27FC236}">
                <a16:creationId xmlns:a16="http://schemas.microsoft.com/office/drawing/2014/main" id="{F1B3F060-941B-E35B-C5E0-DD29C8EE8E3D}"/>
              </a:ext>
            </a:extLst>
          </p:cNvPr>
          <p:cNvSpPr/>
          <p:nvPr/>
        </p:nvSpPr>
        <p:spPr>
          <a:xfrm rot="7639531">
            <a:off x="1810852" y="4774122"/>
            <a:ext cx="0" cy="0"/>
          </a:xfrm>
          <a:prstGeom prst="triangle">
            <a:avLst/>
          </a:prstGeom>
          <a:solidFill>
            <a:srgbClr val="849398">
              <a:alpha val="5000"/>
            </a:srgbClr>
          </a:solidFill>
          <a:ln w="36000">
            <a:solidFill>
              <a:srgbClr val="8493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endParaRPr lang="es-ES" dirty="0">
              <a:solidFill>
                <a:srgbClr val="849398"/>
              </a:solidFill>
            </a:endParaRPr>
          </a:p>
        </p:txBody>
      </p:sp>
      <p:sp>
        <p:nvSpPr>
          <p:cNvPr id="136" name="Arc 135">
            <a:extLst>
              <a:ext uri="{FF2B5EF4-FFF2-40B4-BE49-F238E27FC236}">
                <a16:creationId xmlns:a16="http://schemas.microsoft.com/office/drawing/2014/main" id="{390B1D4E-9E6F-335C-0C90-05D5725D7A70}"/>
              </a:ext>
            </a:extLst>
          </p:cNvPr>
          <p:cNvSpPr/>
          <p:nvPr/>
        </p:nvSpPr>
        <p:spPr>
          <a:xfrm rot="18409040">
            <a:off x="1207230" y="4810733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Plaque 1">
            <a:extLst>
              <a:ext uri="{FF2B5EF4-FFF2-40B4-BE49-F238E27FC236}">
                <a16:creationId xmlns:a16="http://schemas.microsoft.com/office/drawing/2014/main" id="{4523988D-DA39-2003-89F6-DF2904D86D60}"/>
              </a:ext>
            </a:extLst>
          </p:cNvPr>
          <p:cNvSpPr/>
          <p:nvPr/>
        </p:nvSpPr>
        <p:spPr>
          <a:xfrm>
            <a:off x="838512" y="4903482"/>
            <a:ext cx="469876" cy="469876"/>
          </a:xfrm>
          <a:prstGeom prst="plaque">
            <a:avLst>
              <a:gd name="adj" fmla="val 40364"/>
            </a:avLst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3A6D78-E31B-5040-2864-A76AD0041FF8}"/>
              </a:ext>
            </a:extLst>
          </p:cNvPr>
          <p:cNvSpPr txBox="1"/>
          <p:nvPr/>
        </p:nvSpPr>
        <p:spPr>
          <a:xfrm>
            <a:off x="820920" y="5007615"/>
            <a:ext cx="50506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3.40</a:t>
            </a:r>
          </a:p>
        </p:txBody>
      </p:sp>
      <p:sp>
        <p:nvSpPr>
          <p:cNvPr id="4" name="Arc 3">
            <a:extLst>
              <a:ext uri="{FF2B5EF4-FFF2-40B4-BE49-F238E27FC236}">
                <a16:creationId xmlns:a16="http://schemas.microsoft.com/office/drawing/2014/main" id="{F5CB607E-7423-DEBF-CFC4-066C3AEFD8D5}"/>
              </a:ext>
            </a:extLst>
          </p:cNvPr>
          <p:cNvSpPr/>
          <p:nvPr/>
        </p:nvSpPr>
        <p:spPr>
          <a:xfrm rot="3190960" flipV="1">
            <a:off x="1074488" y="4844260"/>
            <a:ext cx="485073" cy="601321"/>
          </a:xfrm>
          <a:prstGeom prst="arc">
            <a:avLst>
              <a:gd name="adj1" fmla="val 16200000"/>
              <a:gd name="adj2" fmla="val 19162302"/>
            </a:avLst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343FF686-A6DE-CC42-4A49-4066A9CBAAC3}"/>
              </a:ext>
            </a:extLst>
          </p:cNvPr>
          <p:cNvCxnSpPr>
            <a:cxnSpLocks/>
          </p:cNvCxnSpPr>
          <p:nvPr/>
        </p:nvCxnSpPr>
        <p:spPr>
          <a:xfrm flipV="1">
            <a:off x="1231331" y="5137467"/>
            <a:ext cx="279554" cy="315"/>
          </a:xfrm>
          <a:prstGeom prst="straightConnector1">
            <a:avLst/>
          </a:prstGeom>
          <a:ln w="12700" cap="rnd">
            <a:round/>
            <a:headEnd type="none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5CEA4464-8F26-8DB1-AD83-55D19537FC0F}"/>
              </a:ext>
            </a:extLst>
          </p:cNvPr>
          <p:cNvSpPr txBox="1"/>
          <p:nvPr/>
        </p:nvSpPr>
        <p:spPr>
          <a:xfrm>
            <a:off x="1422337" y="5029902"/>
            <a:ext cx="114951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Ionization efficiency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AF867FC-44C1-EF07-238C-E21CA1A6944D}"/>
              </a:ext>
            </a:extLst>
          </p:cNvPr>
          <p:cNvSpPr txBox="1"/>
          <p:nvPr/>
        </p:nvSpPr>
        <p:spPr>
          <a:xfrm>
            <a:off x="1193196" y="5293630"/>
            <a:ext cx="72855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Aptos" panose="020B0004020202020204" pitchFamily="34" charset="0"/>
                <a:ea typeface="Cambria" panose="02040503050406030204" pitchFamily="18" charset="0"/>
              </a:rPr>
              <a:t>pH (colour)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E5F5E703-9B63-E862-C0C9-3321677F121A}"/>
              </a:ext>
            </a:extLst>
          </p:cNvPr>
          <p:cNvSpPr/>
          <p:nvPr/>
        </p:nvSpPr>
        <p:spPr>
          <a:xfrm>
            <a:off x="8161467" y="1478646"/>
            <a:ext cx="3532888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3709B50-72F7-9B56-B0C0-E36B111DF045}"/>
              </a:ext>
            </a:extLst>
          </p:cNvPr>
          <p:cNvSpPr txBox="1"/>
          <p:nvPr/>
        </p:nvSpPr>
        <p:spPr>
          <a:xfrm>
            <a:off x="9212490" y="1533247"/>
            <a:ext cx="143084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Prediction</a:t>
            </a:r>
          </a:p>
        </p:txBody>
      </p:sp>
      <p:sp>
        <p:nvSpPr>
          <p:cNvPr id="134" name="Rectangle: Rounded Corners 133">
            <a:extLst>
              <a:ext uri="{FF2B5EF4-FFF2-40B4-BE49-F238E27FC236}">
                <a16:creationId xmlns:a16="http://schemas.microsoft.com/office/drawing/2014/main" id="{19C47561-9A09-731B-20B5-ED04123FCB14}"/>
              </a:ext>
            </a:extLst>
          </p:cNvPr>
          <p:cNvSpPr/>
          <p:nvPr/>
        </p:nvSpPr>
        <p:spPr>
          <a:xfrm>
            <a:off x="8289911" y="1993265"/>
            <a:ext cx="3276000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5" name="Rectangle: Rounded Corners 124">
            <a:extLst>
              <a:ext uri="{FF2B5EF4-FFF2-40B4-BE49-F238E27FC236}">
                <a16:creationId xmlns:a16="http://schemas.microsoft.com/office/drawing/2014/main" id="{828A2891-F2F8-84A5-0728-D2287F18D029}"/>
              </a:ext>
            </a:extLst>
          </p:cNvPr>
          <p:cNvSpPr/>
          <p:nvPr/>
        </p:nvSpPr>
        <p:spPr>
          <a:xfrm>
            <a:off x="8396370" y="2449535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34D25D05-31BC-C57E-5081-5D6E6CFFBFA6}"/>
              </a:ext>
            </a:extLst>
          </p:cNvPr>
          <p:cNvSpPr txBox="1"/>
          <p:nvPr/>
        </p:nvSpPr>
        <p:spPr>
          <a:xfrm>
            <a:off x="9581351" y="2499116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28" name="Cloud 127">
            <a:extLst>
              <a:ext uri="{FF2B5EF4-FFF2-40B4-BE49-F238E27FC236}">
                <a16:creationId xmlns:a16="http://schemas.microsoft.com/office/drawing/2014/main" id="{A5D3EAD4-4B16-EC4B-8753-34A29255694E}"/>
              </a:ext>
            </a:extLst>
          </p:cNvPr>
          <p:cNvSpPr/>
          <p:nvPr/>
        </p:nvSpPr>
        <p:spPr>
          <a:xfrm>
            <a:off x="9841534" y="2601867"/>
            <a:ext cx="198120" cy="163830"/>
          </a:xfrm>
          <a:prstGeom prst="cloud">
            <a:avLst/>
          </a:prstGeom>
          <a:solidFill>
            <a:srgbClr val="DE0000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: Rounded Corners 129">
            <a:extLst>
              <a:ext uri="{FF2B5EF4-FFF2-40B4-BE49-F238E27FC236}">
                <a16:creationId xmlns:a16="http://schemas.microsoft.com/office/drawing/2014/main" id="{47AF2B08-9946-CD7F-3F68-6F8531C73715}"/>
              </a:ext>
            </a:extLst>
          </p:cNvPr>
          <p:cNvSpPr/>
          <p:nvPr/>
        </p:nvSpPr>
        <p:spPr>
          <a:xfrm>
            <a:off x="8396370" y="3061190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1A548964-3C63-84D6-06BA-955A9896B50F}"/>
              </a:ext>
            </a:extLst>
          </p:cNvPr>
          <p:cNvSpPr txBox="1"/>
          <p:nvPr/>
        </p:nvSpPr>
        <p:spPr>
          <a:xfrm>
            <a:off x="9581351" y="311077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33" name="Cloud 132">
            <a:extLst>
              <a:ext uri="{FF2B5EF4-FFF2-40B4-BE49-F238E27FC236}">
                <a16:creationId xmlns:a16="http://schemas.microsoft.com/office/drawing/2014/main" id="{D02D0647-BAB1-5B9E-1C3A-4221D1A85A46}"/>
              </a:ext>
            </a:extLst>
          </p:cNvPr>
          <p:cNvSpPr/>
          <p:nvPr/>
        </p:nvSpPr>
        <p:spPr>
          <a:xfrm>
            <a:off x="9841534" y="3213522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5" name="TextBox 134">
            <a:extLst>
              <a:ext uri="{FF2B5EF4-FFF2-40B4-BE49-F238E27FC236}">
                <a16:creationId xmlns:a16="http://schemas.microsoft.com/office/drawing/2014/main" id="{B10BAB5F-32F1-F9E7-2EC1-2596F6D34CBB}"/>
              </a:ext>
            </a:extLst>
          </p:cNvPr>
          <p:cNvSpPr txBox="1"/>
          <p:nvPr/>
        </p:nvSpPr>
        <p:spPr>
          <a:xfrm>
            <a:off x="9491696" y="1838307"/>
            <a:ext cx="872430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39" name="Rectangle: Rounded Corners 138">
            <a:extLst>
              <a:ext uri="{FF2B5EF4-FFF2-40B4-BE49-F238E27FC236}">
                <a16:creationId xmlns:a16="http://schemas.microsoft.com/office/drawing/2014/main" id="{CCA43BE9-8360-DF7C-FF32-063CD5F00631}"/>
              </a:ext>
            </a:extLst>
          </p:cNvPr>
          <p:cNvSpPr/>
          <p:nvPr/>
        </p:nvSpPr>
        <p:spPr>
          <a:xfrm>
            <a:off x="8396370" y="4273748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6D1908F-449C-230E-A9A3-94C3D7865F87}"/>
              </a:ext>
            </a:extLst>
          </p:cNvPr>
          <p:cNvSpPr txBox="1"/>
          <p:nvPr/>
        </p:nvSpPr>
        <p:spPr>
          <a:xfrm>
            <a:off x="9581351" y="432332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142" name="Cloud 141">
            <a:extLst>
              <a:ext uri="{FF2B5EF4-FFF2-40B4-BE49-F238E27FC236}">
                <a16:creationId xmlns:a16="http://schemas.microsoft.com/office/drawing/2014/main" id="{E3E9010D-7477-EB1C-5386-BFFA629FA5EA}"/>
              </a:ext>
            </a:extLst>
          </p:cNvPr>
          <p:cNvSpPr/>
          <p:nvPr/>
        </p:nvSpPr>
        <p:spPr>
          <a:xfrm>
            <a:off x="9841534" y="4426080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90583CC3-B680-8A32-2184-5AD0525D14A1}"/>
              </a:ext>
            </a:extLst>
          </p:cNvPr>
          <p:cNvSpPr/>
          <p:nvPr/>
        </p:nvSpPr>
        <p:spPr>
          <a:xfrm>
            <a:off x="8308444" y="3982345"/>
            <a:ext cx="3238934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22D8A2CC-DFBC-1B8D-C564-9657B6CDBC91}"/>
              </a:ext>
            </a:extLst>
          </p:cNvPr>
          <p:cNvSpPr txBox="1"/>
          <p:nvPr/>
        </p:nvSpPr>
        <p:spPr>
          <a:xfrm>
            <a:off x="9392303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cxnSp>
        <p:nvCxnSpPr>
          <p:cNvPr id="88" name="Straight Arrow Connector 87">
            <a:extLst>
              <a:ext uri="{FF2B5EF4-FFF2-40B4-BE49-F238E27FC236}">
                <a16:creationId xmlns:a16="http://schemas.microsoft.com/office/drawing/2014/main" id="{9B4CA63E-8D57-2DD3-CA9B-2BEB0F6AB7D9}"/>
              </a:ext>
            </a:extLst>
          </p:cNvPr>
          <p:cNvCxnSpPr>
            <a:cxnSpLocks/>
          </p:cNvCxnSpPr>
          <p:nvPr/>
        </p:nvCxnSpPr>
        <p:spPr>
          <a:xfrm>
            <a:off x="10214993" y="2683782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6" name="Rectangle: Rounded Corners 125">
            <a:extLst>
              <a:ext uri="{FF2B5EF4-FFF2-40B4-BE49-F238E27FC236}">
                <a16:creationId xmlns:a16="http://schemas.microsoft.com/office/drawing/2014/main" id="{DB9A3013-F459-E6BB-84BB-D99599F05DBD}"/>
              </a:ext>
            </a:extLst>
          </p:cNvPr>
          <p:cNvSpPr/>
          <p:nvPr/>
        </p:nvSpPr>
        <p:spPr>
          <a:xfrm>
            <a:off x="10643332" y="2551723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3E6D93D3-EA9D-282F-DC40-CCA4F6941F9D}"/>
              </a:ext>
            </a:extLst>
          </p:cNvPr>
          <p:cNvSpPr/>
          <p:nvPr/>
        </p:nvSpPr>
        <p:spPr>
          <a:xfrm>
            <a:off x="10643332" y="3163378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7" name="Rectangle: Rounded Corners 146">
            <a:extLst>
              <a:ext uri="{FF2B5EF4-FFF2-40B4-BE49-F238E27FC236}">
                <a16:creationId xmlns:a16="http://schemas.microsoft.com/office/drawing/2014/main" id="{0EFB748C-F79B-0FE6-7DDC-3AA1C1908E1F}"/>
              </a:ext>
            </a:extLst>
          </p:cNvPr>
          <p:cNvSpPr/>
          <p:nvPr/>
        </p:nvSpPr>
        <p:spPr>
          <a:xfrm>
            <a:off x="10643332" y="4375936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D049DC0F-C511-E215-4B8F-C02BF04932AB}"/>
              </a:ext>
            </a:extLst>
          </p:cNvPr>
          <p:cNvSpPr txBox="1"/>
          <p:nvPr/>
        </p:nvSpPr>
        <p:spPr>
          <a:xfrm>
            <a:off x="10618913" y="2556824"/>
            <a:ext cx="779192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1.05-1.75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66D91172-1768-A4AD-604F-F4AD698DA54E}"/>
              </a:ext>
            </a:extLst>
          </p:cNvPr>
          <p:cNvSpPr txBox="1"/>
          <p:nvPr/>
        </p:nvSpPr>
        <p:spPr>
          <a:xfrm>
            <a:off x="10607901" y="3168479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0.55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E78DAB6F-63A4-BE27-692F-91E048C86840}"/>
              </a:ext>
            </a:extLst>
          </p:cNvPr>
          <p:cNvSpPr txBox="1"/>
          <p:nvPr/>
        </p:nvSpPr>
        <p:spPr>
          <a:xfrm>
            <a:off x="10607901" y="4381037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19408498-BB09-3DDD-19E8-5242130E5639}"/>
              </a:ext>
            </a:extLst>
          </p:cNvPr>
          <p:cNvSpPr txBox="1"/>
          <p:nvPr/>
        </p:nvSpPr>
        <p:spPr>
          <a:xfrm>
            <a:off x="10575006" y="2214643"/>
            <a:ext cx="867007" cy="262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05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logIE value</a:t>
            </a:r>
          </a:p>
        </p:txBody>
      </p:sp>
      <p:cxnSp>
        <p:nvCxnSpPr>
          <p:cNvPr id="149" name="Straight Arrow Connector 148">
            <a:extLst>
              <a:ext uri="{FF2B5EF4-FFF2-40B4-BE49-F238E27FC236}">
                <a16:creationId xmlns:a16="http://schemas.microsoft.com/office/drawing/2014/main" id="{FD7292F0-5C4D-E0B3-9E8D-AFA16F63F153}"/>
              </a:ext>
            </a:extLst>
          </p:cNvPr>
          <p:cNvCxnSpPr>
            <a:cxnSpLocks/>
          </p:cNvCxnSpPr>
          <p:nvPr/>
        </p:nvCxnSpPr>
        <p:spPr>
          <a:xfrm>
            <a:off x="10214993" y="3295437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>
            <a:extLst>
              <a:ext uri="{FF2B5EF4-FFF2-40B4-BE49-F238E27FC236}">
                <a16:creationId xmlns:a16="http://schemas.microsoft.com/office/drawing/2014/main" id="{D23F63BB-79C0-4ADF-E3F8-7BCD716A28A0}"/>
              </a:ext>
            </a:extLst>
          </p:cNvPr>
          <p:cNvCxnSpPr>
            <a:cxnSpLocks/>
          </p:cNvCxnSpPr>
          <p:nvPr/>
        </p:nvCxnSpPr>
        <p:spPr>
          <a:xfrm>
            <a:off x="10214993" y="4507995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ABE5CA7E-F610-FC2C-1C44-8D7B5EEACAA1}"/>
              </a:ext>
            </a:extLst>
          </p:cNvPr>
          <p:cNvSpPr txBox="1"/>
          <p:nvPr/>
        </p:nvSpPr>
        <p:spPr>
          <a:xfrm>
            <a:off x="4409270" y="630219"/>
            <a:ext cx="3373461" cy="576000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Unknown structure</a:t>
            </a:r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B103CC1-B547-806F-34D1-B98CDCF75226}"/>
              </a:ext>
            </a:extLst>
          </p:cNvPr>
          <p:cNvSpPr/>
          <p:nvPr/>
        </p:nvSpPr>
        <p:spPr>
          <a:xfrm>
            <a:off x="4280472" y="1478646"/>
            <a:ext cx="3744000" cy="4176000"/>
          </a:xfrm>
          <a:prstGeom prst="roundRect">
            <a:avLst>
              <a:gd name="adj" fmla="val 4189"/>
            </a:avLst>
          </a:prstGeom>
          <a:solidFill>
            <a:srgbClr val="BAFDB1"/>
          </a:solidFill>
          <a:ln w="38100">
            <a:solidFill>
              <a:srgbClr val="00B050">
                <a:alpha val="69804"/>
              </a:srgb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E80D703-F20E-F6F1-388C-8D77CA68DED2}"/>
              </a:ext>
            </a:extLst>
          </p:cNvPr>
          <p:cNvSpPr txBox="1"/>
          <p:nvPr/>
        </p:nvSpPr>
        <p:spPr>
          <a:xfrm>
            <a:off x="5152728" y="1533247"/>
            <a:ext cx="19994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Preprocessing</a:t>
            </a:r>
          </a:p>
        </p:txBody>
      </p:sp>
      <p:sp>
        <p:nvSpPr>
          <p:cNvPr id="64" name="Plaque 63">
            <a:extLst>
              <a:ext uri="{FF2B5EF4-FFF2-40B4-BE49-F238E27FC236}">
                <a16:creationId xmlns:a16="http://schemas.microsoft.com/office/drawing/2014/main" id="{3E739EAD-5D5A-0D92-EDA9-60CE58AFCA69}"/>
              </a:ext>
            </a:extLst>
          </p:cNvPr>
          <p:cNvSpPr/>
          <p:nvPr/>
        </p:nvSpPr>
        <p:spPr>
          <a:xfrm>
            <a:off x="4549065" y="4530261"/>
            <a:ext cx="432000" cy="432000"/>
          </a:xfrm>
          <a:prstGeom prst="plaque">
            <a:avLst>
              <a:gd name="adj" fmla="val 40364"/>
            </a:avLst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graphicFrame>
        <p:nvGraphicFramePr>
          <p:cNvPr id="68" name="Table 67">
            <a:extLst>
              <a:ext uri="{FF2B5EF4-FFF2-40B4-BE49-F238E27FC236}">
                <a16:creationId xmlns:a16="http://schemas.microsoft.com/office/drawing/2014/main" id="{F74082B6-2A73-0CF7-662B-12DF534D0294}"/>
              </a:ext>
            </a:extLst>
          </p:cNvPr>
          <p:cNvGraphicFramePr>
            <a:graphicFrameLocks noGrp="1"/>
          </p:cNvGraphicFramePr>
          <p:nvPr/>
        </p:nvGraphicFramePr>
        <p:xfrm>
          <a:off x="6824828" y="312095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115" name="Arc 114">
            <a:extLst>
              <a:ext uri="{FF2B5EF4-FFF2-40B4-BE49-F238E27FC236}">
                <a16:creationId xmlns:a16="http://schemas.microsoft.com/office/drawing/2014/main" id="{47B8072F-4EF1-586E-4037-5E0C099BF212}"/>
              </a:ext>
            </a:extLst>
          </p:cNvPr>
          <p:cNvSpPr/>
          <p:nvPr/>
        </p:nvSpPr>
        <p:spPr>
          <a:xfrm rot="18582686">
            <a:off x="4921299" y="2604929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6" name="Arc 115">
            <a:extLst>
              <a:ext uri="{FF2B5EF4-FFF2-40B4-BE49-F238E27FC236}">
                <a16:creationId xmlns:a16="http://schemas.microsoft.com/office/drawing/2014/main" id="{D8483276-5E51-33E1-361D-5287967BC2FE}"/>
              </a:ext>
            </a:extLst>
          </p:cNvPr>
          <p:cNvSpPr/>
          <p:nvPr/>
        </p:nvSpPr>
        <p:spPr>
          <a:xfrm rot="2839795" flipV="1">
            <a:off x="5465976" y="2741359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6" name="Graphic 155" descr="Database outline">
            <a:extLst>
              <a:ext uri="{FF2B5EF4-FFF2-40B4-BE49-F238E27FC236}">
                <a16:creationId xmlns:a16="http://schemas.microsoft.com/office/drawing/2014/main" id="{B12FDD8F-59D0-A6CA-9D65-E32E492D88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3847" y="2606956"/>
            <a:ext cx="507514" cy="507514"/>
          </a:xfrm>
          <a:prstGeom prst="rect">
            <a:avLst/>
          </a:prstGeom>
        </p:spPr>
      </p:pic>
      <p:cxnSp>
        <p:nvCxnSpPr>
          <p:cNvPr id="171" name="Straight Connector 170">
            <a:extLst>
              <a:ext uri="{FF2B5EF4-FFF2-40B4-BE49-F238E27FC236}">
                <a16:creationId xmlns:a16="http://schemas.microsoft.com/office/drawing/2014/main" id="{7554C045-C237-5B9B-9488-E8EAD959EF2F}"/>
              </a:ext>
            </a:extLst>
          </p:cNvPr>
          <p:cNvCxnSpPr>
            <a:cxnSpLocks/>
          </p:cNvCxnSpPr>
          <p:nvPr/>
        </p:nvCxnSpPr>
        <p:spPr>
          <a:xfrm>
            <a:off x="6000028" y="2163064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Connector 172">
            <a:extLst>
              <a:ext uri="{FF2B5EF4-FFF2-40B4-BE49-F238E27FC236}">
                <a16:creationId xmlns:a16="http://schemas.microsoft.com/office/drawing/2014/main" id="{B333D088-097B-C722-8268-F42BB43E191C}"/>
              </a:ext>
            </a:extLst>
          </p:cNvPr>
          <p:cNvCxnSpPr>
            <a:cxnSpLocks/>
          </p:cNvCxnSpPr>
          <p:nvPr/>
        </p:nvCxnSpPr>
        <p:spPr>
          <a:xfrm>
            <a:off x="6135282" y="2298412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Connector 173">
            <a:extLst>
              <a:ext uri="{FF2B5EF4-FFF2-40B4-BE49-F238E27FC236}">
                <a16:creationId xmlns:a16="http://schemas.microsoft.com/office/drawing/2014/main" id="{33AEFCF2-71BE-AC37-3EB3-578B25E1EBF3}"/>
              </a:ext>
            </a:extLst>
          </p:cNvPr>
          <p:cNvCxnSpPr>
            <a:cxnSpLocks/>
          </p:cNvCxnSpPr>
          <p:nvPr/>
        </p:nvCxnSpPr>
        <p:spPr>
          <a:xfrm>
            <a:off x="6369597" y="2185924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Connector 174">
            <a:extLst>
              <a:ext uri="{FF2B5EF4-FFF2-40B4-BE49-F238E27FC236}">
                <a16:creationId xmlns:a16="http://schemas.microsoft.com/office/drawing/2014/main" id="{F8505D99-9543-8AA3-9884-FB9C9F70A219}"/>
              </a:ext>
            </a:extLst>
          </p:cNvPr>
          <p:cNvCxnSpPr>
            <a:cxnSpLocks/>
          </p:cNvCxnSpPr>
          <p:nvPr/>
        </p:nvCxnSpPr>
        <p:spPr>
          <a:xfrm>
            <a:off x="5989233" y="2447832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9" name="Straight Connector 198">
            <a:extLst>
              <a:ext uri="{FF2B5EF4-FFF2-40B4-BE49-F238E27FC236}">
                <a16:creationId xmlns:a16="http://schemas.microsoft.com/office/drawing/2014/main" id="{CDA6938C-6D66-1CD7-167D-F56E29B94943}"/>
              </a:ext>
            </a:extLst>
          </p:cNvPr>
          <p:cNvCxnSpPr>
            <a:cxnSpLocks/>
          </p:cNvCxnSpPr>
          <p:nvPr/>
        </p:nvCxnSpPr>
        <p:spPr>
          <a:xfrm>
            <a:off x="6000028" y="286404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Straight Connector 199">
            <a:extLst>
              <a:ext uri="{FF2B5EF4-FFF2-40B4-BE49-F238E27FC236}">
                <a16:creationId xmlns:a16="http://schemas.microsoft.com/office/drawing/2014/main" id="{38BE2AFD-6E59-8F36-CC09-3DB0590E80A4}"/>
              </a:ext>
            </a:extLst>
          </p:cNvPr>
          <p:cNvCxnSpPr>
            <a:cxnSpLocks/>
          </p:cNvCxnSpPr>
          <p:nvPr/>
        </p:nvCxnSpPr>
        <p:spPr>
          <a:xfrm>
            <a:off x="6068607" y="306925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>
            <a:extLst>
              <a:ext uri="{FF2B5EF4-FFF2-40B4-BE49-F238E27FC236}">
                <a16:creationId xmlns:a16="http://schemas.microsoft.com/office/drawing/2014/main" id="{35B131E3-097D-A6FE-24E6-D04C2F43B781}"/>
              </a:ext>
            </a:extLst>
          </p:cNvPr>
          <p:cNvCxnSpPr>
            <a:cxnSpLocks/>
          </p:cNvCxnSpPr>
          <p:nvPr/>
        </p:nvCxnSpPr>
        <p:spPr>
          <a:xfrm>
            <a:off x="6369597" y="288690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3" name="Straight Connector 202">
            <a:extLst>
              <a:ext uri="{FF2B5EF4-FFF2-40B4-BE49-F238E27FC236}">
                <a16:creationId xmlns:a16="http://schemas.microsoft.com/office/drawing/2014/main" id="{0EF02D86-EC0B-05F3-2E7D-A091ECFE23D8}"/>
              </a:ext>
            </a:extLst>
          </p:cNvPr>
          <p:cNvCxnSpPr>
            <a:cxnSpLocks/>
          </p:cNvCxnSpPr>
          <p:nvPr/>
        </p:nvCxnSpPr>
        <p:spPr>
          <a:xfrm>
            <a:off x="5989233" y="314880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5" name="Straight Connector 204">
            <a:extLst>
              <a:ext uri="{FF2B5EF4-FFF2-40B4-BE49-F238E27FC236}">
                <a16:creationId xmlns:a16="http://schemas.microsoft.com/office/drawing/2014/main" id="{8EC13292-0E47-DF4B-32C9-4AB3DA39EB48}"/>
              </a:ext>
            </a:extLst>
          </p:cNvPr>
          <p:cNvCxnSpPr>
            <a:cxnSpLocks/>
          </p:cNvCxnSpPr>
          <p:nvPr/>
        </p:nvCxnSpPr>
        <p:spPr>
          <a:xfrm>
            <a:off x="6000028" y="321452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>
            <a:extLst>
              <a:ext uri="{FF2B5EF4-FFF2-40B4-BE49-F238E27FC236}">
                <a16:creationId xmlns:a16="http://schemas.microsoft.com/office/drawing/2014/main" id="{52A63DDD-708E-F248-7A2D-F66F962A6D50}"/>
              </a:ext>
            </a:extLst>
          </p:cNvPr>
          <p:cNvCxnSpPr>
            <a:cxnSpLocks/>
          </p:cNvCxnSpPr>
          <p:nvPr/>
        </p:nvCxnSpPr>
        <p:spPr>
          <a:xfrm>
            <a:off x="6068607" y="3419741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>
            <a:extLst>
              <a:ext uri="{FF2B5EF4-FFF2-40B4-BE49-F238E27FC236}">
                <a16:creationId xmlns:a16="http://schemas.microsoft.com/office/drawing/2014/main" id="{B5F1ACD9-DA9B-8F4C-070B-659A725C2DEE}"/>
              </a:ext>
            </a:extLst>
          </p:cNvPr>
          <p:cNvCxnSpPr>
            <a:cxnSpLocks/>
          </p:cNvCxnSpPr>
          <p:nvPr/>
        </p:nvCxnSpPr>
        <p:spPr>
          <a:xfrm>
            <a:off x="6135282" y="334987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Straight Connector 207">
            <a:extLst>
              <a:ext uri="{FF2B5EF4-FFF2-40B4-BE49-F238E27FC236}">
                <a16:creationId xmlns:a16="http://schemas.microsoft.com/office/drawing/2014/main" id="{C269807C-A768-BFE1-1028-1228EA466C0F}"/>
              </a:ext>
            </a:extLst>
          </p:cNvPr>
          <p:cNvCxnSpPr>
            <a:cxnSpLocks/>
          </p:cNvCxnSpPr>
          <p:nvPr/>
        </p:nvCxnSpPr>
        <p:spPr>
          <a:xfrm>
            <a:off x="6369597" y="323738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>
            <a:extLst>
              <a:ext uri="{FF2B5EF4-FFF2-40B4-BE49-F238E27FC236}">
                <a16:creationId xmlns:a16="http://schemas.microsoft.com/office/drawing/2014/main" id="{AC209650-CA2D-B68C-7F2E-005BD264C02C}"/>
              </a:ext>
            </a:extLst>
          </p:cNvPr>
          <p:cNvCxnSpPr>
            <a:cxnSpLocks/>
          </p:cNvCxnSpPr>
          <p:nvPr/>
        </p:nvCxnSpPr>
        <p:spPr>
          <a:xfrm>
            <a:off x="5989233" y="349929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>
            <a:extLst>
              <a:ext uri="{FF2B5EF4-FFF2-40B4-BE49-F238E27FC236}">
                <a16:creationId xmlns:a16="http://schemas.microsoft.com/office/drawing/2014/main" id="{4C1B86AD-CF76-B6E2-0820-54B448242AA6}"/>
              </a:ext>
            </a:extLst>
          </p:cNvPr>
          <p:cNvCxnSpPr>
            <a:cxnSpLocks/>
          </p:cNvCxnSpPr>
          <p:nvPr/>
        </p:nvCxnSpPr>
        <p:spPr>
          <a:xfrm>
            <a:off x="6000028" y="2513552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4" name="Straight Connector 193">
            <a:extLst>
              <a:ext uri="{FF2B5EF4-FFF2-40B4-BE49-F238E27FC236}">
                <a16:creationId xmlns:a16="http://schemas.microsoft.com/office/drawing/2014/main" id="{0B4D5E23-0E26-CCEC-3D62-783184B34834}"/>
              </a:ext>
            </a:extLst>
          </p:cNvPr>
          <p:cNvCxnSpPr>
            <a:cxnSpLocks/>
          </p:cNvCxnSpPr>
          <p:nvPr/>
        </p:nvCxnSpPr>
        <p:spPr>
          <a:xfrm>
            <a:off x="6068607" y="2718765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Straight Connector 194">
            <a:extLst>
              <a:ext uri="{FF2B5EF4-FFF2-40B4-BE49-F238E27FC236}">
                <a16:creationId xmlns:a16="http://schemas.microsoft.com/office/drawing/2014/main" id="{5F954F7C-6EB1-F2C7-651A-7E35956A9735}"/>
              </a:ext>
            </a:extLst>
          </p:cNvPr>
          <p:cNvCxnSpPr>
            <a:cxnSpLocks/>
          </p:cNvCxnSpPr>
          <p:nvPr/>
        </p:nvCxnSpPr>
        <p:spPr>
          <a:xfrm>
            <a:off x="6135282" y="2648900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Straight Connector 195">
            <a:extLst>
              <a:ext uri="{FF2B5EF4-FFF2-40B4-BE49-F238E27FC236}">
                <a16:creationId xmlns:a16="http://schemas.microsoft.com/office/drawing/2014/main" id="{02F1BA9A-0128-054E-C68A-4DB6C76CEA65}"/>
              </a:ext>
            </a:extLst>
          </p:cNvPr>
          <p:cNvCxnSpPr>
            <a:cxnSpLocks/>
          </p:cNvCxnSpPr>
          <p:nvPr/>
        </p:nvCxnSpPr>
        <p:spPr>
          <a:xfrm>
            <a:off x="6369597" y="2536412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>
            <a:extLst>
              <a:ext uri="{FF2B5EF4-FFF2-40B4-BE49-F238E27FC236}">
                <a16:creationId xmlns:a16="http://schemas.microsoft.com/office/drawing/2014/main" id="{DA4550C5-BCA7-96F9-F34D-767289C31A58}"/>
              </a:ext>
            </a:extLst>
          </p:cNvPr>
          <p:cNvCxnSpPr>
            <a:cxnSpLocks/>
          </p:cNvCxnSpPr>
          <p:nvPr/>
        </p:nvCxnSpPr>
        <p:spPr>
          <a:xfrm>
            <a:off x="6301017" y="266361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7" name="Straight Connector 196">
            <a:extLst>
              <a:ext uri="{FF2B5EF4-FFF2-40B4-BE49-F238E27FC236}">
                <a16:creationId xmlns:a16="http://schemas.microsoft.com/office/drawing/2014/main" id="{88040D5E-F147-108A-1578-C84BFD6930A8}"/>
              </a:ext>
            </a:extLst>
          </p:cNvPr>
          <p:cNvCxnSpPr>
            <a:cxnSpLocks/>
          </p:cNvCxnSpPr>
          <p:nvPr/>
        </p:nvCxnSpPr>
        <p:spPr>
          <a:xfrm>
            <a:off x="5989233" y="2798320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ight Brace 211">
            <a:extLst>
              <a:ext uri="{FF2B5EF4-FFF2-40B4-BE49-F238E27FC236}">
                <a16:creationId xmlns:a16="http://schemas.microsoft.com/office/drawing/2014/main" id="{6EBD8DED-DA3E-49C2-87EF-F14275F63CA2}"/>
              </a:ext>
            </a:extLst>
          </p:cNvPr>
          <p:cNvSpPr/>
          <p:nvPr/>
        </p:nvSpPr>
        <p:spPr>
          <a:xfrm>
            <a:off x="6594768" y="2188463"/>
            <a:ext cx="225434" cy="1392697"/>
          </a:xfrm>
          <a:prstGeom prst="rightBrace">
            <a:avLst>
              <a:gd name="adj1" fmla="val 40367"/>
              <a:gd name="adj2" fmla="val 31762"/>
            </a:avLst>
          </a:prstGeom>
          <a:noFill/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4" name="Straight Connector 213">
            <a:extLst>
              <a:ext uri="{FF2B5EF4-FFF2-40B4-BE49-F238E27FC236}">
                <a16:creationId xmlns:a16="http://schemas.microsoft.com/office/drawing/2014/main" id="{EFA3F2FC-706B-F0CE-C24C-5ECE1F0BCB2D}"/>
              </a:ext>
            </a:extLst>
          </p:cNvPr>
          <p:cNvCxnSpPr>
            <a:cxnSpLocks/>
          </p:cNvCxnSpPr>
          <p:nvPr/>
        </p:nvCxnSpPr>
        <p:spPr>
          <a:xfrm>
            <a:off x="7022231" y="2473900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Straight Connector 214">
            <a:extLst>
              <a:ext uri="{FF2B5EF4-FFF2-40B4-BE49-F238E27FC236}">
                <a16:creationId xmlns:a16="http://schemas.microsoft.com/office/drawing/2014/main" id="{E0A7466E-EA36-B21F-0D7E-BEB1CC097CB7}"/>
              </a:ext>
            </a:extLst>
          </p:cNvPr>
          <p:cNvCxnSpPr>
            <a:cxnSpLocks/>
          </p:cNvCxnSpPr>
          <p:nvPr/>
        </p:nvCxnSpPr>
        <p:spPr>
          <a:xfrm>
            <a:off x="7090810" y="2679113"/>
            <a:ext cx="0" cy="69866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Straight Connector 215">
            <a:extLst>
              <a:ext uri="{FF2B5EF4-FFF2-40B4-BE49-F238E27FC236}">
                <a16:creationId xmlns:a16="http://schemas.microsoft.com/office/drawing/2014/main" id="{23B6EFA2-A96B-1BA9-FC80-5064FB0A0F78}"/>
              </a:ext>
            </a:extLst>
          </p:cNvPr>
          <p:cNvCxnSpPr>
            <a:cxnSpLocks/>
          </p:cNvCxnSpPr>
          <p:nvPr/>
        </p:nvCxnSpPr>
        <p:spPr>
          <a:xfrm>
            <a:off x="7157485" y="2609248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Straight Connector 216">
            <a:extLst>
              <a:ext uri="{FF2B5EF4-FFF2-40B4-BE49-F238E27FC236}">
                <a16:creationId xmlns:a16="http://schemas.microsoft.com/office/drawing/2014/main" id="{E3C38B6B-95E0-44F5-B79E-95E085470CFD}"/>
              </a:ext>
            </a:extLst>
          </p:cNvPr>
          <p:cNvCxnSpPr>
            <a:cxnSpLocks/>
          </p:cNvCxnSpPr>
          <p:nvPr/>
        </p:nvCxnSpPr>
        <p:spPr>
          <a:xfrm>
            <a:off x="7391800" y="2496760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Straight Arrow Connector 219">
            <a:extLst>
              <a:ext uri="{FF2B5EF4-FFF2-40B4-BE49-F238E27FC236}">
                <a16:creationId xmlns:a16="http://schemas.microsoft.com/office/drawing/2014/main" id="{0665EF7D-0459-D9F4-5D9C-7C723D032018}"/>
              </a:ext>
            </a:extLst>
          </p:cNvPr>
          <p:cNvCxnSpPr>
            <a:cxnSpLocks/>
          </p:cNvCxnSpPr>
          <p:nvPr/>
        </p:nvCxnSpPr>
        <p:spPr>
          <a:xfrm flipH="1">
            <a:off x="7018020" y="2765679"/>
            <a:ext cx="68580" cy="354965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Straight Arrow Connector 224">
            <a:extLst>
              <a:ext uri="{FF2B5EF4-FFF2-40B4-BE49-F238E27FC236}">
                <a16:creationId xmlns:a16="http://schemas.microsoft.com/office/drawing/2014/main" id="{E6D409C8-6198-5D9B-4A1D-657235A22A87}"/>
              </a:ext>
            </a:extLst>
          </p:cNvPr>
          <p:cNvCxnSpPr>
            <a:cxnSpLocks/>
          </p:cNvCxnSpPr>
          <p:nvPr/>
        </p:nvCxnSpPr>
        <p:spPr>
          <a:xfrm>
            <a:off x="7158990" y="2763774"/>
            <a:ext cx="318770" cy="356870"/>
          </a:xfrm>
          <a:prstGeom prst="straightConnector1">
            <a:avLst/>
          </a:prstGeom>
          <a:ln w="12700">
            <a:solidFill>
              <a:srgbClr val="767171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Straight Arrow Connector 228">
            <a:extLst>
              <a:ext uri="{FF2B5EF4-FFF2-40B4-BE49-F238E27FC236}">
                <a16:creationId xmlns:a16="http://schemas.microsoft.com/office/drawing/2014/main" id="{056B2D69-1355-C374-D62A-0E34350787D9}"/>
              </a:ext>
            </a:extLst>
          </p:cNvPr>
          <p:cNvCxnSpPr>
            <a:cxnSpLocks/>
          </p:cNvCxnSpPr>
          <p:nvPr/>
        </p:nvCxnSpPr>
        <p:spPr>
          <a:xfrm>
            <a:off x="7395210" y="2761869"/>
            <a:ext cx="316230" cy="358775"/>
          </a:xfrm>
          <a:prstGeom prst="straightConnector1">
            <a:avLst/>
          </a:prstGeom>
          <a:ln w="12700">
            <a:solidFill>
              <a:srgbClr val="3B3838"/>
            </a:solidFill>
            <a:prstDash val="sysDash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60" name="Table 259">
            <a:extLst>
              <a:ext uri="{FF2B5EF4-FFF2-40B4-BE49-F238E27FC236}">
                <a16:creationId xmlns:a16="http://schemas.microsoft.com/office/drawing/2014/main" id="{C29BA9D1-D52B-5522-1E97-A279E9DEAC67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31246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299" name="Straight Connector 298">
            <a:extLst>
              <a:ext uri="{FF2B5EF4-FFF2-40B4-BE49-F238E27FC236}">
                <a16:creationId xmlns:a16="http://schemas.microsoft.com/office/drawing/2014/main" id="{813144D1-43FA-C548-6731-92AE807ED669}"/>
              </a:ext>
            </a:extLst>
          </p:cNvPr>
          <p:cNvCxnSpPr>
            <a:cxnSpLocks/>
          </p:cNvCxnSpPr>
          <p:nvPr/>
        </p:nvCxnSpPr>
        <p:spPr>
          <a:xfrm>
            <a:off x="6058126" y="4920315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Straight Connector 315">
            <a:extLst>
              <a:ext uri="{FF2B5EF4-FFF2-40B4-BE49-F238E27FC236}">
                <a16:creationId xmlns:a16="http://schemas.microsoft.com/office/drawing/2014/main" id="{1C0225DD-7738-93E0-185C-56EE5A71C72C}"/>
              </a:ext>
            </a:extLst>
          </p:cNvPr>
          <p:cNvCxnSpPr>
            <a:cxnSpLocks/>
          </p:cNvCxnSpPr>
          <p:nvPr/>
        </p:nvCxnSpPr>
        <p:spPr>
          <a:xfrm>
            <a:off x="6058126" y="4305238"/>
            <a:ext cx="0" cy="292388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32" name="Table 331">
            <a:extLst>
              <a:ext uri="{FF2B5EF4-FFF2-40B4-BE49-F238E27FC236}">
                <a16:creationId xmlns:a16="http://schemas.microsoft.com/office/drawing/2014/main" id="{1B28A26E-6FAA-391F-D97D-B942AA1266A4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2546622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3" name="Table 332">
            <a:extLst>
              <a:ext uri="{FF2B5EF4-FFF2-40B4-BE49-F238E27FC236}">
                <a16:creationId xmlns:a16="http://schemas.microsoft.com/office/drawing/2014/main" id="{31C74B30-AB47-DA83-C39A-8AF96F2C21A8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3158277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graphicFrame>
        <p:nvGraphicFramePr>
          <p:cNvPr id="334" name="Table 333">
            <a:extLst>
              <a:ext uri="{FF2B5EF4-FFF2-40B4-BE49-F238E27FC236}">
                <a16:creationId xmlns:a16="http://schemas.microsoft.com/office/drawing/2014/main" id="{D50E5F69-2C16-A3E6-DACD-BAE04ED0BD55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370835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69" name="Pentagon 68">
            <a:extLst>
              <a:ext uri="{FF2B5EF4-FFF2-40B4-BE49-F238E27FC236}">
                <a16:creationId xmlns:a16="http://schemas.microsoft.com/office/drawing/2014/main" id="{7C4A8FF9-08F4-9199-1D99-0C7AB1780602}"/>
              </a:ext>
            </a:extLst>
          </p:cNvPr>
          <p:cNvSpPr/>
          <p:nvPr/>
        </p:nvSpPr>
        <p:spPr>
          <a:xfrm>
            <a:off x="4543985" y="2644713"/>
            <a:ext cx="432000" cy="432000"/>
          </a:xfrm>
          <a:prstGeom prst="pentagon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400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C1DBD09-31BA-6FB2-4C74-F43356A1CD3F}"/>
              </a:ext>
            </a:extLst>
          </p:cNvPr>
          <p:cNvSpPr/>
          <p:nvPr/>
        </p:nvSpPr>
        <p:spPr>
          <a:xfrm>
            <a:off x="4465271" y="1993265"/>
            <a:ext cx="3374402" cy="1764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3871FC-649F-2A5E-0662-6EF4923E3927}"/>
              </a:ext>
            </a:extLst>
          </p:cNvPr>
          <p:cNvSpPr txBox="1"/>
          <p:nvPr/>
        </p:nvSpPr>
        <p:spPr>
          <a:xfrm>
            <a:off x="5670661" y="1838307"/>
            <a:ext cx="963622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Training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8900260C-194B-C4DD-08B0-B3D19774D6FD}"/>
              </a:ext>
            </a:extLst>
          </p:cNvPr>
          <p:cNvSpPr/>
          <p:nvPr/>
        </p:nvSpPr>
        <p:spPr>
          <a:xfrm>
            <a:off x="4465272" y="3982345"/>
            <a:ext cx="3374401" cy="1548000"/>
          </a:xfrm>
          <a:prstGeom prst="roundRect">
            <a:avLst/>
          </a:prstGeom>
          <a:noFill/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1B1F0D5-39D3-6121-8ED8-435B74EC4179}"/>
              </a:ext>
            </a:extLst>
          </p:cNvPr>
          <p:cNvSpPr txBox="1"/>
          <p:nvPr/>
        </p:nvSpPr>
        <p:spPr>
          <a:xfrm>
            <a:off x="5616864" y="3829128"/>
            <a:ext cx="1071216" cy="307777"/>
          </a:xfrm>
          <a:prstGeom prst="rect">
            <a:avLst/>
          </a:prstGeom>
          <a:solidFill>
            <a:srgbClr val="BAFDB1"/>
          </a:solidFill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solidFill>
                  <a:sysClr val="windowText" lastClr="0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Validation</a:t>
            </a:r>
          </a:p>
        </p:txBody>
      </p:sp>
      <p:sp>
        <p:nvSpPr>
          <p:cNvPr id="51" name="Arc 50">
            <a:extLst>
              <a:ext uri="{FF2B5EF4-FFF2-40B4-BE49-F238E27FC236}">
                <a16:creationId xmlns:a16="http://schemas.microsoft.com/office/drawing/2014/main" id="{372C475F-F12A-472D-D02F-9812E75E6EA6}"/>
              </a:ext>
            </a:extLst>
          </p:cNvPr>
          <p:cNvSpPr/>
          <p:nvPr/>
        </p:nvSpPr>
        <p:spPr>
          <a:xfrm rot="18582686">
            <a:off x="4926379" y="4491063"/>
            <a:ext cx="432000" cy="393426"/>
          </a:xfrm>
          <a:prstGeom prst="arc">
            <a:avLst>
              <a:gd name="adj1" fmla="val 15588711"/>
              <a:gd name="adj2" fmla="val 1121401"/>
            </a:avLst>
          </a:prstGeom>
          <a:ln w="38100">
            <a:solidFill>
              <a:schemeClr val="tx2">
                <a:lumMod val="75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6" name="Arc 55">
            <a:extLst>
              <a:ext uri="{FF2B5EF4-FFF2-40B4-BE49-F238E27FC236}">
                <a16:creationId xmlns:a16="http://schemas.microsoft.com/office/drawing/2014/main" id="{4B55190A-73F1-2394-21A3-5ED17FA2FA94}"/>
              </a:ext>
            </a:extLst>
          </p:cNvPr>
          <p:cNvSpPr/>
          <p:nvPr/>
        </p:nvSpPr>
        <p:spPr>
          <a:xfrm rot="2839795" flipV="1">
            <a:off x="5471056" y="4627493"/>
            <a:ext cx="432000" cy="415246"/>
          </a:xfrm>
          <a:prstGeom prst="arc">
            <a:avLst>
              <a:gd name="adj1" fmla="val 15588711"/>
              <a:gd name="adj2" fmla="val 1456719"/>
            </a:avLst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7" name="Graphic 56" descr="Database outline">
            <a:extLst>
              <a:ext uri="{FF2B5EF4-FFF2-40B4-BE49-F238E27FC236}">
                <a16:creationId xmlns:a16="http://schemas.microsoft.com/office/drawing/2014/main" id="{A4436C63-803B-786C-7845-F4DBE3F41A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08927" y="4492504"/>
            <a:ext cx="507514" cy="507514"/>
          </a:xfrm>
          <a:prstGeom prst="rect">
            <a:avLst/>
          </a:prstGeom>
        </p:spPr>
      </p:pic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7310FE54-5058-6982-B8A2-1AC3B876819C}"/>
              </a:ext>
            </a:extLst>
          </p:cNvPr>
          <p:cNvGraphicFramePr>
            <a:graphicFrameLocks noGrp="1"/>
          </p:cNvGraphicFramePr>
          <p:nvPr/>
        </p:nvGraphicFramePr>
        <p:xfrm>
          <a:off x="6769881" y="4929349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A99DB1B-7D2D-BF43-4C01-E937396C9297}"/>
              </a:ext>
            </a:extLst>
          </p:cNvPr>
          <p:cNvSpPr/>
          <p:nvPr/>
        </p:nvSpPr>
        <p:spPr>
          <a:xfrm>
            <a:off x="8396370" y="4885229"/>
            <a:ext cx="1742522" cy="468494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13D1D66-D211-0A84-B52E-D3F792F6FA02}"/>
              </a:ext>
            </a:extLst>
          </p:cNvPr>
          <p:cNvSpPr txBox="1"/>
          <p:nvPr/>
        </p:nvSpPr>
        <p:spPr>
          <a:xfrm>
            <a:off x="9581351" y="493481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+</a:t>
            </a:r>
          </a:p>
        </p:txBody>
      </p:sp>
      <p:sp>
        <p:nvSpPr>
          <p:cNvPr id="62" name="Cloud 61">
            <a:extLst>
              <a:ext uri="{FF2B5EF4-FFF2-40B4-BE49-F238E27FC236}">
                <a16:creationId xmlns:a16="http://schemas.microsoft.com/office/drawing/2014/main" id="{B918C5B6-C875-83BA-8079-F43B29F6721D}"/>
              </a:ext>
            </a:extLst>
          </p:cNvPr>
          <p:cNvSpPr/>
          <p:nvPr/>
        </p:nvSpPr>
        <p:spPr>
          <a:xfrm>
            <a:off x="9841534" y="5037561"/>
            <a:ext cx="198120" cy="163830"/>
          </a:xfrm>
          <a:prstGeom prst="cloud">
            <a:avLst/>
          </a:prstGeom>
          <a:solidFill>
            <a:srgbClr val="FFD966"/>
          </a:solidFill>
          <a:ln w="63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861F982C-1FFF-8E1E-75E4-52E93D413361}"/>
              </a:ext>
            </a:extLst>
          </p:cNvPr>
          <p:cNvSpPr/>
          <p:nvPr/>
        </p:nvSpPr>
        <p:spPr>
          <a:xfrm>
            <a:off x="10643332" y="4987417"/>
            <a:ext cx="730354" cy="264118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solidFill>
              <a:schemeClr val="tx2">
                <a:lumMod val="75000"/>
                <a:alpha val="69804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3166823D-5934-E65C-97A9-5738B9116595}"/>
              </a:ext>
            </a:extLst>
          </p:cNvPr>
          <p:cNvSpPr txBox="1"/>
          <p:nvPr/>
        </p:nvSpPr>
        <p:spPr>
          <a:xfrm>
            <a:off x="10607901" y="4992518"/>
            <a:ext cx="801216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dirty="0">
                <a:latin typeface="Cambria" panose="02040503050406030204" pitchFamily="18" charset="0"/>
                <a:ea typeface="Cambria" panose="02040503050406030204" pitchFamily="18" charset="0"/>
              </a:rPr>
              <a:t>2.90-3.40</a:t>
            </a:r>
          </a:p>
        </p:txBody>
      </p: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B938867-15C1-D3A8-60F3-B5BCF1C3ED82}"/>
              </a:ext>
            </a:extLst>
          </p:cNvPr>
          <p:cNvCxnSpPr>
            <a:cxnSpLocks/>
          </p:cNvCxnSpPr>
          <p:nvPr/>
        </p:nvCxnSpPr>
        <p:spPr>
          <a:xfrm>
            <a:off x="10214993" y="5119476"/>
            <a:ext cx="371632" cy="0"/>
          </a:xfrm>
          <a:prstGeom prst="straightConnector1">
            <a:avLst/>
          </a:prstGeom>
          <a:ln w="38100"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ED57D5A6-5D6B-170F-BB09-A3F9B1470B03}"/>
              </a:ext>
            </a:extLst>
          </p:cNvPr>
          <p:cNvGraphicFramePr>
            <a:graphicFrameLocks noGrp="1"/>
          </p:cNvGraphicFramePr>
          <p:nvPr/>
        </p:nvGraphicFramePr>
        <p:xfrm>
          <a:off x="8545028" y="4982316"/>
          <a:ext cx="930776" cy="2743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6347">
                  <a:extLst>
                    <a:ext uri="{9D8B030D-6E8A-4147-A177-3AD203B41FA5}">
                      <a16:colId xmlns:a16="http://schemas.microsoft.com/office/drawing/2014/main" val="2628322234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780877997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94991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12125991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403466052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562347433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1385866380"/>
                    </a:ext>
                  </a:extLst>
                </a:gridCol>
                <a:gridCol w="116347">
                  <a:extLst>
                    <a:ext uri="{9D8B030D-6E8A-4147-A177-3AD203B41FA5}">
                      <a16:colId xmlns:a16="http://schemas.microsoft.com/office/drawing/2014/main" val="4137107720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6717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0426529"/>
                  </a:ext>
                </a:extLst>
              </a:tr>
            </a:tbl>
          </a:graphicData>
        </a:graphic>
      </p:graphicFrame>
      <p:cxnSp>
        <p:nvCxnSpPr>
          <p:cNvPr id="74" name="Connector: Elbow 73">
            <a:extLst>
              <a:ext uri="{FF2B5EF4-FFF2-40B4-BE49-F238E27FC236}">
                <a16:creationId xmlns:a16="http://schemas.microsoft.com/office/drawing/2014/main" id="{1E037711-78D7-A8BB-115B-E14515115083}"/>
              </a:ext>
            </a:extLst>
          </p:cNvPr>
          <p:cNvCxnSpPr>
            <a:cxnSpLocks/>
            <a:endCxn id="81" idx="2"/>
          </p:cNvCxnSpPr>
          <p:nvPr/>
        </p:nvCxnSpPr>
        <p:spPr>
          <a:xfrm>
            <a:off x="6256020" y="4583430"/>
            <a:ext cx="804863" cy="2554"/>
          </a:xfrm>
          <a:prstGeom prst="bentConnector4">
            <a:avLst>
              <a:gd name="adj1" fmla="val -118"/>
              <a:gd name="adj2" fmla="val 3978622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Rectangle 80">
            <a:extLst>
              <a:ext uri="{FF2B5EF4-FFF2-40B4-BE49-F238E27FC236}">
                <a16:creationId xmlns:a16="http://schemas.microsoft.com/office/drawing/2014/main" id="{6166679A-6EAC-91D5-3BA0-152D67AD68CF}"/>
              </a:ext>
            </a:extLst>
          </p:cNvPr>
          <p:cNvSpPr/>
          <p:nvPr/>
        </p:nvSpPr>
        <p:spPr>
          <a:xfrm>
            <a:off x="7004685" y="431166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459AC502-5ACD-E0E0-B466-DBEB640CA86C}"/>
              </a:ext>
            </a:extLst>
          </p:cNvPr>
          <p:cNvSpPr/>
          <p:nvPr/>
        </p:nvSpPr>
        <p:spPr>
          <a:xfrm>
            <a:off x="6886575" y="492888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7263BC5-A76E-D766-C988-AD9940F29D3C}"/>
              </a:ext>
            </a:extLst>
          </p:cNvPr>
          <p:cNvSpPr/>
          <p:nvPr/>
        </p:nvSpPr>
        <p:spPr>
          <a:xfrm>
            <a:off x="7000875" y="492888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9289A0F7-AE9D-B319-2EBB-9EDC81BEC127}"/>
              </a:ext>
            </a:extLst>
          </p:cNvPr>
          <p:cNvSpPr/>
          <p:nvPr/>
        </p:nvSpPr>
        <p:spPr>
          <a:xfrm>
            <a:off x="7587615" y="4930789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2" name="Straight Connector 311">
            <a:extLst>
              <a:ext uri="{FF2B5EF4-FFF2-40B4-BE49-F238E27FC236}">
                <a16:creationId xmlns:a16="http://schemas.microsoft.com/office/drawing/2014/main" id="{20AEF2C6-94B9-1B87-8F7B-1E36A9515407}"/>
              </a:ext>
            </a:extLst>
          </p:cNvPr>
          <p:cNvCxnSpPr>
            <a:cxnSpLocks/>
          </p:cNvCxnSpPr>
          <p:nvPr/>
        </p:nvCxnSpPr>
        <p:spPr>
          <a:xfrm>
            <a:off x="6196540" y="5143861"/>
            <a:ext cx="0" cy="5034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Straight Connector 299">
            <a:extLst>
              <a:ext uri="{FF2B5EF4-FFF2-40B4-BE49-F238E27FC236}">
                <a16:creationId xmlns:a16="http://schemas.microsoft.com/office/drawing/2014/main" id="{F8033E3A-F568-E681-8B0F-05B0F6C80B3E}"/>
              </a:ext>
            </a:extLst>
          </p:cNvPr>
          <p:cNvCxnSpPr>
            <a:cxnSpLocks/>
          </p:cNvCxnSpPr>
          <p:nvPr/>
        </p:nvCxnSpPr>
        <p:spPr>
          <a:xfrm>
            <a:off x="6254340" y="5055663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Straight Connector 300">
            <a:extLst>
              <a:ext uri="{FF2B5EF4-FFF2-40B4-BE49-F238E27FC236}">
                <a16:creationId xmlns:a16="http://schemas.microsoft.com/office/drawing/2014/main" id="{C6EB44DA-1FA6-E924-5829-170AFC0DF4ED}"/>
              </a:ext>
            </a:extLst>
          </p:cNvPr>
          <p:cNvCxnSpPr>
            <a:cxnSpLocks/>
          </p:cNvCxnSpPr>
          <p:nvPr/>
        </p:nvCxnSpPr>
        <p:spPr>
          <a:xfrm>
            <a:off x="6323555" y="4943175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Straight Connector 316">
            <a:extLst>
              <a:ext uri="{FF2B5EF4-FFF2-40B4-BE49-F238E27FC236}">
                <a16:creationId xmlns:a16="http://schemas.microsoft.com/office/drawing/2014/main" id="{DF7411D3-7727-FA38-FBA9-302C168C7CB5}"/>
              </a:ext>
            </a:extLst>
          </p:cNvPr>
          <p:cNvCxnSpPr>
            <a:cxnSpLocks/>
          </p:cNvCxnSpPr>
          <p:nvPr/>
        </p:nvCxnSpPr>
        <p:spPr>
          <a:xfrm>
            <a:off x="6254974" y="4440586"/>
            <a:ext cx="0" cy="139731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Straight Connector 317">
            <a:extLst>
              <a:ext uri="{FF2B5EF4-FFF2-40B4-BE49-F238E27FC236}">
                <a16:creationId xmlns:a16="http://schemas.microsoft.com/office/drawing/2014/main" id="{E321D0F8-CC15-D700-9EDE-D559F1AA8F2C}"/>
              </a:ext>
            </a:extLst>
          </p:cNvPr>
          <p:cNvCxnSpPr>
            <a:cxnSpLocks/>
          </p:cNvCxnSpPr>
          <p:nvPr/>
        </p:nvCxnSpPr>
        <p:spPr>
          <a:xfrm>
            <a:off x="6323555" y="4328098"/>
            <a:ext cx="0" cy="252219"/>
          </a:xfrm>
          <a:prstGeom prst="line">
            <a:avLst/>
          </a:prstGeom>
          <a:ln w="28575"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: Elbow 153">
            <a:extLst>
              <a:ext uri="{FF2B5EF4-FFF2-40B4-BE49-F238E27FC236}">
                <a16:creationId xmlns:a16="http://schemas.microsoft.com/office/drawing/2014/main" id="{CB6062D4-C0E4-4B1B-0FC3-E4A65D2D5E38}"/>
              </a:ext>
            </a:extLst>
          </p:cNvPr>
          <p:cNvCxnSpPr>
            <a:cxnSpLocks/>
            <a:endCxn id="82" idx="2"/>
          </p:cNvCxnSpPr>
          <p:nvPr/>
        </p:nvCxnSpPr>
        <p:spPr>
          <a:xfrm>
            <a:off x="6322695" y="4585335"/>
            <a:ext cx="1319213" cy="649"/>
          </a:xfrm>
          <a:prstGeom prst="bentConnector4">
            <a:avLst>
              <a:gd name="adj1" fmla="val -72"/>
              <a:gd name="adj2" fmla="val 24756394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>
            <a:extLst>
              <a:ext uri="{FF2B5EF4-FFF2-40B4-BE49-F238E27FC236}">
                <a16:creationId xmlns:a16="http://schemas.microsoft.com/office/drawing/2014/main" id="{E2D8BF53-5C4D-6FD1-05A2-A5DC4EA4ABB8}"/>
              </a:ext>
            </a:extLst>
          </p:cNvPr>
          <p:cNvSpPr/>
          <p:nvPr/>
        </p:nvSpPr>
        <p:spPr>
          <a:xfrm>
            <a:off x="7585710" y="4311664"/>
            <a:ext cx="112395" cy="274320"/>
          </a:xfrm>
          <a:prstGeom prst="rect">
            <a:avLst/>
          </a:prstGeom>
          <a:noFill/>
          <a:ln>
            <a:solidFill>
              <a:srgbClr val="000000">
                <a:alpha val="1961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9" name="Connector: Elbow 178">
            <a:extLst>
              <a:ext uri="{FF2B5EF4-FFF2-40B4-BE49-F238E27FC236}">
                <a16:creationId xmlns:a16="http://schemas.microsoft.com/office/drawing/2014/main" id="{3B1B466A-507D-BBD2-1999-4CE65114AF2D}"/>
              </a:ext>
            </a:extLst>
          </p:cNvPr>
          <p:cNvCxnSpPr>
            <a:cxnSpLocks/>
            <a:endCxn id="83" idx="2"/>
          </p:cNvCxnSpPr>
          <p:nvPr/>
        </p:nvCxnSpPr>
        <p:spPr>
          <a:xfrm>
            <a:off x="6198870" y="5200650"/>
            <a:ext cx="743903" cy="2554"/>
          </a:xfrm>
          <a:prstGeom prst="bentConnector4">
            <a:avLst>
              <a:gd name="adj1" fmla="val -384"/>
              <a:gd name="adj2" fmla="val 3531088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: Elbow 183">
            <a:extLst>
              <a:ext uri="{FF2B5EF4-FFF2-40B4-BE49-F238E27FC236}">
                <a16:creationId xmlns:a16="http://schemas.microsoft.com/office/drawing/2014/main" id="{9A62FB18-4EFF-B834-3F99-284164269EB5}"/>
              </a:ext>
            </a:extLst>
          </p:cNvPr>
          <p:cNvCxnSpPr>
            <a:cxnSpLocks/>
            <a:endCxn id="84" idx="2"/>
          </p:cNvCxnSpPr>
          <p:nvPr/>
        </p:nvCxnSpPr>
        <p:spPr>
          <a:xfrm>
            <a:off x="6256020" y="5200650"/>
            <a:ext cx="801053" cy="2554"/>
          </a:xfrm>
          <a:prstGeom prst="bentConnector4">
            <a:avLst>
              <a:gd name="adj1" fmla="val -595"/>
              <a:gd name="adj2" fmla="val 5246633"/>
            </a:avLst>
          </a:prstGeom>
          <a:ln w="15875">
            <a:solidFill>
              <a:srgbClr val="767171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: Elbow 221">
            <a:extLst>
              <a:ext uri="{FF2B5EF4-FFF2-40B4-BE49-F238E27FC236}">
                <a16:creationId xmlns:a16="http://schemas.microsoft.com/office/drawing/2014/main" id="{25024A04-6EA5-8D06-084B-33DE02078DF8}"/>
              </a:ext>
            </a:extLst>
          </p:cNvPr>
          <p:cNvCxnSpPr>
            <a:cxnSpLocks/>
            <a:endCxn id="85" idx="2"/>
          </p:cNvCxnSpPr>
          <p:nvPr/>
        </p:nvCxnSpPr>
        <p:spPr>
          <a:xfrm>
            <a:off x="6324600" y="5202190"/>
            <a:ext cx="1319213" cy="2919"/>
          </a:xfrm>
          <a:prstGeom prst="bentConnector4">
            <a:avLst>
              <a:gd name="adj1" fmla="val 217"/>
              <a:gd name="adj2" fmla="val 6169373"/>
            </a:avLst>
          </a:prstGeom>
          <a:ln w="15875">
            <a:solidFill>
              <a:srgbClr val="A6A6A6"/>
            </a:solidFill>
            <a:prstDash val="sysDash"/>
            <a:headEnd type="none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Straight Connector 318">
            <a:extLst>
              <a:ext uri="{FF2B5EF4-FFF2-40B4-BE49-F238E27FC236}">
                <a16:creationId xmlns:a16="http://schemas.microsoft.com/office/drawing/2014/main" id="{1E8EAD9F-6E3F-1027-6206-943DD15C225C}"/>
              </a:ext>
            </a:extLst>
          </p:cNvPr>
          <p:cNvCxnSpPr>
            <a:cxnSpLocks/>
          </p:cNvCxnSpPr>
          <p:nvPr/>
        </p:nvCxnSpPr>
        <p:spPr>
          <a:xfrm>
            <a:off x="6047331" y="4590006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2" name="Straight Connector 301">
            <a:extLst>
              <a:ext uri="{FF2B5EF4-FFF2-40B4-BE49-F238E27FC236}">
                <a16:creationId xmlns:a16="http://schemas.microsoft.com/office/drawing/2014/main" id="{3F91C610-0E86-723A-B1C3-5824F0AFF501}"/>
              </a:ext>
            </a:extLst>
          </p:cNvPr>
          <p:cNvCxnSpPr>
            <a:cxnSpLocks/>
          </p:cNvCxnSpPr>
          <p:nvPr/>
        </p:nvCxnSpPr>
        <p:spPr>
          <a:xfrm>
            <a:off x="6047331" y="5205083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Connector 217">
            <a:extLst>
              <a:ext uri="{FF2B5EF4-FFF2-40B4-BE49-F238E27FC236}">
                <a16:creationId xmlns:a16="http://schemas.microsoft.com/office/drawing/2014/main" id="{AD5D4E60-4ABB-65D0-E49B-E20DF31552BB}"/>
              </a:ext>
            </a:extLst>
          </p:cNvPr>
          <p:cNvCxnSpPr>
            <a:cxnSpLocks/>
          </p:cNvCxnSpPr>
          <p:nvPr/>
        </p:nvCxnSpPr>
        <p:spPr>
          <a:xfrm>
            <a:off x="7011436" y="2758668"/>
            <a:ext cx="515427" cy="0"/>
          </a:xfrm>
          <a:prstGeom prst="line">
            <a:avLst/>
          </a:prstGeom>
          <a:ln w="28575">
            <a:solidFill>
              <a:srgbClr val="333F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977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1008</TotalTime>
  <Words>648</Words>
  <Application>Microsoft Office PowerPoint</Application>
  <PresentationFormat>Widescreen</PresentationFormat>
  <Paragraphs>401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Cambria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Alex Nikolopoulos</dc:creator>
  <cp:lastModifiedBy>alex nikolopoulos</cp:lastModifiedBy>
  <cp:revision>20</cp:revision>
  <dcterms:created xsi:type="dcterms:W3CDTF">2024-03-03T20:53:48Z</dcterms:created>
  <dcterms:modified xsi:type="dcterms:W3CDTF">2025-01-31T15:59:08Z</dcterms:modified>
</cp:coreProperties>
</file>