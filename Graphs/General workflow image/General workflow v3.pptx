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C5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1536EE-F862-C41A-18E6-6905556C2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A739-25C2-618F-A37B-D8DC1CB82C02}"/>
              </a:ext>
            </a:extLst>
          </p:cNvPr>
          <p:cNvSpPr txBox="1"/>
          <p:nvPr/>
        </p:nvSpPr>
        <p:spPr>
          <a:xfrm>
            <a:off x="205269" y="154064"/>
            <a:ext cx="473889" cy="5687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1361-A44D-7CCB-380D-6480B8746E15}"/>
              </a:ext>
            </a:extLst>
          </p:cNvPr>
          <p:cNvSpPr/>
          <p:nvPr/>
        </p:nvSpPr>
        <p:spPr>
          <a:xfrm>
            <a:off x="1956650" y="1161028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ECB69-006B-A98F-CCF3-680803DE8108}"/>
              </a:ext>
            </a:extLst>
          </p:cNvPr>
          <p:cNvSpPr txBox="1"/>
          <p:nvPr/>
        </p:nvSpPr>
        <p:spPr>
          <a:xfrm>
            <a:off x="5878134" y="156595"/>
            <a:ext cx="461474" cy="5637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21094-971B-69A7-C7F5-16BE07BD041E}"/>
              </a:ext>
            </a:extLst>
          </p:cNvPr>
          <p:cNvSpPr/>
          <p:nvPr/>
        </p:nvSpPr>
        <p:spPr>
          <a:xfrm>
            <a:off x="1956650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1DFFC-91FC-1DA0-D67B-32BB032268BB}"/>
              </a:ext>
            </a:extLst>
          </p:cNvPr>
          <p:cNvSpPr/>
          <p:nvPr/>
        </p:nvSpPr>
        <p:spPr>
          <a:xfrm>
            <a:off x="3139352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67867-044D-B8ED-D4F0-A5EE390ABE51}"/>
              </a:ext>
            </a:extLst>
          </p:cNvPr>
          <p:cNvSpPr/>
          <p:nvPr/>
        </p:nvSpPr>
        <p:spPr>
          <a:xfrm>
            <a:off x="4322054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5A528-477D-5C22-5A61-BEB5A99BC0D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2460650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4F426-332A-4A32-DC1E-CF9E3B09FC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3643352" y="1630728"/>
            <a:ext cx="0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88485-0108-9748-B036-86F4286F5F1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643352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C3FC3-28F0-FFFE-B277-51FB2C8B6D52}"/>
              </a:ext>
            </a:extLst>
          </p:cNvPr>
          <p:cNvSpPr/>
          <p:nvPr/>
        </p:nvSpPr>
        <p:spPr>
          <a:xfrm>
            <a:off x="1956650" y="290185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</a:t>
            </a:r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calculation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7EADAF-0442-7FAB-DD7E-22C6FFB98A6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60650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E162E0-3A24-E7A6-8884-C17A039D1A4A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643352" y="257478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63200A-E938-52F0-F866-A50721854B5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826054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1A041-CAA5-FD40-3C5D-755A1D0CFD60}"/>
              </a:ext>
            </a:extLst>
          </p:cNvPr>
          <p:cNvSpPr/>
          <p:nvPr/>
        </p:nvSpPr>
        <p:spPr>
          <a:xfrm>
            <a:off x="1956650" y="369614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E913A9-31F7-707C-2E02-3258A5BC1C07}"/>
              </a:ext>
            </a:extLst>
          </p:cNvPr>
          <p:cNvCxnSpPr>
            <a:cxnSpLocks/>
          </p:cNvCxnSpPr>
          <p:nvPr/>
        </p:nvCxnSpPr>
        <p:spPr>
          <a:xfrm>
            <a:off x="2442650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FB69B5-9134-1A81-5CE2-6777FEEF090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643352" y="3371555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1B5951-CE11-C1F3-51F5-84EC16613B84}"/>
              </a:ext>
            </a:extLst>
          </p:cNvPr>
          <p:cNvCxnSpPr>
            <a:cxnSpLocks/>
          </p:cNvCxnSpPr>
          <p:nvPr/>
        </p:nvCxnSpPr>
        <p:spPr>
          <a:xfrm>
            <a:off x="4808054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7E76003-CD37-83A9-873A-A4D283A1A4D0}"/>
              </a:ext>
            </a:extLst>
          </p:cNvPr>
          <p:cNvSpPr/>
          <p:nvPr/>
        </p:nvSpPr>
        <p:spPr>
          <a:xfrm>
            <a:off x="195659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710A11-39BC-58C9-7C0F-697F5075BD54}"/>
              </a:ext>
            </a:extLst>
          </p:cNvPr>
          <p:cNvSpPr/>
          <p:nvPr/>
        </p:nvSpPr>
        <p:spPr>
          <a:xfrm>
            <a:off x="313932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B88BC2-A17F-1C9A-874A-A193E122EC80}"/>
              </a:ext>
            </a:extLst>
          </p:cNvPr>
          <p:cNvSpPr/>
          <p:nvPr/>
        </p:nvSpPr>
        <p:spPr>
          <a:xfrm>
            <a:off x="4322054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C835211-54C6-FED6-90EC-CD9385A892FF}"/>
              </a:ext>
            </a:extLst>
          </p:cNvPr>
          <p:cNvCxnSpPr>
            <a:cxnSpLocks/>
          </p:cNvCxnSpPr>
          <p:nvPr/>
        </p:nvCxnSpPr>
        <p:spPr>
          <a:xfrm>
            <a:off x="2460650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6E879F-7D33-DBA3-334E-5DDE87897C51}"/>
              </a:ext>
            </a:extLst>
          </p:cNvPr>
          <p:cNvCxnSpPr>
            <a:cxnSpLocks/>
          </p:cNvCxnSpPr>
          <p:nvPr/>
        </p:nvCxnSpPr>
        <p:spPr>
          <a:xfrm>
            <a:off x="3643352" y="416584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638A4E-B33C-3557-3D01-DB83626ECCE2}"/>
              </a:ext>
            </a:extLst>
          </p:cNvPr>
          <p:cNvCxnSpPr>
            <a:cxnSpLocks/>
          </p:cNvCxnSpPr>
          <p:nvPr/>
        </p:nvCxnSpPr>
        <p:spPr>
          <a:xfrm>
            <a:off x="4826054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90E2253-66BA-7651-27A1-0790872D988C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CE7B603-CECF-702A-5428-51F20C6F6EEB}"/>
              </a:ext>
            </a:extLst>
          </p:cNvPr>
          <p:cNvSpPr/>
          <p:nvPr/>
        </p:nvSpPr>
        <p:spPr>
          <a:xfrm>
            <a:off x="302914" y="3660995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B0EBA8D-C366-B203-8CB4-27E862133EE2}"/>
              </a:ext>
            </a:extLst>
          </p:cNvPr>
          <p:cNvCxnSpPr>
            <a:cxnSpLocks/>
          </p:cNvCxnSpPr>
          <p:nvPr/>
        </p:nvCxnSpPr>
        <p:spPr>
          <a:xfrm flipH="1">
            <a:off x="1655686" y="3787474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EE8EBE-017C-B05C-2F97-E663D803BDF4}"/>
              </a:ext>
            </a:extLst>
          </p:cNvPr>
          <p:cNvCxnSpPr>
            <a:cxnSpLocks/>
          </p:cNvCxnSpPr>
          <p:nvPr/>
        </p:nvCxnSpPr>
        <p:spPr>
          <a:xfrm>
            <a:off x="1686062" y="4049602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A0C12B4-1517-06EE-EA21-729A1528ECEC}"/>
              </a:ext>
            </a:extLst>
          </p:cNvPr>
          <p:cNvSpPr/>
          <p:nvPr/>
        </p:nvSpPr>
        <p:spPr>
          <a:xfrm>
            <a:off x="10191197" y="178313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2112EC9-D0D0-BC20-FCF0-B62A66BB07C8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BA1A2A7-D209-B642-11D9-3CB6F4167420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EC48795-1ED5-AFB0-78AF-D1AFA1CB63DF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0D13D8B-B7FC-8EDF-C61D-D6222E558441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17FFDAC-242D-A491-DC89-34915EA63C0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6DC2D4-A5C7-40D9-BB4C-0712D87C05B5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6618D3-3B77-D945-5206-44141F14A3E2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11348D2-0B35-1DFE-62E3-1877DCDDF80A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F9DA76-5756-5433-A206-3572A4AC6C38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25C706-43E0-7FDD-046E-F36FB68CFC14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F75D14B-91A8-F27A-4AED-0D5FED102F85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4C8A6B7-A13D-9776-D366-62425471E319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7F33560-80AE-5515-3DC0-FDD7E9AC3553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F9CC536-F94F-0579-4244-047D58992F54}"/>
              </a:ext>
            </a:extLst>
          </p:cNvPr>
          <p:cNvGrpSpPr/>
          <p:nvPr/>
        </p:nvGrpSpPr>
        <p:grpSpPr>
          <a:xfrm>
            <a:off x="9785242" y="1179432"/>
            <a:ext cx="2114031" cy="1966120"/>
            <a:chOff x="9831895" y="1599320"/>
            <a:chExt cx="2114031" cy="196612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047C3E4-0A20-5A19-5837-C03C0E439290}"/>
                </a:ext>
              </a:extLst>
            </p:cNvPr>
            <p:cNvSpPr/>
            <p:nvPr/>
          </p:nvSpPr>
          <p:spPr>
            <a:xfrm>
              <a:off x="9891516" y="1599320"/>
              <a:ext cx="2005151" cy="19280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9BA099A-E259-6A81-2E96-5975638AEC47}"/>
                </a:ext>
              </a:extLst>
            </p:cNvPr>
            <p:cNvSpPr txBox="1"/>
            <p:nvPr/>
          </p:nvSpPr>
          <p:spPr>
            <a:xfrm>
              <a:off x="9831895" y="1601565"/>
              <a:ext cx="113354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Conversion to CNL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0CAC9B7-03F1-7D7C-422A-5B259B057621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256" y="2187245"/>
              <a:ext cx="13307" cy="10664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B327003-D0BA-7992-B6D1-010CDD510D2D}"/>
                </a:ext>
              </a:extLst>
            </p:cNvPr>
            <p:cNvCxnSpPr>
              <a:cxnSpLocks/>
            </p:cNvCxnSpPr>
            <p:nvPr/>
          </p:nvCxnSpPr>
          <p:spPr>
            <a:xfrm>
              <a:off x="11481639" y="2194865"/>
              <a:ext cx="0" cy="1017501"/>
            </a:xfrm>
            <a:prstGeom prst="line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190A6E1-F91E-439E-4184-0EB6EBD9E29A}"/>
                </a:ext>
              </a:extLst>
            </p:cNvPr>
            <p:cNvCxnSpPr>
              <a:cxnSpLocks/>
            </p:cNvCxnSpPr>
            <p:nvPr/>
          </p:nvCxnSpPr>
          <p:spPr>
            <a:xfrm>
              <a:off x="10869619" y="2880042"/>
              <a:ext cx="0" cy="355337"/>
            </a:xfrm>
            <a:prstGeom prst="line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69EABEA-7324-CD87-5D06-0C715A3A1DBA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835" y="2407379"/>
              <a:ext cx="0" cy="828000"/>
            </a:xfrm>
            <a:prstGeom prst="line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D3CF520-A18E-DDC2-EFEB-7DD7667E59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67641" y="3246040"/>
              <a:ext cx="175506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9859A72D-03A5-B967-2649-2B7FC6180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1364" y="2484643"/>
              <a:ext cx="928146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6ED0ABE-1DEB-71E9-E58C-0BFB693EC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4550" y="2942875"/>
              <a:ext cx="494960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D72F958-9675-6DFD-3E8C-3BDB09EFE58E}"/>
                </a:ext>
              </a:extLst>
            </p:cNvPr>
            <p:cNvSpPr txBox="1"/>
            <p:nvPr/>
          </p:nvSpPr>
          <p:spPr>
            <a:xfrm>
              <a:off x="10529021" y="3226886"/>
              <a:ext cx="538930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m/z</a:t>
              </a:r>
              <a:endParaRPr lang="en-US" sz="16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E8A0478-813C-7534-11C1-AF46829FB7FA}"/>
                </a:ext>
              </a:extLst>
            </p:cNvPr>
            <p:cNvSpPr txBox="1"/>
            <p:nvPr/>
          </p:nvSpPr>
          <p:spPr>
            <a:xfrm>
              <a:off x="10633025" y="2180676"/>
              <a:ext cx="60305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CNL</a:t>
              </a:r>
              <a:r>
                <a:rPr lang="en-US" sz="1400" b="1" baseline="-25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  <a:endParaRPr lang="en-US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C58123D-F02C-F4CF-9B07-23B766E8093E}"/>
                </a:ext>
              </a:extLst>
            </p:cNvPr>
            <p:cNvSpPr txBox="1"/>
            <p:nvPr/>
          </p:nvSpPr>
          <p:spPr>
            <a:xfrm>
              <a:off x="10887158" y="2614765"/>
              <a:ext cx="60305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CNL</a:t>
              </a:r>
              <a:r>
                <a:rPr lang="en-US" sz="1400" b="1" baseline="-25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  <a:endParaRPr lang="en-US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9C95CDA-3768-2C92-28AB-48C1E95C0131}"/>
                </a:ext>
              </a:extLst>
            </p:cNvPr>
            <p:cNvSpPr txBox="1"/>
            <p:nvPr/>
          </p:nvSpPr>
          <p:spPr>
            <a:xfrm>
              <a:off x="11083189" y="1794541"/>
              <a:ext cx="862737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[M+H]</a:t>
              </a:r>
              <a:r>
                <a:rPr lang="en-US" sz="1600" b="1" baseline="30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+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BD3562E-5EB7-F52A-6ACF-153B6E40BA12}"/>
                </a:ext>
              </a:extLst>
            </p:cNvPr>
            <p:cNvSpPr/>
            <p:nvPr/>
          </p:nvSpPr>
          <p:spPr>
            <a:xfrm>
              <a:off x="9892608" y="1602010"/>
              <a:ext cx="1021767" cy="48366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96044D4-1C74-51A5-EE14-2FF897017062}"/>
              </a:ext>
            </a:extLst>
          </p:cNvPr>
          <p:cNvCxnSpPr>
            <a:cxnSpLocks/>
            <a:endCxn id="89" idx="3"/>
          </p:cNvCxnSpPr>
          <p:nvPr/>
        </p:nvCxnSpPr>
        <p:spPr>
          <a:xfrm flipH="1" flipV="1">
            <a:off x="9560835" y="2162492"/>
            <a:ext cx="271842" cy="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36C2ECC-B7F2-A28F-F69B-44162632A25B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AB8004A-B3A1-DC08-6586-9066339C34B4}"/>
              </a:ext>
            </a:extLst>
          </p:cNvPr>
          <p:cNvCxnSpPr>
            <a:cxnSpLocks/>
          </p:cNvCxnSpPr>
          <p:nvPr/>
        </p:nvCxnSpPr>
        <p:spPr>
          <a:xfrm>
            <a:off x="574548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96A0836-5EFC-9967-8D5B-A70AC7F327E6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10941728" y="832477"/>
            <a:ext cx="0" cy="3469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8B39461-35C0-CC94-8367-0AC7188E6FE2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B4123A6-8E45-B00B-992A-F1DE88CA2E78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1C6E861-E374-EB12-6945-B9EC47516496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F4545AC-957E-73E9-D76C-11D56E97199C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912EB0-9997-EEF3-0BDE-44C5B4C70276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8CE82C7-CF60-F5E7-B1BE-CFB6DF121618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B9F75016-42B5-73F4-1611-C5D067A179D4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8276EBA-2D20-FC1D-45C9-514DAF74235F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CBC225B-8616-D7C7-B3E9-279262A2192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E45CD09-696C-7805-EF1D-7B73D55C8B1F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F4BD017-192D-1FBE-D896-9024C09012F9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C76B4CA-EA66-F0FF-AAA2-3EEB22E7C660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ADE3CC2-328C-07E1-1AA5-D175E27E5AA8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3AEFA9F-26B0-FFE9-B5EE-F76D45D4B84D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97C40B8-5667-C22A-EC54-8CA1A3B98D65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72FFECC-4065-EEEC-92B3-08F3AAB922E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B51C242-B074-6B60-A7C9-B7FCB001F7D0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0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6</cp:revision>
  <dcterms:created xsi:type="dcterms:W3CDTF">2024-03-03T20:53:48Z</dcterms:created>
  <dcterms:modified xsi:type="dcterms:W3CDTF">2024-07-25T13:07:57Z</dcterms:modified>
</cp:coreProperties>
</file>