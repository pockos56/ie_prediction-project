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65" r:id="rId2"/>
  </p:sldIdLst>
  <p:sldSz cx="12192000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P model" id="{1B42616A-2B09-4BA8-A4B2-CD3BE1E7681C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81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3838"/>
    <a:srgbClr val="F2BE00"/>
    <a:srgbClr val="333F50"/>
    <a:srgbClr val="BAFDB1"/>
    <a:srgbClr val="86B4E6"/>
    <a:srgbClr val="767171"/>
    <a:srgbClr val="A6A6A6"/>
    <a:srgbClr val="000000"/>
    <a:srgbClr val="FFBC15"/>
    <a:srgbClr val="DEA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72" autoAdjust="0"/>
    <p:restoredTop sz="95172" autoAdjust="0"/>
  </p:normalViewPr>
  <p:slideViewPr>
    <p:cSldViewPr snapToGrid="0">
      <p:cViewPr varScale="1">
        <p:scale>
          <a:sx n="101" d="100"/>
          <a:sy n="101" d="100"/>
        </p:scale>
        <p:origin x="168" y="62"/>
      </p:cViewPr>
      <p:guideLst>
        <p:guide orient="horz" pos="181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253B01-EE6D-4CBE-BDF8-35F5AB9D69BD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3513" y="1143000"/>
            <a:ext cx="6530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82D7BF-320F-4243-B682-510A319824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583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33E52-901C-73DA-5B16-7697F3F3F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F321D0-BE67-38DD-9623-82AE1B591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3513" y="1143000"/>
            <a:ext cx="65309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A625A4-0A6D-21B1-7859-57017ECD01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5E420-C97B-2D87-D5F3-2C40DECBE8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2D7BF-320F-4243-B682-510A3198240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38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42577"/>
            <a:ext cx="9144000" cy="2005142"/>
          </a:xfrm>
        </p:spPr>
        <p:txBody>
          <a:bodyPr anchor="b"/>
          <a:lstStyle>
            <a:lvl1pPr algn="ctr"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025045"/>
            <a:ext cx="9144000" cy="1390533"/>
          </a:xfrm>
        </p:spPr>
        <p:txBody>
          <a:bodyPr/>
          <a:lstStyle>
            <a:lvl1pPr marL="0" indent="0" algn="ctr">
              <a:buNone/>
              <a:defRPr sz="2016"/>
            </a:lvl1pPr>
            <a:lvl2pPr marL="383957" indent="0" algn="ctr">
              <a:buNone/>
              <a:defRPr sz="1680"/>
            </a:lvl2pPr>
            <a:lvl3pPr marL="767913" indent="0" algn="ctr">
              <a:buNone/>
              <a:defRPr sz="1512"/>
            </a:lvl3pPr>
            <a:lvl4pPr marL="1151870" indent="0" algn="ctr">
              <a:buNone/>
              <a:defRPr sz="1344"/>
            </a:lvl4pPr>
            <a:lvl5pPr marL="1535826" indent="0" algn="ctr">
              <a:buNone/>
              <a:defRPr sz="1344"/>
            </a:lvl5pPr>
            <a:lvl6pPr marL="1919783" indent="0" algn="ctr">
              <a:buNone/>
              <a:defRPr sz="1344"/>
            </a:lvl6pPr>
            <a:lvl7pPr marL="2303739" indent="0" algn="ctr">
              <a:buNone/>
              <a:defRPr sz="1344"/>
            </a:lvl7pPr>
            <a:lvl8pPr marL="2687696" indent="0" algn="ctr">
              <a:buNone/>
              <a:defRPr sz="1344"/>
            </a:lvl8pPr>
            <a:lvl9pPr marL="3071652" indent="0" algn="ctr">
              <a:buNone/>
              <a:defRPr sz="134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239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654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435864"/>
            <a:ext cx="10515600" cy="2395771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854300"/>
            <a:ext cx="10515600" cy="1259879"/>
          </a:xfrm>
        </p:spPr>
        <p:txBody>
          <a:bodyPr/>
          <a:lstStyle>
            <a:lvl1pPr marL="0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1pPr>
            <a:lvl2pPr marL="383957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2pPr>
            <a:lvl3pPr marL="76791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3pPr>
            <a:lvl4pPr marL="1151870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4pPr>
            <a:lvl5pPr marL="1535826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5pPr>
            <a:lvl6pPr marL="1919783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6pPr>
            <a:lvl7pPr marL="2303739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7pPr>
            <a:lvl8pPr marL="2687696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8pPr>
            <a:lvl9pPr marL="3071652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474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33187"/>
            <a:ext cx="5181600" cy="3654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33187"/>
            <a:ext cx="5181600" cy="3654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481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06638"/>
            <a:ext cx="10515600" cy="111322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411865"/>
            <a:ext cx="5157787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103799"/>
            <a:ext cx="5157787" cy="309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11865"/>
            <a:ext cx="5183188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103799"/>
            <a:ext cx="5183188" cy="309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908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492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52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83963"/>
            <a:ext cx="3932237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829255"/>
            <a:ext cx="6172200" cy="4092942"/>
          </a:xfrm>
        </p:spPr>
        <p:txBody>
          <a:bodyPr/>
          <a:lstStyle>
            <a:lvl1pPr>
              <a:defRPr sz="2687"/>
            </a:lvl1pPr>
            <a:lvl2pPr>
              <a:defRPr sz="2351"/>
            </a:lvl2pPr>
            <a:lvl3pPr>
              <a:defRPr sz="2016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27835"/>
            <a:ext cx="3932237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041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83963"/>
            <a:ext cx="3932237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829255"/>
            <a:ext cx="6172200" cy="4092942"/>
          </a:xfrm>
        </p:spPr>
        <p:txBody>
          <a:bodyPr anchor="t"/>
          <a:lstStyle>
            <a:lvl1pPr marL="0" indent="0">
              <a:buNone/>
              <a:defRPr sz="2687"/>
            </a:lvl1pPr>
            <a:lvl2pPr marL="383957" indent="0">
              <a:buNone/>
              <a:defRPr sz="2351"/>
            </a:lvl2pPr>
            <a:lvl3pPr marL="767913" indent="0">
              <a:buNone/>
              <a:defRPr sz="2016"/>
            </a:lvl3pPr>
            <a:lvl4pPr marL="1151870" indent="0">
              <a:buNone/>
              <a:defRPr sz="1680"/>
            </a:lvl4pPr>
            <a:lvl5pPr marL="1535826" indent="0">
              <a:buNone/>
              <a:defRPr sz="1680"/>
            </a:lvl5pPr>
            <a:lvl6pPr marL="1919783" indent="0">
              <a:buNone/>
              <a:defRPr sz="1680"/>
            </a:lvl6pPr>
            <a:lvl7pPr marL="2303739" indent="0">
              <a:buNone/>
              <a:defRPr sz="1680"/>
            </a:lvl7pPr>
            <a:lvl8pPr marL="2687696" indent="0">
              <a:buNone/>
              <a:defRPr sz="1680"/>
            </a:lvl8pPr>
            <a:lvl9pPr marL="3071652" indent="0">
              <a:buNone/>
              <a:defRPr sz="16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27835"/>
            <a:ext cx="3932237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230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355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06637"/>
            <a:ext cx="2628900" cy="488086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06637"/>
            <a:ext cx="7734300" cy="488086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806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06638"/>
            <a:ext cx="10515600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33187"/>
            <a:ext cx="10515600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338158"/>
            <a:ext cx="27432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338158"/>
            <a:ext cx="41148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338158"/>
            <a:ext cx="27432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16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67913" rtl="0" eaLnBrk="1" latinLnBrk="0" hangingPunct="1">
        <a:lnSpc>
          <a:spcPct val="90000"/>
        </a:lnSpc>
        <a:spcBef>
          <a:spcPct val="0"/>
        </a:spcBef>
        <a:buNone/>
        <a:defRPr sz="36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1978" indent="-191978" algn="l" defTabSz="767913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1" kern="1200">
          <a:solidFill>
            <a:schemeClr val="tx1"/>
          </a:solidFill>
          <a:latin typeface="+mn-lt"/>
          <a:ea typeface="+mn-ea"/>
          <a:cs typeface="+mn-cs"/>
        </a:defRPr>
      </a:lvl1pPr>
      <a:lvl2pPr marL="57593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2pPr>
      <a:lvl3pPr marL="95989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384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72780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211176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49571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879674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26363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83957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6791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15187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53582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191978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303739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68769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071652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D2370-8D69-BC8A-A908-5AD67F0C7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Arrow: Chevron 57">
            <a:extLst>
              <a:ext uri="{FF2B5EF4-FFF2-40B4-BE49-F238E27FC236}">
                <a16:creationId xmlns:a16="http://schemas.microsoft.com/office/drawing/2014/main" id="{1E79C6DE-CA7D-C064-6F2E-5F1811FC2EC0}"/>
              </a:ext>
            </a:extLst>
          </p:cNvPr>
          <p:cNvSpPr/>
          <p:nvPr/>
        </p:nvSpPr>
        <p:spPr>
          <a:xfrm>
            <a:off x="2" y="1980503"/>
            <a:ext cx="12192000" cy="2303243"/>
          </a:xfrm>
          <a:prstGeom prst="chevron">
            <a:avLst>
              <a:gd name="adj" fmla="val 15003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792A3DF-584A-2F43-5263-143E8FAEA182}"/>
              </a:ext>
            </a:extLst>
          </p:cNvPr>
          <p:cNvSpPr/>
          <p:nvPr/>
        </p:nvSpPr>
        <p:spPr>
          <a:xfrm>
            <a:off x="4546048" y="1514672"/>
            <a:ext cx="3099908" cy="3234900"/>
          </a:xfrm>
          <a:prstGeom prst="roundRect">
            <a:avLst>
              <a:gd name="adj" fmla="val 4189"/>
            </a:avLst>
          </a:prstGeom>
          <a:solidFill>
            <a:srgbClr val="86B4E6"/>
          </a:solidFill>
          <a:ln w="28575">
            <a:solidFill>
              <a:schemeClr val="accent1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C41476-19DF-B989-29E7-2773FBAB4DD7}"/>
              </a:ext>
            </a:extLst>
          </p:cNvPr>
          <p:cNvSpPr txBox="1"/>
          <p:nvPr/>
        </p:nvSpPr>
        <p:spPr>
          <a:xfrm>
            <a:off x="4859651" y="1670111"/>
            <a:ext cx="2472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Fingerprint calculation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AD2313F-1306-C733-7C28-5B4031F837E1}"/>
              </a:ext>
            </a:extLst>
          </p:cNvPr>
          <p:cNvSpPr/>
          <p:nvPr/>
        </p:nvSpPr>
        <p:spPr>
          <a:xfrm>
            <a:off x="507496" y="1044124"/>
            <a:ext cx="3714725" cy="4176000"/>
          </a:xfrm>
          <a:prstGeom prst="roundRect">
            <a:avLst>
              <a:gd name="adj" fmla="val 4189"/>
            </a:avLst>
          </a:prstGeom>
          <a:solidFill>
            <a:srgbClr val="86B4E6"/>
          </a:solidFill>
          <a:ln w="28575">
            <a:solidFill>
              <a:schemeClr val="accent1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6152C44-8C50-E79E-A35F-788040BB92BD}"/>
              </a:ext>
            </a:extLst>
          </p:cNvPr>
          <p:cNvSpPr txBox="1"/>
          <p:nvPr/>
        </p:nvSpPr>
        <p:spPr>
          <a:xfrm>
            <a:off x="1411350" y="4322308"/>
            <a:ext cx="14364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Type of compound (shape)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8437E3A-6AB3-8288-E55C-741BEE44460F}"/>
              </a:ext>
            </a:extLst>
          </p:cNvPr>
          <p:cNvGrpSpPr/>
          <p:nvPr/>
        </p:nvGrpSpPr>
        <p:grpSpPr>
          <a:xfrm>
            <a:off x="2323069" y="2060129"/>
            <a:ext cx="492131" cy="1964667"/>
            <a:chOff x="2469950" y="2131480"/>
            <a:chExt cx="476140" cy="646176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4171976-19B2-1313-F036-10D63A7EDF01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131480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D0E126F-5FF7-F834-6B71-2326E8E98FB8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454568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26CD638-9E9E-F4D8-2586-F27524CB0D98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777656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10225DB7-7EFA-59EB-ABAB-B8E764E5E825}"/>
              </a:ext>
            </a:extLst>
          </p:cNvPr>
          <p:cNvSpPr/>
          <p:nvPr/>
        </p:nvSpPr>
        <p:spPr>
          <a:xfrm>
            <a:off x="687026" y="2150975"/>
            <a:ext cx="1512000" cy="151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494159-C9AF-4A61-C6D0-2AD03DFE54B8}"/>
              </a:ext>
            </a:extLst>
          </p:cNvPr>
          <p:cNvSpPr txBox="1"/>
          <p:nvPr/>
        </p:nvSpPr>
        <p:spPr>
          <a:xfrm>
            <a:off x="1365113" y="1144333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Dataset summary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91843F8C-4A37-DD6B-A2EF-DC8894394C1D}"/>
              </a:ext>
            </a:extLst>
          </p:cNvPr>
          <p:cNvGrpSpPr/>
          <p:nvPr/>
        </p:nvGrpSpPr>
        <p:grpSpPr>
          <a:xfrm>
            <a:off x="2224349" y="1776428"/>
            <a:ext cx="635782" cy="2255115"/>
            <a:chOff x="2552009" y="1611768"/>
            <a:chExt cx="635782" cy="2255115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C4CE352-C709-11C6-63B3-C5C34689BDD9}"/>
                </a:ext>
              </a:extLst>
            </p:cNvPr>
            <p:cNvSpPr txBox="1"/>
            <p:nvPr/>
          </p:nvSpPr>
          <p:spPr>
            <a:xfrm>
              <a:off x="2552009" y="1611768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Min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20DD5B1-8793-5838-A12E-4A35E4F831D4}"/>
                </a:ext>
              </a:extLst>
            </p:cNvPr>
            <p:cNvSpPr txBox="1"/>
            <p:nvPr/>
          </p:nvSpPr>
          <p:spPr>
            <a:xfrm>
              <a:off x="2552009" y="2582217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Mean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3CBD8AF-B969-09BC-79D7-FE0D144C9899}"/>
                </a:ext>
              </a:extLst>
            </p:cNvPr>
            <p:cNvSpPr txBox="1"/>
            <p:nvPr/>
          </p:nvSpPr>
          <p:spPr>
            <a:xfrm>
              <a:off x="2552009" y="3559106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Max</a:t>
              </a:r>
            </a:p>
          </p:txBody>
        </p:sp>
      </p:grpSp>
      <p:sp>
        <p:nvSpPr>
          <p:cNvPr id="9" name="Pentagon 8">
            <a:extLst>
              <a:ext uri="{FF2B5EF4-FFF2-40B4-BE49-F238E27FC236}">
                <a16:creationId xmlns:a16="http://schemas.microsoft.com/office/drawing/2014/main" id="{C1CBE4B1-6E19-D507-4DA6-27216347F7DA}"/>
              </a:ext>
            </a:extLst>
          </p:cNvPr>
          <p:cNvSpPr/>
          <p:nvPr/>
        </p:nvSpPr>
        <p:spPr>
          <a:xfrm>
            <a:off x="893299" y="3047523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entagon 9">
            <a:extLst>
              <a:ext uri="{FF2B5EF4-FFF2-40B4-BE49-F238E27FC236}">
                <a16:creationId xmlns:a16="http://schemas.microsoft.com/office/drawing/2014/main" id="{FC23530E-80F7-D525-8712-64EEB523872A}"/>
              </a:ext>
            </a:extLst>
          </p:cNvPr>
          <p:cNvSpPr/>
          <p:nvPr/>
        </p:nvSpPr>
        <p:spPr>
          <a:xfrm>
            <a:off x="1695670" y="2959027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entagon 10">
            <a:extLst>
              <a:ext uri="{FF2B5EF4-FFF2-40B4-BE49-F238E27FC236}">
                <a16:creationId xmlns:a16="http://schemas.microsoft.com/office/drawing/2014/main" id="{C856354F-F7ED-B88E-F92C-E24A850C0F82}"/>
              </a:ext>
            </a:extLst>
          </p:cNvPr>
          <p:cNvSpPr/>
          <p:nvPr/>
        </p:nvSpPr>
        <p:spPr>
          <a:xfrm>
            <a:off x="1318577" y="3210947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E573D639-27B6-BE64-029E-955FA020517C}"/>
              </a:ext>
            </a:extLst>
          </p:cNvPr>
          <p:cNvSpPr/>
          <p:nvPr/>
        </p:nvSpPr>
        <p:spPr>
          <a:xfrm>
            <a:off x="1714755" y="2520047"/>
            <a:ext cx="350520" cy="307777"/>
          </a:xfrm>
          <a:prstGeom prst="pentagon">
            <a:avLst/>
          </a:prstGeom>
          <a:solidFill>
            <a:srgbClr val="FFD9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Plaque 19">
            <a:extLst>
              <a:ext uri="{FF2B5EF4-FFF2-40B4-BE49-F238E27FC236}">
                <a16:creationId xmlns:a16="http://schemas.microsoft.com/office/drawing/2014/main" id="{F589163E-6999-0D6D-046B-2FF1D2EB2754}"/>
              </a:ext>
            </a:extLst>
          </p:cNvPr>
          <p:cNvSpPr/>
          <p:nvPr/>
        </p:nvSpPr>
        <p:spPr>
          <a:xfrm>
            <a:off x="811064" y="2526437"/>
            <a:ext cx="394642" cy="394642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DA8AFE-C258-75AE-9237-E1F940D74C08}"/>
              </a:ext>
            </a:extLst>
          </p:cNvPr>
          <p:cNvSpPr txBox="1"/>
          <p:nvPr/>
        </p:nvSpPr>
        <p:spPr>
          <a:xfrm>
            <a:off x="1647268" y="2573003"/>
            <a:ext cx="50506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E29041-7B15-D59A-2142-BF055E51E2F1}"/>
              </a:ext>
            </a:extLst>
          </p:cNvPr>
          <p:cNvSpPr txBox="1"/>
          <p:nvPr/>
        </p:nvSpPr>
        <p:spPr>
          <a:xfrm>
            <a:off x="1620097" y="3006897"/>
            <a:ext cx="50506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1.55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47BDF2-3423-CD25-6326-3BC1F4F0B108}"/>
              </a:ext>
            </a:extLst>
          </p:cNvPr>
          <p:cNvSpPr txBox="1"/>
          <p:nvPr/>
        </p:nvSpPr>
        <p:spPr>
          <a:xfrm>
            <a:off x="1244991" y="3246025"/>
            <a:ext cx="50506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1.05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C9FDA1-2245-9F0C-068F-AB2D999E5363}"/>
              </a:ext>
            </a:extLst>
          </p:cNvPr>
          <p:cNvSpPr txBox="1"/>
          <p:nvPr/>
        </p:nvSpPr>
        <p:spPr>
          <a:xfrm>
            <a:off x="813697" y="3086960"/>
            <a:ext cx="50506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1.75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BEB5C1-8C32-D4AC-B74E-694FCAE26C2E}"/>
              </a:ext>
            </a:extLst>
          </p:cNvPr>
          <p:cNvSpPr txBox="1"/>
          <p:nvPr/>
        </p:nvSpPr>
        <p:spPr>
          <a:xfrm>
            <a:off x="764280" y="2593267"/>
            <a:ext cx="50506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</a:t>
            </a:r>
          </a:p>
        </p:txBody>
      </p:sp>
      <p:sp>
        <p:nvSpPr>
          <p:cNvPr id="23" name="Plaque 22">
            <a:extLst>
              <a:ext uri="{FF2B5EF4-FFF2-40B4-BE49-F238E27FC236}">
                <a16:creationId xmlns:a16="http://schemas.microsoft.com/office/drawing/2014/main" id="{B1EE0C09-A401-13EB-C777-B2683230CB51}"/>
              </a:ext>
            </a:extLst>
          </p:cNvPr>
          <p:cNvSpPr/>
          <p:nvPr/>
        </p:nvSpPr>
        <p:spPr>
          <a:xfrm>
            <a:off x="1254846" y="2312622"/>
            <a:ext cx="394642" cy="394642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D8FD53-9B3F-5B36-3FCE-76A8BB582421}"/>
              </a:ext>
            </a:extLst>
          </p:cNvPr>
          <p:cNvSpPr txBox="1"/>
          <p:nvPr/>
        </p:nvSpPr>
        <p:spPr>
          <a:xfrm>
            <a:off x="1208062" y="2379453"/>
            <a:ext cx="50506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3.40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32F57EA-F72B-47D3-C3AC-A3807201AC8F}"/>
              </a:ext>
            </a:extLst>
          </p:cNvPr>
          <p:cNvGrpSpPr/>
          <p:nvPr/>
        </p:nvGrpSpPr>
        <p:grpSpPr>
          <a:xfrm>
            <a:off x="2978805" y="1592937"/>
            <a:ext cx="1080000" cy="924774"/>
            <a:chOff x="3205679" y="1361465"/>
            <a:chExt cx="1080000" cy="924774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29A5197-2761-52AE-A4C2-23226C0DBA19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Pentagon 28">
              <a:extLst>
                <a:ext uri="{FF2B5EF4-FFF2-40B4-BE49-F238E27FC236}">
                  <a16:creationId xmlns:a16="http://schemas.microsoft.com/office/drawing/2014/main" id="{6737ECB6-D0FE-154B-BE01-EF874A8C7823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Pentagon 29">
              <a:extLst>
                <a:ext uri="{FF2B5EF4-FFF2-40B4-BE49-F238E27FC236}">
                  <a16:creationId xmlns:a16="http://schemas.microsoft.com/office/drawing/2014/main" id="{DDFE272B-2E1A-E93A-1D12-6B3D1C4E40CB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Plaque 30">
              <a:extLst>
                <a:ext uri="{FF2B5EF4-FFF2-40B4-BE49-F238E27FC236}">
                  <a16:creationId xmlns:a16="http://schemas.microsoft.com/office/drawing/2014/main" id="{01911FC3-7EBD-B36C-6380-824DDEE19904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A09B0B0-8456-C446-CC3B-83480651B44D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C739BB0-4529-C40F-E211-94B68CA4D59E}"/>
                </a:ext>
              </a:extLst>
            </p:cNvPr>
            <p:cNvSpPr txBox="1"/>
            <p:nvPr/>
          </p:nvSpPr>
          <p:spPr>
            <a:xfrm>
              <a:off x="3669792" y="1905333"/>
              <a:ext cx="50506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1.05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113DCEC-B0BE-A3FD-6A18-9D48A19E54E1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2.90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2C5A374E-2625-EB59-6F50-054C9016EEA3}"/>
              </a:ext>
            </a:extLst>
          </p:cNvPr>
          <p:cNvGrpSpPr/>
          <p:nvPr/>
        </p:nvGrpSpPr>
        <p:grpSpPr>
          <a:xfrm>
            <a:off x="2978805" y="2542994"/>
            <a:ext cx="1080000" cy="924774"/>
            <a:chOff x="3205679" y="1361465"/>
            <a:chExt cx="1080000" cy="924774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08C999EA-2578-5C99-4352-474F691FF6AD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Pentagon 90">
              <a:extLst>
                <a:ext uri="{FF2B5EF4-FFF2-40B4-BE49-F238E27FC236}">
                  <a16:creationId xmlns:a16="http://schemas.microsoft.com/office/drawing/2014/main" id="{D5BB8497-E5B7-C138-80C3-E4BD8FAE3B25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Pentagon 91">
              <a:extLst>
                <a:ext uri="{FF2B5EF4-FFF2-40B4-BE49-F238E27FC236}">
                  <a16:creationId xmlns:a16="http://schemas.microsoft.com/office/drawing/2014/main" id="{A2020473-8180-6E00-C21D-A91463D92865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Plaque 92">
              <a:extLst>
                <a:ext uri="{FF2B5EF4-FFF2-40B4-BE49-F238E27FC236}">
                  <a16:creationId xmlns:a16="http://schemas.microsoft.com/office/drawing/2014/main" id="{357B7296-0AD8-F1E1-9B42-D73AE739974A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CCCF8831-9F25-9DA1-2CA0-2DB83F4C0E5A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7AA08FCA-93CB-77D8-D876-9E1BDFBB46C6}"/>
                </a:ext>
              </a:extLst>
            </p:cNvPr>
            <p:cNvSpPr txBox="1"/>
            <p:nvPr/>
          </p:nvSpPr>
          <p:spPr>
            <a:xfrm>
              <a:off x="3669792" y="1905333"/>
              <a:ext cx="50506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1.45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B4E2503A-DE31-E109-E6FC-78329F83C967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3.15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A6813FC7-528A-9F76-AAFF-518213BA8705}"/>
              </a:ext>
            </a:extLst>
          </p:cNvPr>
          <p:cNvGrpSpPr/>
          <p:nvPr/>
        </p:nvGrpSpPr>
        <p:grpSpPr>
          <a:xfrm>
            <a:off x="2978805" y="3493056"/>
            <a:ext cx="1080000" cy="924774"/>
            <a:chOff x="3205679" y="1361465"/>
            <a:chExt cx="1080000" cy="924774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77B6D442-5894-7E0F-F8F2-2510400338AB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Pentagon 98">
              <a:extLst>
                <a:ext uri="{FF2B5EF4-FFF2-40B4-BE49-F238E27FC236}">
                  <a16:creationId xmlns:a16="http://schemas.microsoft.com/office/drawing/2014/main" id="{7424E0E7-2797-17F6-714D-DCBCF6888200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Pentagon 99">
              <a:extLst>
                <a:ext uri="{FF2B5EF4-FFF2-40B4-BE49-F238E27FC236}">
                  <a16:creationId xmlns:a16="http://schemas.microsoft.com/office/drawing/2014/main" id="{E8371840-A8CF-DEEB-3178-E6DAD68AC15E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Plaque 100">
              <a:extLst>
                <a:ext uri="{FF2B5EF4-FFF2-40B4-BE49-F238E27FC236}">
                  <a16:creationId xmlns:a16="http://schemas.microsoft.com/office/drawing/2014/main" id="{722A78DF-2644-0B1B-F595-4AE5A6566C1D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39B3CEAC-8BCF-F7CC-65A8-9C91F5995EA5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14362AA8-4A16-849A-B5F3-A6741A0A180A}"/>
                </a:ext>
              </a:extLst>
            </p:cNvPr>
            <p:cNvSpPr txBox="1"/>
            <p:nvPr/>
          </p:nvSpPr>
          <p:spPr>
            <a:xfrm>
              <a:off x="3669792" y="1905333"/>
              <a:ext cx="50506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1.75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BAA2D3E4-01F2-2935-FF4B-F1CB364BD609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3.40</a:t>
              </a:r>
            </a:p>
          </p:txBody>
        </p:sp>
      </p:grp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9BC5FD21-CEB8-AB98-AA18-87DE64229B23}"/>
              </a:ext>
            </a:extLst>
          </p:cNvPr>
          <p:cNvSpPr/>
          <p:nvPr/>
        </p:nvSpPr>
        <p:spPr>
          <a:xfrm>
            <a:off x="831431" y="4285292"/>
            <a:ext cx="2035461" cy="8353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Gelijkbenige driehoek 51">
            <a:extLst>
              <a:ext uri="{FF2B5EF4-FFF2-40B4-BE49-F238E27FC236}">
                <a16:creationId xmlns:a16="http://schemas.microsoft.com/office/drawing/2014/main" id="{57E06743-E468-5CCD-962B-F3B7F2163DDE}"/>
              </a:ext>
            </a:extLst>
          </p:cNvPr>
          <p:cNvSpPr/>
          <p:nvPr/>
        </p:nvSpPr>
        <p:spPr>
          <a:xfrm rot="7639531">
            <a:off x="1889592" y="4353757"/>
            <a:ext cx="0" cy="0"/>
          </a:xfrm>
          <a:prstGeom prst="triangle">
            <a:avLst/>
          </a:prstGeom>
          <a:solidFill>
            <a:srgbClr val="849398">
              <a:alpha val="5000"/>
            </a:srgbClr>
          </a:solidFill>
          <a:ln w="36000">
            <a:solidFill>
              <a:srgbClr val="8493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s-ES" dirty="0">
              <a:solidFill>
                <a:srgbClr val="849398"/>
              </a:solidFill>
            </a:endParaRPr>
          </a:p>
        </p:txBody>
      </p:sp>
      <p:sp>
        <p:nvSpPr>
          <p:cNvPr id="136" name="Arc 135">
            <a:extLst>
              <a:ext uri="{FF2B5EF4-FFF2-40B4-BE49-F238E27FC236}">
                <a16:creationId xmlns:a16="http://schemas.microsoft.com/office/drawing/2014/main" id="{BD13D331-EC31-4544-BEB9-E2324C26B2E0}"/>
              </a:ext>
            </a:extLst>
          </p:cNvPr>
          <p:cNvSpPr/>
          <p:nvPr/>
        </p:nvSpPr>
        <p:spPr>
          <a:xfrm rot="18409040">
            <a:off x="1285974" y="4390372"/>
            <a:ext cx="485073" cy="601321"/>
          </a:xfrm>
          <a:prstGeom prst="arc">
            <a:avLst>
              <a:gd name="adj1" fmla="val 16200000"/>
              <a:gd name="adj2" fmla="val 19162302"/>
            </a:avLst>
          </a:prstGeom>
          <a:ln w="12700" cap="rnd">
            <a:solidFill>
              <a:schemeClr val="accent2">
                <a:lumMod val="75000"/>
              </a:schemeClr>
            </a:solidFill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Plaque 1">
            <a:extLst>
              <a:ext uri="{FF2B5EF4-FFF2-40B4-BE49-F238E27FC236}">
                <a16:creationId xmlns:a16="http://schemas.microsoft.com/office/drawing/2014/main" id="{7797555A-CA37-1264-0126-5F7225488411}"/>
              </a:ext>
            </a:extLst>
          </p:cNvPr>
          <p:cNvSpPr/>
          <p:nvPr/>
        </p:nvSpPr>
        <p:spPr>
          <a:xfrm>
            <a:off x="917255" y="4483120"/>
            <a:ext cx="469877" cy="469877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3A3BE3-7D49-BE8E-EF74-06F206BD3816}"/>
              </a:ext>
            </a:extLst>
          </p:cNvPr>
          <p:cNvSpPr txBox="1"/>
          <p:nvPr/>
        </p:nvSpPr>
        <p:spPr>
          <a:xfrm>
            <a:off x="899661" y="4587250"/>
            <a:ext cx="50506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3.40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36A282E3-68E3-385E-0283-8D822C0FCDC6}"/>
              </a:ext>
            </a:extLst>
          </p:cNvPr>
          <p:cNvSpPr/>
          <p:nvPr/>
        </p:nvSpPr>
        <p:spPr>
          <a:xfrm rot="3190960" flipV="1">
            <a:off x="1153233" y="4423901"/>
            <a:ext cx="485073" cy="601321"/>
          </a:xfrm>
          <a:prstGeom prst="arc">
            <a:avLst>
              <a:gd name="adj1" fmla="val 16200000"/>
              <a:gd name="adj2" fmla="val 19162302"/>
            </a:avLst>
          </a:prstGeom>
          <a:ln w="12700" cap="rnd">
            <a:solidFill>
              <a:schemeClr val="accent2">
                <a:lumMod val="75000"/>
              </a:schemeClr>
            </a:solidFill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D1A9EE0-C67D-C8CE-B4A1-6C2A95451B5B}"/>
              </a:ext>
            </a:extLst>
          </p:cNvPr>
          <p:cNvCxnSpPr>
            <a:cxnSpLocks/>
          </p:cNvCxnSpPr>
          <p:nvPr/>
        </p:nvCxnSpPr>
        <p:spPr>
          <a:xfrm flipV="1">
            <a:off x="1310072" y="4717104"/>
            <a:ext cx="279554" cy="315"/>
          </a:xfrm>
          <a:prstGeom prst="straightConnector1">
            <a:avLst/>
          </a:prstGeom>
          <a:ln w="12700" cap="rnd">
            <a:solidFill>
              <a:schemeClr val="accent2">
                <a:lumMod val="75000"/>
              </a:schemeClr>
            </a:solidFill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55C45F9-E686-C5AD-7635-630853153125}"/>
              </a:ext>
            </a:extLst>
          </p:cNvPr>
          <p:cNvSpPr txBox="1"/>
          <p:nvPr/>
        </p:nvSpPr>
        <p:spPr>
          <a:xfrm>
            <a:off x="1501077" y="4609537"/>
            <a:ext cx="11495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Ionization efficiency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BDC357-025E-ADFB-FDA7-5FD38D594BF2}"/>
              </a:ext>
            </a:extLst>
          </p:cNvPr>
          <p:cNvSpPr txBox="1"/>
          <p:nvPr/>
        </p:nvSpPr>
        <p:spPr>
          <a:xfrm>
            <a:off x="1271938" y="4873265"/>
            <a:ext cx="7285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pH (colour)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9443F59-6805-5EC7-2635-37205137C5CB}"/>
              </a:ext>
            </a:extLst>
          </p:cNvPr>
          <p:cNvSpPr/>
          <p:nvPr/>
        </p:nvSpPr>
        <p:spPr>
          <a:xfrm>
            <a:off x="7955729" y="1044124"/>
            <a:ext cx="3626673" cy="4176000"/>
          </a:xfrm>
          <a:prstGeom prst="roundRect">
            <a:avLst>
              <a:gd name="adj" fmla="val 4189"/>
            </a:avLst>
          </a:prstGeom>
          <a:solidFill>
            <a:srgbClr val="86B4E6"/>
          </a:solidFill>
          <a:ln w="28575">
            <a:solidFill>
              <a:schemeClr val="accent1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7368E8-4446-DA60-3E1D-45B4798112C2}"/>
              </a:ext>
            </a:extLst>
          </p:cNvPr>
          <p:cNvSpPr txBox="1"/>
          <p:nvPr/>
        </p:nvSpPr>
        <p:spPr>
          <a:xfrm>
            <a:off x="8769320" y="1113851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Prediction</a:t>
            </a:r>
          </a:p>
        </p:txBody>
      </p:sp>
      <p:sp>
        <p:nvSpPr>
          <p:cNvPr id="40" name="Plaque 39">
            <a:extLst>
              <a:ext uri="{FF2B5EF4-FFF2-40B4-BE49-F238E27FC236}">
                <a16:creationId xmlns:a16="http://schemas.microsoft.com/office/drawing/2014/main" id="{445BCD42-B18B-F1C3-6EEC-8A7DB3FCE4AF}"/>
              </a:ext>
            </a:extLst>
          </p:cNvPr>
          <p:cNvSpPr/>
          <p:nvPr/>
        </p:nvSpPr>
        <p:spPr>
          <a:xfrm>
            <a:off x="4744640" y="3749573"/>
            <a:ext cx="504273" cy="504273"/>
          </a:xfrm>
          <a:prstGeom prst="plaque">
            <a:avLst>
              <a:gd name="adj" fmla="val 4036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A9D05FA8-D7C4-4D60-EFDA-F942C60A1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287117"/>
              </p:ext>
            </p:extLst>
          </p:nvPr>
        </p:nvGraphicFramePr>
        <p:xfrm>
          <a:off x="6347860" y="2581293"/>
          <a:ext cx="1163470" cy="2772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77242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62" name="Pentagon 61">
            <a:extLst>
              <a:ext uri="{FF2B5EF4-FFF2-40B4-BE49-F238E27FC236}">
                <a16:creationId xmlns:a16="http://schemas.microsoft.com/office/drawing/2014/main" id="{5B58B5AF-8BCF-D3CB-8757-8783BB25D26C}"/>
              </a:ext>
            </a:extLst>
          </p:cNvPr>
          <p:cNvSpPr/>
          <p:nvPr/>
        </p:nvSpPr>
        <p:spPr>
          <a:xfrm>
            <a:off x="4744640" y="2492314"/>
            <a:ext cx="504273" cy="504273"/>
          </a:xfrm>
          <a:prstGeom prst="pentagon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C96AD060-B1EE-1FDA-996D-E4D2B7025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6613"/>
              </p:ext>
            </p:extLst>
          </p:nvPr>
        </p:nvGraphicFramePr>
        <p:xfrm>
          <a:off x="6347860" y="3813236"/>
          <a:ext cx="1163470" cy="2772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77242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5" name="Arc 4">
            <a:extLst>
              <a:ext uri="{FF2B5EF4-FFF2-40B4-BE49-F238E27FC236}">
                <a16:creationId xmlns:a16="http://schemas.microsoft.com/office/drawing/2014/main" id="{C656B3AA-D03C-D124-4931-23BBE1056143}"/>
              </a:ext>
            </a:extLst>
          </p:cNvPr>
          <p:cNvSpPr/>
          <p:nvPr/>
        </p:nvSpPr>
        <p:spPr>
          <a:xfrm rot="18582686">
            <a:off x="5169007" y="3654452"/>
            <a:ext cx="545544" cy="500428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2281AA41-88DE-63CF-FAC9-BB7A73458952}"/>
              </a:ext>
            </a:extLst>
          </p:cNvPr>
          <p:cNvSpPr/>
          <p:nvPr/>
        </p:nvSpPr>
        <p:spPr>
          <a:xfrm rot="2839795" flipV="1">
            <a:off x="5887588" y="3804188"/>
            <a:ext cx="545544" cy="500428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3" name="Graphic 66" descr="Checklist with solid fill">
            <a:extLst>
              <a:ext uri="{FF2B5EF4-FFF2-40B4-BE49-F238E27FC236}">
                <a16:creationId xmlns:a16="http://schemas.microsoft.com/office/drawing/2014/main" id="{3B7704B8-42D4-D0D6-5BB2-76744217B757}"/>
              </a:ext>
            </a:extLst>
          </p:cNvPr>
          <p:cNvGrpSpPr/>
          <p:nvPr/>
        </p:nvGrpSpPr>
        <p:grpSpPr>
          <a:xfrm>
            <a:off x="5617241" y="3748411"/>
            <a:ext cx="357729" cy="461585"/>
            <a:chOff x="5736886" y="3017958"/>
            <a:chExt cx="357729" cy="461585"/>
          </a:xfrm>
          <a:solidFill>
            <a:schemeClr val="tx2">
              <a:lumMod val="75000"/>
            </a:schemeClr>
          </a:solidFill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D9082BD-4EE6-88EA-2DAA-EA9C37EC8376}"/>
                </a:ext>
              </a:extLst>
            </p:cNvPr>
            <p:cNvSpPr/>
            <p:nvPr/>
          </p:nvSpPr>
          <p:spPr>
            <a:xfrm>
              <a:off x="5736886" y="3017958"/>
              <a:ext cx="357729" cy="461585"/>
            </a:xfrm>
            <a:custGeom>
              <a:avLst/>
              <a:gdLst>
                <a:gd name="connsiteX0" fmla="*/ 34619 w 357729"/>
                <a:gd name="connsiteY0" fmla="*/ 34619 h 461585"/>
                <a:gd name="connsiteX1" fmla="*/ 323110 w 357729"/>
                <a:gd name="connsiteY1" fmla="*/ 34619 h 461585"/>
                <a:gd name="connsiteX2" fmla="*/ 323110 w 357729"/>
                <a:gd name="connsiteY2" fmla="*/ 426967 h 461585"/>
                <a:gd name="connsiteX3" fmla="*/ 34619 w 357729"/>
                <a:gd name="connsiteY3" fmla="*/ 426967 h 461585"/>
                <a:gd name="connsiteX4" fmla="*/ 34619 w 357729"/>
                <a:gd name="connsiteY4" fmla="*/ 34619 h 461585"/>
                <a:gd name="connsiteX5" fmla="*/ 0 w 357729"/>
                <a:gd name="connsiteY5" fmla="*/ 461586 h 461585"/>
                <a:gd name="connsiteX6" fmla="*/ 357729 w 357729"/>
                <a:gd name="connsiteY6" fmla="*/ 461586 h 461585"/>
                <a:gd name="connsiteX7" fmla="*/ 357729 w 357729"/>
                <a:gd name="connsiteY7" fmla="*/ 0 h 461585"/>
                <a:gd name="connsiteX8" fmla="*/ 0 w 357729"/>
                <a:gd name="connsiteY8" fmla="*/ 0 h 461585"/>
                <a:gd name="connsiteX9" fmla="*/ 0 w 357729"/>
                <a:gd name="connsiteY9" fmla="*/ 461586 h 461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7729" h="461585">
                  <a:moveTo>
                    <a:pt x="34619" y="34619"/>
                  </a:moveTo>
                  <a:lnTo>
                    <a:pt x="323110" y="34619"/>
                  </a:lnTo>
                  <a:lnTo>
                    <a:pt x="323110" y="426967"/>
                  </a:lnTo>
                  <a:lnTo>
                    <a:pt x="34619" y="426967"/>
                  </a:lnTo>
                  <a:lnTo>
                    <a:pt x="34619" y="34619"/>
                  </a:lnTo>
                  <a:close/>
                  <a:moveTo>
                    <a:pt x="0" y="461586"/>
                  </a:moveTo>
                  <a:lnTo>
                    <a:pt x="357729" y="461586"/>
                  </a:lnTo>
                  <a:lnTo>
                    <a:pt x="357729" y="0"/>
                  </a:lnTo>
                  <a:lnTo>
                    <a:pt x="0" y="0"/>
                  </a:lnTo>
                  <a:lnTo>
                    <a:pt x="0" y="461586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ACC0FB8-29AE-FCDD-BC26-D0DC8C2B82C4}"/>
                </a:ext>
              </a:extLst>
            </p:cNvPr>
            <p:cNvSpPr/>
            <p:nvPr/>
          </p:nvSpPr>
          <p:spPr>
            <a:xfrm>
              <a:off x="5927291" y="3104505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6FDE304-93F8-E532-7D2B-0B13F82DC8A8}"/>
                </a:ext>
              </a:extLst>
            </p:cNvPr>
            <p:cNvSpPr/>
            <p:nvPr/>
          </p:nvSpPr>
          <p:spPr>
            <a:xfrm>
              <a:off x="5927291" y="3196823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9D8EEB93-11FA-3AA2-5140-26F64C21E481}"/>
                </a:ext>
              </a:extLst>
            </p:cNvPr>
            <p:cNvSpPr/>
            <p:nvPr/>
          </p:nvSpPr>
          <p:spPr>
            <a:xfrm>
              <a:off x="5927291" y="3381457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1D6535E5-B575-526E-30E4-838FDF2B589D}"/>
                </a:ext>
              </a:extLst>
            </p:cNvPr>
            <p:cNvSpPr/>
            <p:nvPr/>
          </p:nvSpPr>
          <p:spPr>
            <a:xfrm>
              <a:off x="5927291" y="3289140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14085C0-4197-44ED-AD34-A65D9ABD71E3}"/>
                </a:ext>
              </a:extLst>
            </p:cNvPr>
            <p:cNvSpPr/>
            <p:nvPr/>
          </p:nvSpPr>
          <p:spPr>
            <a:xfrm>
              <a:off x="5806124" y="3075656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F84A9E8B-D1C4-7C95-0092-FBE1728E9D88}"/>
                </a:ext>
              </a:extLst>
            </p:cNvPr>
            <p:cNvSpPr/>
            <p:nvPr/>
          </p:nvSpPr>
          <p:spPr>
            <a:xfrm>
              <a:off x="5806124" y="3167973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57AA89B-4451-E86E-DCAC-F0AB986CA731}"/>
                </a:ext>
              </a:extLst>
            </p:cNvPr>
            <p:cNvSpPr/>
            <p:nvPr/>
          </p:nvSpPr>
          <p:spPr>
            <a:xfrm>
              <a:off x="5806124" y="3260291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322F3BBD-E30A-4E38-85C4-8F59B6CDE334}"/>
                </a:ext>
              </a:extLst>
            </p:cNvPr>
            <p:cNvSpPr/>
            <p:nvPr/>
          </p:nvSpPr>
          <p:spPr>
            <a:xfrm>
              <a:off x="5806124" y="3351454"/>
              <a:ext cx="85393" cy="70391"/>
            </a:xfrm>
            <a:custGeom>
              <a:avLst/>
              <a:gdLst>
                <a:gd name="connsiteX0" fmla="*/ 85393 w 85393"/>
                <a:gd name="connsiteY0" fmla="*/ 16155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5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5" name="Arc 64">
            <a:extLst>
              <a:ext uri="{FF2B5EF4-FFF2-40B4-BE49-F238E27FC236}">
                <a16:creationId xmlns:a16="http://schemas.microsoft.com/office/drawing/2014/main" id="{03602D79-9FA5-814E-27F0-93946181E316}"/>
              </a:ext>
            </a:extLst>
          </p:cNvPr>
          <p:cNvSpPr/>
          <p:nvPr/>
        </p:nvSpPr>
        <p:spPr>
          <a:xfrm rot="18582686">
            <a:off x="5169007" y="2425115"/>
            <a:ext cx="545544" cy="500428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Arc 65">
            <a:extLst>
              <a:ext uri="{FF2B5EF4-FFF2-40B4-BE49-F238E27FC236}">
                <a16:creationId xmlns:a16="http://schemas.microsoft.com/office/drawing/2014/main" id="{3475A354-BBEB-4072-CB83-4A94E62C786C}"/>
              </a:ext>
            </a:extLst>
          </p:cNvPr>
          <p:cNvSpPr/>
          <p:nvPr/>
        </p:nvSpPr>
        <p:spPr>
          <a:xfrm rot="2839795" flipV="1">
            <a:off x="5887588" y="2574851"/>
            <a:ext cx="545544" cy="500428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7" name="Graphic 66" descr="Checklist with solid fill">
            <a:extLst>
              <a:ext uri="{FF2B5EF4-FFF2-40B4-BE49-F238E27FC236}">
                <a16:creationId xmlns:a16="http://schemas.microsoft.com/office/drawing/2014/main" id="{749479D3-86A2-19EA-890F-54DD7048D127}"/>
              </a:ext>
            </a:extLst>
          </p:cNvPr>
          <p:cNvGrpSpPr/>
          <p:nvPr/>
        </p:nvGrpSpPr>
        <p:grpSpPr>
          <a:xfrm>
            <a:off x="5617241" y="2519074"/>
            <a:ext cx="357729" cy="461585"/>
            <a:chOff x="5736886" y="3017958"/>
            <a:chExt cx="357729" cy="461585"/>
          </a:xfrm>
          <a:solidFill>
            <a:schemeClr val="tx2">
              <a:lumMod val="75000"/>
            </a:schemeClr>
          </a:solidFill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ECFD368-C785-F857-E5A1-F58D08B712DF}"/>
                </a:ext>
              </a:extLst>
            </p:cNvPr>
            <p:cNvSpPr/>
            <p:nvPr/>
          </p:nvSpPr>
          <p:spPr>
            <a:xfrm>
              <a:off x="5736886" y="3017958"/>
              <a:ext cx="357729" cy="461585"/>
            </a:xfrm>
            <a:custGeom>
              <a:avLst/>
              <a:gdLst>
                <a:gd name="connsiteX0" fmla="*/ 34619 w 357729"/>
                <a:gd name="connsiteY0" fmla="*/ 34619 h 461585"/>
                <a:gd name="connsiteX1" fmla="*/ 323110 w 357729"/>
                <a:gd name="connsiteY1" fmla="*/ 34619 h 461585"/>
                <a:gd name="connsiteX2" fmla="*/ 323110 w 357729"/>
                <a:gd name="connsiteY2" fmla="*/ 426967 h 461585"/>
                <a:gd name="connsiteX3" fmla="*/ 34619 w 357729"/>
                <a:gd name="connsiteY3" fmla="*/ 426967 h 461585"/>
                <a:gd name="connsiteX4" fmla="*/ 34619 w 357729"/>
                <a:gd name="connsiteY4" fmla="*/ 34619 h 461585"/>
                <a:gd name="connsiteX5" fmla="*/ 0 w 357729"/>
                <a:gd name="connsiteY5" fmla="*/ 461586 h 461585"/>
                <a:gd name="connsiteX6" fmla="*/ 357729 w 357729"/>
                <a:gd name="connsiteY6" fmla="*/ 461586 h 461585"/>
                <a:gd name="connsiteX7" fmla="*/ 357729 w 357729"/>
                <a:gd name="connsiteY7" fmla="*/ 0 h 461585"/>
                <a:gd name="connsiteX8" fmla="*/ 0 w 357729"/>
                <a:gd name="connsiteY8" fmla="*/ 0 h 461585"/>
                <a:gd name="connsiteX9" fmla="*/ 0 w 357729"/>
                <a:gd name="connsiteY9" fmla="*/ 461586 h 461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7729" h="461585">
                  <a:moveTo>
                    <a:pt x="34619" y="34619"/>
                  </a:moveTo>
                  <a:lnTo>
                    <a:pt x="323110" y="34619"/>
                  </a:lnTo>
                  <a:lnTo>
                    <a:pt x="323110" y="426967"/>
                  </a:lnTo>
                  <a:lnTo>
                    <a:pt x="34619" y="426967"/>
                  </a:lnTo>
                  <a:lnTo>
                    <a:pt x="34619" y="34619"/>
                  </a:lnTo>
                  <a:close/>
                  <a:moveTo>
                    <a:pt x="0" y="461586"/>
                  </a:moveTo>
                  <a:lnTo>
                    <a:pt x="357729" y="461586"/>
                  </a:lnTo>
                  <a:lnTo>
                    <a:pt x="357729" y="0"/>
                  </a:lnTo>
                  <a:lnTo>
                    <a:pt x="0" y="0"/>
                  </a:lnTo>
                  <a:lnTo>
                    <a:pt x="0" y="461586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62D84D7A-C57B-36CB-E476-D658DD1C3400}"/>
                </a:ext>
              </a:extLst>
            </p:cNvPr>
            <p:cNvSpPr/>
            <p:nvPr/>
          </p:nvSpPr>
          <p:spPr>
            <a:xfrm>
              <a:off x="5927291" y="3104505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376C582F-D7B7-A3C4-4352-7E66B966D18B}"/>
                </a:ext>
              </a:extLst>
            </p:cNvPr>
            <p:cNvSpPr/>
            <p:nvPr/>
          </p:nvSpPr>
          <p:spPr>
            <a:xfrm>
              <a:off x="5927291" y="3196823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EF8BC51-D4EA-42C2-4FB9-288EBD35FACB}"/>
                </a:ext>
              </a:extLst>
            </p:cNvPr>
            <p:cNvSpPr/>
            <p:nvPr/>
          </p:nvSpPr>
          <p:spPr>
            <a:xfrm>
              <a:off x="5927291" y="3381457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F5939523-75FB-05F3-67DC-129674BE9449}"/>
                </a:ext>
              </a:extLst>
            </p:cNvPr>
            <p:cNvSpPr/>
            <p:nvPr/>
          </p:nvSpPr>
          <p:spPr>
            <a:xfrm>
              <a:off x="5927291" y="3289140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D9F08D1-CB76-67B0-59AB-2B2584254782}"/>
                </a:ext>
              </a:extLst>
            </p:cNvPr>
            <p:cNvSpPr/>
            <p:nvPr/>
          </p:nvSpPr>
          <p:spPr>
            <a:xfrm>
              <a:off x="5806124" y="3075656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9B60CCCA-0CDA-FE76-1716-78696E33BD46}"/>
                </a:ext>
              </a:extLst>
            </p:cNvPr>
            <p:cNvSpPr/>
            <p:nvPr/>
          </p:nvSpPr>
          <p:spPr>
            <a:xfrm>
              <a:off x="5806124" y="3167973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CC0FD0F3-5DF6-BFFF-2BC3-957DAFFB878E}"/>
                </a:ext>
              </a:extLst>
            </p:cNvPr>
            <p:cNvSpPr/>
            <p:nvPr/>
          </p:nvSpPr>
          <p:spPr>
            <a:xfrm>
              <a:off x="5806124" y="3260291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FBE87DB4-8A8C-0283-A277-D9A0CF4BFE47}"/>
                </a:ext>
              </a:extLst>
            </p:cNvPr>
            <p:cNvSpPr/>
            <p:nvPr/>
          </p:nvSpPr>
          <p:spPr>
            <a:xfrm>
              <a:off x="5806124" y="3351454"/>
              <a:ext cx="85393" cy="70391"/>
            </a:xfrm>
            <a:custGeom>
              <a:avLst/>
              <a:gdLst>
                <a:gd name="connsiteX0" fmla="*/ 85393 w 85393"/>
                <a:gd name="connsiteY0" fmla="*/ 16155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5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34E521BF-5C3B-978D-59E2-AE528A90C482}"/>
              </a:ext>
            </a:extLst>
          </p:cNvPr>
          <p:cNvSpPr/>
          <p:nvPr/>
        </p:nvSpPr>
        <p:spPr>
          <a:xfrm>
            <a:off x="8106556" y="1703301"/>
            <a:ext cx="3325016" cy="2017926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07864A23-EAF6-A81C-A896-CE375EBCDA00}"/>
              </a:ext>
            </a:extLst>
          </p:cNvPr>
          <p:cNvSpPr/>
          <p:nvPr/>
        </p:nvSpPr>
        <p:spPr>
          <a:xfrm>
            <a:off x="8210484" y="2337348"/>
            <a:ext cx="1895668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23" name="Table 122">
            <a:extLst>
              <a:ext uri="{FF2B5EF4-FFF2-40B4-BE49-F238E27FC236}">
                <a16:creationId xmlns:a16="http://schemas.microsoft.com/office/drawing/2014/main" id="{AC43A223-B4B7-4D28-CCFA-C9449F88A1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1195786"/>
              </p:ext>
            </p:extLst>
          </p:nvPr>
        </p:nvGraphicFramePr>
        <p:xfrm>
          <a:off x="8309224" y="2434434"/>
          <a:ext cx="1163470" cy="2772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77242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27" name="TextBox 126">
            <a:extLst>
              <a:ext uri="{FF2B5EF4-FFF2-40B4-BE49-F238E27FC236}">
                <a16:creationId xmlns:a16="http://schemas.microsoft.com/office/drawing/2014/main" id="{ADB07D9A-5B3F-46D9-5A3B-5BB29EF3BC5B}"/>
              </a:ext>
            </a:extLst>
          </p:cNvPr>
          <p:cNvSpPr txBox="1"/>
          <p:nvPr/>
        </p:nvSpPr>
        <p:spPr>
          <a:xfrm>
            <a:off x="9483561" y="238692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FC72EE54-EB31-9E1D-7173-D9B5111F1746}"/>
              </a:ext>
            </a:extLst>
          </p:cNvPr>
          <p:cNvSpPr/>
          <p:nvPr/>
        </p:nvSpPr>
        <p:spPr>
          <a:xfrm>
            <a:off x="8210484" y="3006916"/>
            <a:ext cx="1895668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31" name="Table 130">
            <a:extLst>
              <a:ext uri="{FF2B5EF4-FFF2-40B4-BE49-F238E27FC236}">
                <a16:creationId xmlns:a16="http://schemas.microsoft.com/office/drawing/2014/main" id="{EBC5A3A0-1BD4-5AD5-ED15-E061E6AE5C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073447"/>
              </p:ext>
            </p:extLst>
          </p:nvPr>
        </p:nvGraphicFramePr>
        <p:xfrm>
          <a:off x="8309224" y="3104001"/>
          <a:ext cx="1163470" cy="2772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77242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32" name="TextBox 131">
            <a:extLst>
              <a:ext uri="{FF2B5EF4-FFF2-40B4-BE49-F238E27FC236}">
                <a16:creationId xmlns:a16="http://schemas.microsoft.com/office/drawing/2014/main" id="{3532D609-E347-6931-D2B4-F3C9D80C997B}"/>
              </a:ext>
            </a:extLst>
          </p:cNvPr>
          <p:cNvSpPr txBox="1"/>
          <p:nvPr/>
        </p:nvSpPr>
        <p:spPr>
          <a:xfrm>
            <a:off x="9483561" y="305649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33" name="Cloud 132">
            <a:extLst>
              <a:ext uri="{FF2B5EF4-FFF2-40B4-BE49-F238E27FC236}">
                <a16:creationId xmlns:a16="http://schemas.microsoft.com/office/drawing/2014/main" id="{D37B09A2-A20E-4355-B7C6-87AF4E699401}"/>
              </a:ext>
            </a:extLst>
          </p:cNvPr>
          <p:cNvSpPr/>
          <p:nvPr/>
        </p:nvSpPr>
        <p:spPr>
          <a:xfrm>
            <a:off x="9766604" y="3133161"/>
            <a:ext cx="252000" cy="216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3C99B43-F6D4-A3A1-92DA-A8F08403ED38}"/>
              </a:ext>
            </a:extLst>
          </p:cNvPr>
          <p:cNvSpPr txBox="1"/>
          <p:nvPr/>
        </p:nvSpPr>
        <p:spPr>
          <a:xfrm>
            <a:off x="9332847" y="1551702"/>
            <a:ext cx="872430" cy="307777"/>
          </a:xfrm>
          <a:prstGeom prst="rect">
            <a:avLst/>
          </a:prstGeom>
          <a:solidFill>
            <a:srgbClr val="86B4E6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E32AE4F1-6D68-B363-D882-111E1DA355CF}"/>
              </a:ext>
            </a:extLst>
          </p:cNvPr>
          <p:cNvSpPr/>
          <p:nvPr/>
        </p:nvSpPr>
        <p:spPr>
          <a:xfrm>
            <a:off x="8210484" y="4338853"/>
            <a:ext cx="1895668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3126FB9-E331-C314-BBF7-0F283A3ABE0E}"/>
              </a:ext>
            </a:extLst>
          </p:cNvPr>
          <p:cNvSpPr txBox="1"/>
          <p:nvPr/>
        </p:nvSpPr>
        <p:spPr>
          <a:xfrm>
            <a:off x="9483561" y="438843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42" name="Cloud 141">
            <a:extLst>
              <a:ext uri="{FF2B5EF4-FFF2-40B4-BE49-F238E27FC236}">
                <a16:creationId xmlns:a16="http://schemas.microsoft.com/office/drawing/2014/main" id="{01E6D4C6-5BEC-449E-88D3-1BA5A3E6168A}"/>
              </a:ext>
            </a:extLst>
          </p:cNvPr>
          <p:cNvSpPr/>
          <p:nvPr/>
        </p:nvSpPr>
        <p:spPr>
          <a:xfrm>
            <a:off x="9766604" y="4465099"/>
            <a:ext cx="252000" cy="216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3" name="Table 142">
            <a:extLst>
              <a:ext uri="{FF2B5EF4-FFF2-40B4-BE49-F238E27FC236}">
                <a16:creationId xmlns:a16="http://schemas.microsoft.com/office/drawing/2014/main" id="{71F54073-F948-E7AC-1E61-C398FF694B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038764"/>
              </p:ext>
            </p:extLst>
          </p:nvPr>
        </p:nvGraphicFramePr>
        <p:xfrm>
          <a:off x="8309224" y="4435939"/>
          <a:ext cx="1163470" cy="2772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77242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4E7F5635-70D4-EA56-3389-0C223C6A1BFB}"/>
              </a:ext>
            </a:extLst>
          </p:cNvPr>
          <p:cNvSpPr/>
          <p:nvPr/>
        </p:nvSpPr>
        <p:spPr>
          <a:xfrm>
            <a:off x="8106556" y="4038742"/>
            <a:ext cx="3325016" cy="985688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CB6B03D9-F695-73B7-0B35-44ABFCA9FE16}"/>
              </a:ext>
            </a:extLst>
          </p:cNvPr>
          <p:cNvSpPr txBox="1"/>
          <p:nvPr/>
        </p:nvSpPr>
        <p:spPr>
          <a:xfrm>
            <a:off x="9233456" y="3883628"/>
            <a:ext cx="1071216" cy="307777"/>
          </a:xfrm>
          <a:prstGeom prst="rect">
            <a:avLst/>
          </a:prstGeom>
          <a:solidFill>
            <a:srgbClr val="86B4E6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Validation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CBC917F-BA54-9EBC-A264-40E991DDF20C}"/>
              </a:ext>
            </a:extLst>
          </p:cNvPr>
          <p:cNvCxnSpPr>
            <a:cxnSpLocks/>
          </p:cNvCxnSpPr>
          <p:nvPr/>
        </p:nvCxnSpPr>
        <p:spPr>
          <a:xfrm>
            <a:off x="10166737" y="2571593"/>
            <a:ext cx="371631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54FAB020-BA18-61ED-EEE5-D945B73D9F81}"/>
              </a:ext>
            </a:extLst>
          </p:cNvPr>
          <p:cNvSpPr/>
          <p:nvPr/>
        </p:nvSpPr>
        <p:spPr>
          <a:xfrm>
            <a:off x="10595073" y="2439536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6678DDFD-BFDD-3951-3DE3-CE5887CF255D}"/>
              </a:ext>
            </a:extLst>
          </p:cNvPr>
          <p:cNvSpPr/>
          <p:nvPr/>
        </p:nvSpPr>
        <p:spPr>
          <a:xfrm>
            <a:off x="10595073" y="3109103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23D7BD4C-3DEA-9109-2CBB-54336D5DE751}"/>
              </a:ext>
            </a:extLst>
          </p:cNvPr>
          <p:cNvSpPr/>
          <p:nvPr/>
        </p:nvSpPr>
        <p:spPr>
          <a:xfrm>
            <a:off x="10595073" y="4441040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BDACD58-DB5D-B196-9E16-A6334C9E0F12}"/>
              </a:ext>
            </a:extLst>
          </p:cNvPr>
          <p:cNvSpPr txBox="1"/>
          <p:nvPr/>
        </p:nvSpPr>
        <p:spPr>
          <a:xfrm>
            <a:off x="10570654" y="2444636"/>
            <a:ext cx="7791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1.05-1.75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D97CB4B-587B-FE53-8A0B-C6A60FFA99FA}"/>
              </a:ext>
            </a:extLst>
          </p:cNvPr>
          <p:cNvSpPr txBox="1"/>
          <p:nvPr/>
        </p:nvSpPr>
        <p:spPr>
          <a:xfrm>
            <a:off x="10559642" y="3114203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A2E0D60-1E2D-DE8B-1FE2-6260C00ACF7A}"/>
              </a:ext>
            </a:extLst>
          </p:cNvPr>
          <p:cNvSpPr txBox="1"/>
          <p:nvPr/>
        </p:nvSpPr>
        <p:spPr>
          <a:xfrm>
            <a:off x="10559642" y="4446141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2.90-3.40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5037B4EC-F04D-62DC-F707-A29B82F9D523}"/>
              </a:ext>
            </a:extLst>
          </p:cNvPr>
          <p:cNvCxnSpPr>
            <a:cxnSpLocks/>
          </p:cNvCxnSpPr>
          <p:nvPr/>
        </p:nvCxnSpPr>
        <p:spPr>
          <a:xfrm>
            <a:off x="10166737" y="3241161"/>
            <a:ext cx="371631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9B57997D-8007-8ABF-9AA9-E29703295A25}"/>
              </a:ext>
            </a:extLst>
          </p:cNvPr>
          <p:cNvCxnSpPr>
            <a:cxnSpLocks/>
          </p:cNvCxnSpPr>
          <p:nvPr/>
        </p:nvCxnSpPr>
        <p:spPr>
          <a:xfrm>
            <a:off x="10166737" y="4573099"/>
            <a:ext cx="371631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203014D-7944-72D9-5B0F-563FE39F7D00}"/>
              </a:ext>
            </a:extLst>
          </p:cNvPr>
          <p:cNvSpPr txBox="1"/>
          <p:nvPr/>
        </p:nvSpPr>
        <p:spPr>
          <a:xfrm>
            <a:off x="4409272" y="156050"/>
            <a:ext cx="3373460" cy="57888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Known structure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41D29D8-B0D9-9022-9E45-27A31AB3A052}"/>
              </a:ext>
            </a:extLst>
          </p:cNvPr>
          <p:cNvSpPr/>
          <p:nvPr/>
        </p:nvSpPr>
        <p:spPr>
          <a:xfrm>
            <a:off x="10372510" y="2028050"/>
            <a:ext cx="1114804" cy="3044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logIE value</a:t>
            </a:r>
          </a:p>
        </p:txBody>
      </p:sp>
      <p:sp>
        <p:nvSpPr>
          <p:cNvPr id="70" name="Right Brace 69">
            <a:extLst>
              <a:ext uri="{FF2B5EF4-FFF2-40B4-BE49-F238E27FC236}">
                <a16:creationId xmlns:a16="http://schemas.microsoft.com/office/drawing/2014/main" id="{26492378-21B2-B9C0-2AC8-DE4AD423EA56}"/>
              </a:ext>
            </a:extLst>
          </p:cNvPr>
          <p:cNvSpPr/>
          <p:nvPr/>
        </p:nvSpPr>
        <p:spPr>
          <a:xfrm rot="16200000">
            <a:off x="8791150" y="1731788"/>
            <a:ext cx="198980" cy="1158237"/>
          </a:xfrm>
          <a:prstGeom prst="rightBrace">
            <a:avLst>
              <a:gd name="adj1" fmla="val 56351"/>
              <a:gd name="adj2" fmla="val 50576"/>
            </a:avLst>
          </a:prstGeom>
          <a:noFill/>
          <a:ln w="12700">
            <a:solidFill>
              <a:srgbClr val="3B38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C323266-FF58-EFEA-E730-FC88B6BEE982}"/>
              </a:ext>
            </a:extLst>
          </p:cNvPr>
          <p:cNvSpPr/>
          <p:nvPr/>
        </p:nvSpPr>
        <p:spPr>
          <a:xfrm>
            <a:off x="8448430" y="1970010"/>
            <a:ext cx="884419" cy="24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Fingerprints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8229087-06FC-38AD-2235-386A5A1902B5}"/>
              </a:ext>
            </a:extLst>
          </p:cNvPr>
          <p:cNvSpPr/>
          <p:nvPr/>
        </p:nvSpPr>
        <p:spPr>
          <a:xfrm>
            <a:off x="9782453" y="1982450"/>
            <a:ext cx="224066" cy="2463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sz="100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pH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A67AF09-F98C-5818-4F4A-158D89416A0B}"/>
              </a:ext>
            </a:extLst>
          </p:cNvPr>
          <p:cNvCxnSpPr>
            <a:cxnSpLocks/>
            <a:endCxn id="72" idx="2"/>
          </p:cNvCxnSpPr>
          <p:nvPr/>
        </p:nvCxnSpPr>
        <p:spPr>
          <a:xfrm flipV="1">
            <a:off x="9892648" y="2228799"/>
            <a:ext cx="1838" cy="337245"/>
          </a:xfrm>
          <a:prstGeom prst="straightConnector1">
            <a:avLst/>
          </a:prstGeom>
          <a:ln w="12700">
            <a:solidFill>
              <a:srgbClr val="3B3838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Cloud 127">
            <a:extLst>
              <a:ext uri="{FF2B5EF4-FFF2-40B4-BE49-F238E27FC236}">
                <a16:creationId xmlns:a16="http://schemas.microsoft.com/office/drawing/2014/main" id="{9935F7E2-6887-A229-8C11-F1D6E252927D}"/>
              </a:ext>
            </a:extLst>
          </p:cNvPr>
          <p:cNvSpPr/>
          <p:nvPr/>
        </p:nvSpPr>
        <p:spPr>
          <a:xfrm>
            <a:off x="9766604" y="2463593"/>
            <a:ext cx="252000" cy="216000"/>
          </a:xfrm>
          <a:prstGeom prst="cloud">
            <a:avLst/>
          </a:prstGeom>
          <a:solidFill>
            <a:srgbClr val="DE0000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5A9002A-1BCF-A612-9530-79ED31FCF38C}"/>
              </a:ext>
            </a:extLst>
          </p:cNvPr>
          <p:cNvSpPr/>
          <p:nvPr/>
        </p:nvSpPr>
        <p:spPr>
          <a:xfrm>
            <a:off x="5204935" y="3056122"/>
            <a:ext cx="1182337" cy="328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Fingerprint calculation tools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60C544-6758-A906-C32D-5FAEA32E1C67}"/>
              </a:ext>
            </a:extLst>
          </p:cNvPr>
          <p:cNvSpPr/>
          <p:nvPr/>
        </p:nvSpPr>
        <p:spPr>
          <a:xfrm>
            <a:off x="6489680" y="2857732"/>
            <a:ext cx="879830" cy="328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Molecular fingerprint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2A77367-453B-6407-BF0D-6C08050D5BE6}"/>
              </a:ext>
            </a:extLst>
          </p:cNvPr>
          <p:cNvSpPr/>
          <p:nvPr/>
        </p:nvSpPr>
        <p:spPr>
          <a:xfrm>
            <a:off x="6489680" y="4120227"/>
            <a:ext cx="879830" cy="328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Molecular fingerprint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23CB4CC-473A-3B39-6434-9CF0FEB44993}"/>
              </a:ext>
            </a:extLst>
          </p:cNvPr>
          <p:cNvSpPr/>
          <p:nvPr/>
        </p:nvSpPr>
        <p:spPr>
          <a:xfrm>
            <a:off x="5204935" y="4288276"/>
            <a:ext cx="1182337" cy="328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Fingerprint calculation tools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A01F8EA-E19B-E3DB-2105-5DDC279B5B51}"/>
              </a:ext>
            </a:extLst>
          </p:cNvPr>
          <p:cNvSpPr/>
          <p:nvPr/>
        </p:nvSpPr>
        <p:spPr>
          <a:xfrm>
            <a:off x="736596" y="3704319"/>
            <a:ext cx="1412860" cy="3277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Ionization efficiency Library</a:t>
            </a:r>
          </a:p>
        </p:txBody>
      </p:sp>
    </p:spTree>
    <p:extLst>
      <p:ext uri="{BB962C8B-B14F-4D97-AF65-F5344CB8AC3E}">
        <p14:creationId xmlns:p14="http://schemas.microsoft.com/office/powerpoint/2010/main" val="3513113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1143</TotalTime>
  <Words>64</Words>
  <Application>Microsoft Office PowerPoint</Application>
  <PresentationFormat>Custom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Calibri</vt:lpstr>
      <vt:lpstr>Calibri Light</vt:lpstr>
      <vt:lpstr>Cambria</vt:lpstr>
      <vt:lpstr>Lato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 Nikolopoulos</dc:creator>
  <cp:lastModifiedBy>alex nikolopoulos</cp:lastModifiedBy>
  <cp:revision>28</cp:revision>
  <dcterms:created xsi:type="dcterms:W3CDTF">2024-03-03T20:53:48Z</dcterms:created>
  <dcterms:modified xsi:type="dcterms:W3CDTF">2025-02-25T13:47:11Z</dcterms:modified>
</cp:coreProperties>
</file>