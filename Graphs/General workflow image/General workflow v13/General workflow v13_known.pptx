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0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0" userDrawn="1">
          <p15:clr>
            <a:srgbClr val="A4A3A4"/>
          </p15:clr>
        </p15:guide>
        <p15:guide id="2" pos="7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C9C9C9"/>
    <a:srgbClr val="595959"/>
    <a:srgbClr val="F0F0F0"/>
    <a:srgbClr val="DE0000"/>
    <a:srgbClr val="3B3838"/>
    <a:srgbClr val="F2BE00"/>
    <a:srgbClr val="333F50"/>
    <a:srgbClr val="BAFDB1"/>
    <a:srgbClr val="86B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>
        <p:scale>
          <a:sx n="100" d="100"/>
          <a:sy n="100" d="100"/>
        </p:scale>
        <p:origin x="58" y="58"/>
      </p:cViewPr>
      <p:guideLst>
        <p:guide orient="horz" pos="1510"/>
        <p:guide pos="7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27DE0-F065-670C-3B77-E0F54A0B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31B3A-88BE-689C-D989-0870308FC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CAA7C-956B-AB7D-4129-2107D6270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B26F1-A1ED-5F81-88CC-8D43972B0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7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3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7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0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9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5F750-1402-D9EE-EB5C-93218328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FF298011-EB1D-E696-4ECB-E9A27C5A3A47}"/>
              </a:ext>
            </a:extLst>
          </p:cNvPr>
          <p:cNvSpPr/>
          <p:nvPr/>
        </p:nvSpPr>
        <p:spPr>
          <a:xfrm>
            <a:off x="2" y="1980503"/>
            <a:ext cx="12192000" cy="2303243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1F4535-F846-945D-8302-916213934555}"/>
              </a:ext>
            </a:extLst>
          </p:cNvPr>
          <p:cNvSpPr/>
          <p:nvPr/>
        </p:nvSpPr>
        <p:spPr>
          <a:xfrm>
            <a:off x="517720" y="1188720"/>
            <a:ext cx="3714725" cy="3931978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8A316F4-43D4-CC8A-A675-1E9F92F09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508396"/>
              </p:ext>
            </p:extLst>
          </p:nvPr>
        </p:nvGraphicFramePr>
        <p:xfrm>
          <a:off x="733635" y="1820259"/>
          <a:ext cx="1583555" cy="187200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823728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330708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29119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5907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Compound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en-US" sz="1200" b="0" i="1" dirty="0">
                          <a:solidFill>
                            <a:schemeClr val="tx1"/>
                          </a:solidFill>
                        </a:rPr>
                        <a:t>IE</a:t>
                      </a:r>
                      <a:endParaRPr lang="en-US" sz="1200" b="0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  <a:tr h="216132">
                <a:tc rowSpan="2"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3.40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69"/>
                  </a:ext>
                </a:extLst>
              </a:tr>
              <a:tr h="216132">
                <a:tc rowSpan="4">
                  <a:txBody>
                    <a:bodyPr/>
                    <a:lstStyle/>
                    <a:p>
                      <a:pPr algn="ctr"/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5905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58140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132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90E8E7-BA88-7BD6-3525-3AA3A6F9BA18}"/>
              </a:ext>
            </a:extLst>
          </p:cNvPr>
          <p:cNvSpPr/>
          <p:nvPr/>
        </p:nvSpPr>
        <p:spPr>
          <a:xfrm>
            <a:off x="4515488" y="1482571"/>
            <a:ext cx="3161028" cy="3299102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DDC263-9553-B9F2-1B42-0C46027A1EFF}"/>
              </a:ext>
            </a:extLst>
          </p:cNvPr>
          <p:cNvSpPr txBox="1"/>
          <p:nvPr/>
        </p:nvSpPr>
        <p:spPr>
          <a:xfrm>
            <a:off x="4981571" y="1563563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5E9AE8B-753C-7E34-DDCC-6E27FB6C8966}"/>
              </a:ext>
            </a:extLst>
          </p:cNvPr>
          <p:cNvSpPr/>
          <p:nvPr/>
        </p:nvSpPr>
        <p:spPr>
          <a:xfrm>
            <a:off x="7955729" y="1044124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F35208-5214-61F6-0BFE-0FA2DDF87FC4}"/>
              </a:ext>
            </a:extLst>
          </p:cNvPr>
          <p:cNvSpPr txBox="1"/>
          <p:nvPr/>
        </p:nvSpPr>
        <p:spPr>
          <a:xfrm>
            <a:off x="8769320" y="1113239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0B2044D3-FBBD-2720-CC05-2C2A2406C41B}"/>
              </a:ext>
            </a:extLst>
          </p:cNvPr>
          <p:cNvSpPr/>
          <p:nvPr/>
        </p:nvSpPr>
        <p:spPr>
          <a:xfrm rot="2700000">
            <a:off x="4744640" y="3658133"/>
            <a:ext cx="504273" cy="504273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D991BCBA-F0CE-B1C1-6112-AD5519608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53914"/>
              </p:ext>
            </p:extLst>
          </p:nvPr>
        </p:nvGraphicFramePr>
        <p:xfrm>
          <a:off x="6347860" y="243498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117E5F65-DCC9-F077-E894-2747F312851B}"/>
              </a:ext>
            </a:extLst>
          </p:cNvPr>
          <p:cNvSpPr/>
          <p:nvPr/>
        </p:nvSpPr>
        <p:spPr>
          <a:xfrm>
            <a:off x="4744640" y="2346010"/>
            <a:ext cx="504273" cy="504273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A4626A33-873C-93A7-1773-63FF1A06B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570452"/>
              </p:ext>
            </p:extLst>
          </p:nvPr>
        </p:nvGraphicFramePr>
        <p:xfrm>
          <a:off x="6347860" y="3721796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7A8EC071-1EB9-31A9-86B2-1EE4C1C2E8F3}"/>
              </a:ext>
            </a:extLst>
          </p:cNvPr>
          <p:cNvSpPr/>
          <p:nvPr/>
        </p:nvSpPr>
        <p:spPr>
          <a:xfrm rot="18582686">
            <a:off x="5169007" y="3563012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F37F786D-E8E3-8B3F-CEBA-2443CE2CC723}"/>
              </a:ext>
            </a:extLst>
          </p:cNvPr>
          <p:cNvSpPr/>
          <p:nvPr/>
        </p:nvSpPr>
        <p:spPr>
          <a:xfrm rot="2839795" flipV="1">
            <a:off x="5887588" y="3712748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DAC1AF8E-E3BD-A58C-8443-321C6FF5236E}"/>
              </a:ext>
            </a:extLst>
          </p:cNvPr>
          <p:cNvGrpSpPr/>
          <p:nvPr/>
        </p:nvGrpSpPr>
        <p:grpSpPr>
          <a:xfrm>
            <a:off x="5617241" y="365697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4425060-D7FD-C5B4-9D69-7D98CDFADF9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1CBB29E-F510-D349-6390-4688273211FB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4739546-5AA9-0849-3D40-25423C5981E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2851691-44B2-97E8-3950-9F1478AAB85D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8CBBD06-0A0B-4070-F113-B68897E06382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8F1E5A3-8A49-D484-213B-8A687670647A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8E4FE0E-04CB-12A5-DDA7-198DD2B70672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6DCE065-60F9-ACD6-A392-5F23DEB5043C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27F7A71-558E-629E-F7D5-AC79EADD0212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CFEAF772-1ABD-AC56-3007-31DC6538DFA1}"/>
              </a:ext>
            </a:extLst>
          </p:cNvPr>
          <p:cNvSpPr/>
          <p:nvPr/>
        </p:nvSpPr>
        <p:spPr>
          <a:xfrm rot="18582686">
            <a:off x="5169007" y="2278811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175381CB-09C0-7015-47FD-7860A7964F7D}"/>
              </a:ext>
            </a:extLst>
          </p:cNvPr>
          <p:cNvSpPr/>
          <p:nvPr/>
        </p:nvSpPr>
        <p:spPr>
          <a:xfrm rot="2839795" flipV="1">
            <a:off x="5887588" y="2428547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F984D095-F9F6-707C-506A-06E22064FBBD}"/>
              </a:ext>
            </a:extLst>
          </p:cNvPr>
          <p:cNvGrpSpPr/>
          <p:nvPr/>
        </p:nvGrpSpPr>
        <p:grpSpPr>
          <a:xfrm>
            <a:off x="5617241" y="2372770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B91CB29-A3FF-F9AA-6FAD-559EFDE4FC0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E786957-DAD3-EA93-FB7D-4539CC2213B3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949DE9B-BFA4-D822-1099-A42B36988B01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CFB8B9E-25CF-C542-D36A-B0C7FDFA2227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7716DC9-B2DB-A662-B7E2-5788ABE5BB3F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656CD76-088A-4226-9C30-635AEF90E667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7B6D328-178C-000A-2BD0-E6D0A2B145CB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6D975C2-7D25-4B87-B484-BE5C485FC666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15481EA-DC34-C50B-EB4F-D6EBA0A6F33D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0674558-B32A-7854-DE01-B74EAE6CAC77}"/>
              </a:ext>
            </a:extLst>
          </p:cNvPr>
          <p:cNvSpPr/>
          <p:nvPr/>
        </p:nvSpPr>
        <p:spPr>
          <a:xfrm>
            <a:off x="8106557" y="1703301"/>
            <a:ext cx="3325016" cy="2017926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189A4674-257F-DB54-0CD7-C9D5A1A5ADD4}"/>
              </a:ext>
            </a:extLst>
          </p:cNvPr>
          <p:cNvSpPr/>
          <p:nvPr/>
        </p:nvSpPr>
        <p:spPr>
          <a:xfrm>
            <a:off x="8210484" y="2337348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C6C609CA-FC6E-554B-613D-852FBA663B6F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2434434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D4CEAB81-8AA2-00D0-A03B-36A63C43C360}"/>
              </a:ext>
            </a:extLst>
          </p:cNvPr>
          <p:cNvSpPr txBox="1"/>
          <p:nvPr/>
        </p:nvSpPr>
        <p:spPr>
          <a:xfrm>
            <a:off x="9483561" y="2386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2BFC930-832F-1B2E-0EB1-5EB9776CB151}"/>
              </a:ext>
            </a:extLst>
          </p:cNvPr>
          <p:cNvSpPr/>
          <p:nvPr/>
        </p:nvSpPr>
        <p:spPr>
          <a:xfrm>
            <a:off x="8210484" y="3006916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7190AE5C-4C43-6371-26A9-B6D6EB925F11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3104001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BEB2C16B-E2DF-5FDC-7053-2AD8C1787A3A}"/>
              </a:ext>
            </a:extLst>
          </p:cNvPr>
          <p:cNvSpPr txBox="1"/>
          <p:nvPr/>
        </p:nvSpPr>
        <p:spPr>
          <a:xfrm>
            <a:off x="9483561" y="3056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15EFBB6C-42FF-8366-D58B-FCBD091C3C6F}"/>
              </a:ext>
            </a:extLst>
          </p:cNvPr>
          <p:cNvSpPr/>
          <p:nvPr/>
        </p:nvSpPr>
        <p:spPr>
          <a:xfrm>
            <a:off x="9766604" y="313316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C5C079F-D661-8892-B99D-0350E52F5A6C}"/>
              </a:ext>
            </a:extLst>
          </p:cNvPr>
          <p:cNvSpPr txBox="1"/>
          <p:nvPr/>
        </p:nvSpPr>
        <p:spPr>
          <a:xfrm>
            <a:off x="9332850" y="1551702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EB8A365-67DF-94A5-E676-72E2577B3199}"/>
              </a:ext>
            </a:extLst>
          </p:cNvPr>
          <p:cNvSpPr/>
          <p:nvPr/>
        </p:nvSpPr>
        <p:spPr>
          <a:xfrm>
            <a:off x="8210484" y="4338853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5997178-79D1-4A34-DCD2-2F5634A01C04}"/>
              </a:ext>
            </a:extLst>
          </p:cNvPr>
          <p:cNvSpPr txBox="1"/>
          <p:nvPr/>
        </p:nvSpPr>
        <p:spPr>
          <a:xfrm>
            <a:off x="9483561" y="4388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9A0EC5B5-66B5-AB5E-76E8-1427FAC0587A}"/>
              </a:ext>
            </a:extLst>
          </p:cNvPr>
          <p:cNvSpPr/>
          <p:nvPr/>
        </p:nvSpPr>
        <p:spPr>
          <a:xfrm>
            <a:off x="9766604" y="4465099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20BB73FC-BAF9-49C9-0DC2-D6EABC05FFD3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443593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8038730-2320-E4E5-FDF2-B72B048FFD07}"/>
              </a:ext>
            </a:extLst>
          </p:cNvPr>
          <p:cNvSpPr/>
          <p:nvPr/>
        </p:nvSpPr>
        <p:spPr>
          <a:xfrm>
            <a:off x="8106557" y="4038742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558D5EE-886B-33AF-8F8D-8EBCC3D9EF83}"/>
              </a:ext>
            </a:extLst>
          </p:cNvPr>
          <p:cNvSpPr txBox="1"/>
          <p:nvPr/>
        </p:nvSpPr>
        <p:spPr>
          <a:xfrm>
            <a:off x="9425941" y="3883628"/>
            <a:ext cx="686248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D0CD2DF-0172-8EAD-DAE3-0DB4A786ADB7}"/>
              </a:ext>
            </a:extLst>
          </p:cNvPr>
          <p:cNvCxnSpPr>
            <a:cxnSpLocks/>
          </p:cNvCxnSpPr>
          <p:nvPr/>
        </p:nvCxnSpPr>
        <p:spPr>
          <a:xfrm>
            <a:off x="10166737" y="2571593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AD613FA9-1410-836F-06BE-604F3168ECF5}"/>
              </a:ext>
            </a:extLst>
          </p:cNvPr>
          <p:cNvSpPr/>
          <p:nvPr/>
        </p:nvSpPr>
        <p:spPr>
          <a:xfrm>
            <a:off x="10595073" y="24395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C9FE6DF5-60BA-F1A6-4E20-6CA4B7725884}"/>
              </a:ext>
            </a:extLst>
          </p:cNvPr>
          <p:cNvSpPr/>
          <p:nvPr/>
        </p:nvSpPr>
        <p:spPr>
          <a:xfrm>
            <a:off x="10595073" y="310910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AB88ADA-D35A-47B7-C9F1-CCFAF6E15B83}"/>
              </a:ext>
            </a:extLst>
          </p:cNvPr>
          <p:cNvSpPr/>
          <p:nvPr/>
        </p:nvSpPr>
        <p:spPr>
          <a:xfrm>
            <a:off x="10595073" y="44410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8972FF-4785-1388-25DA-86B3A6B4368F}"/>
              </a:ext>
            </a:extLst>
          </p:cNvPr>
          <p:cNvSpPr txBox="1"/>
          <p:nvPr/>
        </p:nvSpPr>
        <p:spPr>
          <a:xfrm>
            <a:off x="10570654" y="2444636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F4274F-09FC-7BC9-ED64-D449AE06808B}"/>
              </a:ext>
            </a:extLst>
          </p:cNvPr>
          <p:cNvSpPr txBox="1"/>
          <p:nvPr/>
        </p:nvSpPr>
        <p:spPr>
          <a:xfrm>
            <a:off x="10559642" y="311420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7F8B59-8C0A-47BA-CF79-9B23ED1EA332}"/>
              </a:ext>
            </a:extLst>
          </p:cNvPr>
          <p:cNvSpPr txBox="1"/>
          <p:nvPr/>
        </p:nvSpPr>
        <p:spPr>
          <a:xfrm>
            <a:off x="10559642" y="444614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C39242A-CE06-A8E4-8A24-22B138EBAE89}"/>
              </a:ext>
            </a:extLst>
          </p:cNvPr>
          <p:cNvCxnSpPr>
            <a:cxnSpLocks/>
          </p:cNvCxnSpPr>
          <p:nvPr/>
        </p:nvCxnSpPr>
        <p:spPr>
          <a:xfrm>
            <a:off x="10166737" y="3241161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9E1B9CD-1C62-0A9D-C186-2B9913151480}"/>
              </a:ext>
            </a:extLst>
          </p:cNvPr>
          <p:cNvCxnSpPr>
            <a:cxnSpLocks/>
          </p:cNvCxnSpPr>
          <p:nvPr/>
        </p:nvCxnSpPr>
        <p:spPr>
          <a:xfrm>
            <a:off x="10166737" y="4573099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CBF4EE6-03E2-0149-75A2-D94B4A638BA4}"/>
              </a:ext>
            </a:extLst>
          </p:cNvPr>
          <p:cNvSpPr txBox="1"/>
          <p:nvPr/>
        </p:nvSpPr>
        <p:spPr>
          <a:xfrm>
            <a:off x="4409272" y="156050"/>
            <a:ext cx="3373460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0B50599-5E8C-4F5A-764F-EA6AE8F0B259}"/>
              </a:ext>
            </a:extLst>
          </p:cNvPr>
          <p:cNvSpPr/>
          <p:nvPr/>
        </p:nvSpPr>
        <p:spPr>
          <a:xfrm>
            <a:off x="10372510" y="2028050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D9D7A2DC-9881-5CB1-5C39-BCFBBFDB84DA}"/>
              </a:ext>
            </a:extLst>
          </p:cNvPr>
          <p:cNvSpPr/>
          <p:nvPr/>
        </p:nvSpPr>
        <p:spPr>
          <a:xfrm rot="16200000">
            <a:off x="8791150" y="1731788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7BA8056-89CA-59E9-9DAE-7E4B73510CEA}"/>
              </a:ext>
            </a:extLst>
          </p:cNvPr>
          <p:cNvSpPr/>
          <p:nvPr/>
        </p:nvSpPr>
        <p:spPr>
          <a:xfrm>
            <a:off x="8404861" y="1970010"/>
            <a:ext cx="97155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D178F35-BCAC-FD76-210B-B58F6A5C28A9}"/>
              </a:ext>
            </a:extLst>
          </p:cNvPr>
          <p:cNvSpPr/>
          <p:nvPr/>
        </p:nvSpPr>
        <p:spPr>
          <a:xfrm>
            <a:off x="9782453" y="1974820"/>
            <a:ext cx="224066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76FE61A-CDFA-E927-0445-F5246EE6C1D3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8" y="2236430"/>
            <a:ext cx="1838" cy="329614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A60303D6-0CC9-065A-44BE-27F843506447}"/>
              </a:ext>
            </a:extLst>
          </p:cNvPr>
          <p:cNvSpPr/>
          <p:nvPr/>
        </p:nvSpPr>
        <p:spPr>
          <a:xfrm>
            <a:off x="9766604" y="2463593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B4786CF-A9E6-301B-F205-8ADBEC49F892}"/>
              </a:ext>
            </a:extLst>
          </p:cNvPr>
          <p:cNvSpPr/>
          <p:nvPr/>
        </p:nvSpPr>
        <p:spPr>
          <a:xfrm>
            <a:off x="5194069" y="2940298"/>
            <a:ext cx="120407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A36D12-932F-7B89-7738-3A4FCAAF068B}"/>
              </a:ext>
            </a:extLst>
          </p:cNvPr>
          <p:cNvSpPr/>
          <p:nvPr/>
        </p:nvSpPr>
        <p:spPr>
          <a:xfrm>
            <a:off x="6489680" y="2734288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9F3037-BA61-A5D7-1449-F7AF6D5FEB40}"/>
              </a:ext>
            </a:extLst>
          </p:cNvPr>
          <p:cNvSpPr/>
          <p:nvPr/>
        </p:nvSpPr>
        <p:spPr>
          <a:xfrm>
            <a:off x="6489680" y="4051647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1557B3-DFDF-AE55-67C3-E7932A81467A}"/>
              </a:ext>
            </a:extLst>
          </p:cNvPr>
          <p:cNvSpPr/>
          <p:nvPr/>
        </p:nvSpPr>
        <p:spPr>
          <a:xfrm>
            <a:off x="5075017" y="4227316"/>
            <a:ext cx="1442174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AB8BBF-8373-5DEA-3E43-67D1526797A7}"/>
              </a:ext>
            </a:extLst>
          </p:cNvPr>
          <p:cNvSpPr txBox="1"/>
          <p:nvPr/>
        </p:nvSpPr>
        <p:spPr>
          <a:xfrm>
            <a:off x="1375338" y="1245598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summary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182B724-8FC1-E93C-3F5F-05AF3085CCFB}"/>
              </a:ext>
            </a:extLst>
          </p:cNvPr>
          <p:cNvSpPr/>
          <p:nvPr/>
        </p:nvSpPr>
        <p:spPr>
          <a:xfrm>
            <a:off x="1130534" y="3854157"/>
            <a:ext cx="877196" cy="154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library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07869667-DDCF-E564-20C6-79436F426655}"/>
              </a:ext>
            </a:extLst>
          </p:cNvPr>
          <p:cNvSpPr/>
          <p:nvPr/>
        </p:nvSpPr>
        <p:spPr>
          <a:xfrm>
            <a:off x="1610367" y="2305704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56C39E00-C8DF-ED7B-E797-7FDCBA482637}"/>
              </a:ext>
            </a:extLst>
          </p:cNvPr>
          <p:cNvSpPr/>
          <p:nvPr/>
        </p:nvSpPr>
        <p:spPr>
          <a:xfrm>
            <a:off x="1614550" y="2846108"/>
            <a:ext cx="216000" cy="180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laque 30">
            <a:extLst>
              <a:ext uri="{FF2B5EF4-FFF2-40B4-BE49-F238E27FC236}">
                <a16:creationId xmlns:a16="http://schemas.microsoft.com/office/drawing/2014/main" id="{7A14FC6C-9642-E964-8DD2-E2DBE9369C7F}"/>
              </a:ext>
            </a:extLst>
          </p:cNvPr>
          <p:cNvSpPr/>
          <p:nvPr/>
        </p:nvSpPr>
        <p:spPr>
          <a:xfrm rot="2700000">
            <a:off x="921298" y="2815626"/>
            <a:ext cx="443214" cy="44321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F3C5BCD4-2438-5F42-8240-4E461DA9492F}"/>
              </a:ext>
            </a:extLst>
          </p:cNvPr>
          <p:cNvSpPr/>
          <p:nvPr/>
        </p:nvSpPr>
        <p:spPr>
          <a:xfrm>
            <a:off x="975473" y="2225153"/>
            <a:ext cx="335056" cy="33505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4" name="Cloud 33">
            <a:extLst>
              <a:ext uri="{FF2B5EF4-FFF2-40B4-BE49-F238E27FC236}">
                <a16:creationId xmlns:a16="http://schemas.microsoft.com/office/drawing/2014/main" id="{F76D2707-FD23-1CA1-9A47-B27EED57E37A}"/>
              </a:ext>
            </a:extLst>
          </p:cNvPr>
          <p:cNvSpPr/>
          <p:nvPr/>
        </p:nvSpPr>
        <p:spPr>
          <a:xfrm>
            <a:off x="1614550" y="3276653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B8B55B4E-5558-5866-9BEE-39711F1D801D}"/>
              </a:ext>
            </a:extLst>
          </p:cNvPr>
          <p:cNvSpPr/>
          <p:nvPr/>
        </p:nvSpPr>
        <p:spPr>
          <a:xfrm>
            <a:off x="2359962" y="2205038"/>
            <a:ext cx="144000" cy="396000"/>
          </a:xfrm>
          <a:prstGeom prst="rightBrace">
            <a:avLst>
              <a:gd name="adj1" fmla="val 38030"/>
              <a:gd name="adj2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5EBBD2DD-FAD4-1E34-0B92-32CFB5B82BEB}"/>
              </a:ext>
            </a:extLst>
          </p:cNvPr>
          <p:cNvSpPr/>
          <p:nvPr/>
        </p:nvSpPr>
        <p:spPr>
          <a:xfrm>
            <a:off x="2359962" y="2631123"/>
            <a:ext cx="144000" cy="603250"/>
          </a:xfrm>
          <a:prstGeom prst="rightBrace">
            <a:avLst>
              <a:gd name="adj1" fmla="val 38030"/>
              <a:gd name="adj2" fmla="val 3291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E1804C95-F4F2-393D-00BB-5F107D415F43}"/>
              </a:ext>
            </a:extLst>
          </p:cNvPr>
          <p:cNvSpPr/>
          <p:nvPr/>
        </p:nvSpPr>
        <p:spPr>
          <a:xfrm>
            <a:off x="2359962" y="3272473"/>
            <a:ext cx="144000" cy="186768"/>
          </a:xfrm>
          <a:prstGeom prst="rightBrace">
            <a:avLst>
              <a:gd name="adj1" fmla="val 38030"/>
              <a:gd name="adj2" fmla="val 3096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F642B17-2C56-96DC-637F-8BA72D75E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587986"/>
              </p:ext>
            </p:extLst>
          </p:nvPr>
        </p:nvGraphicFramePr>
        <p:xfrm>
          <a:off x="2594008" y="1826052"/>
          <a:ext cx="1416379" cy="187912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624379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 (Body)"/>
                          <a:ea typeface="Verdana" panose="020B0604030504040204" pitchFamily="34" charset="0"/>
                          <a:cs typeface="+mn-cs"/>
                        </a:rPr>
                        <a:t>Comp + pH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 (Body)"/>
                          <a:ea typeface="Verdana" panose="020B0604030504040204" pitchFamily="34" charset="0"/>
                        </a:rPr>
                        <a:t>log</a:t>
                      </a:r>
                      <a:r>
                        <a:rPr lang="en-US" sz="1200" i="1" dirty="0">
                          <a:latin typeface="Calibri (Body)"/>
                          <a:ea typeface="Verdana" panose="020B0604030504040204" pitchFamily="34" charset="0"/>
                        </a:rPr>
                        <a:t>IE </a:t>
                      </a:r>
                      <a:r>
                        <a:rPr lang="en-US" sz="1200" i="0" dirty="0">
                          <a:latin typeface="Calibri (Body)"/>
                          <a:ea typeface="Verdana" panose="020B0604030504040204" pitchFamily="34" charset="0"/>
                        </a:rPr>
                        <a:t>(average)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641917"/>
                  </a:ext>
                </a:extLst>
              </a:tr>
              <a:tr h="432908"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</a:rPr>
                        <a:t>3.10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</a:rPr>
                        <a:t>1.45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kern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454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98" name="Plaque 97">
            <a:extLst>
              <a:ext uri="{FF2B5EF4-FFF2-40B4-BE49-F238E27FC236}">
                <a16:creationId xmlns:a16="http://schemas.microsoft.com/office/drawing/2014/main" id="{FC67F2E6-32EE-1436-AC29-B5E631B723CA}"/>
              </a:ext>
            </a:extLst>
          </p:cNvPr>
          <p:cNvSpPr/>
          <p:nvPr/>
        </p:nvSpPr>
        <p:spPr>
          <a:xfrm rot="2700000">
            <a:off x="2836164" y="3118730"/>
            <a:ext cx="300520" cy="300518"/>
          </a:xfrm>
          <a:prstGeom prst="plaque">
            <a:avLst>
              <a:gd name="adj" fmla="val 40364"/>
            </a:avLst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99" name="Pentagon 98">
            <a:extLst>
              <a:ext uri="{FF2B5EF4-FFF2-40B4-BE49-F238E27FC236}">
                <a16:creationId xmlns:a16="http://schemas.microsoft.com/office/drawing/2014/main" id="{895AA476-8AF1-55B4-A6E3-86A6D7F5130C}"/>
              </a:ext>
            </a:extLst>
          </p:cNvPr>
          <p:cNvSpPr/>
          <p:nvPr/>
        </p:nvSpPr>
        <p:spPr>
          <a:xfrm>
            <a:off x="2837608" y="2257835"/>
            <a:ext cx="297632" cy="297630"/>
          </a:xfrm>
          <a:prstGeom prst="pentagon">
            <a:avLst/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03" name="Plaque 102">
            <a:extLst>
              <a:ext uri="{FF2B5EF4-FFF2-40B4-BE49-F238E27FC236}">
                <a16:creationId xmlns:a16="http://schemas.microsoft.com/office/drawing/2014/main" id="{6849D5C9-0100-3C01-B39B-04EFA7E158AA}"/>
              </a:ext>
            </a:extLst>
          </p:cNvPr>
          <p:cNvSpPr/>
          <p:nvPr/>
        </p:nvSpPr>
        <p:spPr>
          <a:xfrm rot="2700000">
            <a:off x="2836164" y="2688993"/>
            <a:ext cx="300520" cy="300518"/>
          </a:xfrm>
          <a:prstGeom prst="plaque">
            <a:avLst>
              <a:gd name="adj" fmla="val 40364"/>
            </a:avLst>
          </a:prstGeom>
          <a:solidFill>
            <a:srgbClr val="DE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15A5D2-7A58-1DF0-04C8-939109DDF9A2}"/>
              </a:ext>
            </a:extLst>
          </p:cNvPr>
          <p:cNvGrpSpPr/>
          <p:nvPr/>
        </p:nvGrpSpPr>
        <p:grpSpPr>
          <a:xfrm>
            <a:off x="1372352" y="3890842"/>
            <a:ext cx="2005461" cy="1090014"/>
            <a:chOff x="1215166" y="3890842"/>
            <a:chExt cx="2005461" cy="1090014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6729962A-4F3B-543B-B327-397950FBEC82}"/>
                </a:ext>
              </a:extLst>
            </p:cNvPr>
            <p:cNvSpPr txBox="1"/>
            <p:nvPr/>
          </p:nvSpPr>
          <p:spPr>
            <a:xfrm>
              <a:off x="1816527" y="4219869"/>
              <a:ext cx="130767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Compound (shape)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BF63E82C-6471-5DD0-0108-E4C785D1B8C9}"/>
                </a:ext>
              </a:extLst>
            </p:cNvPr>
            <p:cNvSpPr/>
            <p:nvPr/>
          </p:nvSpPr>
          <p:spPr>
            <a:xfrm>
              <a:off x="1215166" y="4176198"/>
              <a:ext cx="2005461" cy="738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280E88E9-E3B2-130B-EA74-E0787AB1870B}"/>
                </a:ext>
              </a:extLst>
            </p:cNvPr>
            <p:cNvSpPr/>
            <p:nvPr/>
          </p:nvSpPr>
          <p:spPr>
            <a:xfrm rot="7639531">
              <a:off x="2479067" y="389084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07" name="Pentagon 106">
              <a:extLst>
                <a:ext uri="{FF2B5EF4-FFF2-40B4-BE49-F238E27FC236}">
                  <a16:creationId xmlns:a16="http://schemas.microsoft.com/office/drawing/2014/main" id="{37D91B1E-7A10-FE18-8AE5-E9CD2E0A2963}"/>
                </a:ext>
              </a:extLst>
            </p:cNvPr>
            <p:cNvSpPr/>
            <p:nvPr/>
          </p:nvSpPr>
          <p:spPr>
            <a:xfrm>
              <a:off x="1300017" y="4303271"/>
              <a:ext cx="459874" cy="459870"/>
            </a:xfrm>
            <a:prstGeom prst="pentagon">
              <a:avLst/>
            </a:prstGeom>
            <a:solidFill>
              <a:srgbClr val="FFD966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AB88F2A-44BA-7E68-D4B9-250AA40C810D}"/>
                </a:ext>
              </a:extLst>
            </p:cNvPr>
            <p:cNvSpPr/>
            <p:nvPr/>
          </p:nvSpPr>
          <p:spPr>
            <a:xfrm rot="3190960" flipV="1">
              <a:off x="1552099" y="4017625"/>
              <a:ext cx="673127" cy="739758"/>
            </a:xfrm>
            <a:prstGeom prst="arc">
              <a:avLst>
                <a:gd name="adj1" fmla="val 16654307"/>
                <a:gd name="adj2" fmla="val 19162302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4D8517B-A3FD-1A71-7812-B07F757D5DB4}"/>
                </a:ext>
              </a:extLst>
            </p:cNvPr>
            <p:cNvSpPr txBox="1"/>
            <p:nvPr/>
          </p:nvSpPr>
          <p:spPr>
            <a:xfrm>
              <a:off x="1824445" y="4592824"/>
              <a:ext cx="8304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E187C77D-EB8E-6798-75B6-9C5741D09BE2}"/>
                </a:ext>
              </a:extLst>
            </p:cNvPr>
            <p:cNvSpPr/>
            <p:nvPr/>
          </p:nvSpPr>
          <p:spPr>
            <a:xfrm rot="18900000">
              <a:off x="1555242" y="4328270"/>
              <a:ext cx="593808" cy="652586"/>
            </a:xfrm>
            <a:prstGeom prst="arc">
              <a:avLst>
                <a:gd name="adj1" fmla="val 17007455"/>
                <a:gd name="adj2" fmla="val 19065717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F178C57-3EDD-5484-22CD-16A51671B9FA}"/>
              </a:ext>
            </a:extLst>
          </p:cNvPr>
          <p:cNvSpPr/>
          <p:nvPr/>
        </p:nvSpPr>
        <p:spPr>
          <a:xfrm>
            <a:off x="2986455" y="3802056"/>
            <a:ext cx="803106" cy="242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F88C4-5508-22D5-8F42-DECDC09A40F4}"/>
              </a:ext>
            </a:extLst>
          </p:cNvPr>
          <p:cNvSpPr txBox="1"/>
          <p:nvPr/>
        </p:nvSpPr>
        <p:spPr>
          <a:xfrm>
            <a:off x="582064" y="1245598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05370B-55F8-C108-6D2A-9F4678C9CE2D}"/>
              </a:ext>
            </a:extLst>
          </p:cNvPr>
          <p:cNvSpPr txBox="1"/>
          <p:nvPr/>
        </p:nvSpPr>
        <p:spPr>
          <a:xfrm>
            <a:off x="4563501" y="156356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B08DA-FF11-E7AF-73A6-5A1D7B1FFA81}"/>
              </a:ext>
            </a:extLst>
          </p:cNvPr>
          <p:cNvSpPr txBox="1"/>
          <p:nvPr/>
        </p:nvSpPr>
        <p:spPr>
          <a:xfrm>
            <a:off x="8038802" y="111323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02821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1388</TotalTime>
  <Words>68</Words>
  <Application>Microsoft Office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Calibri (Body)</vt:lpstr>
      <vt:lpstr>Calibri Light</vt:lpstr>
      <vt:lpstr>Cambria</vt:lpstr>
      <vt:lpstr>Consolas</vt:lpstr>
      <vt:lpstr>Lato</vt:lpstr>
      <vt:lpstr>Verdana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44</cp:revision>
  <dcterms:created xsi:type="dcterms:W3CDTF">2024-03-03T20:53:48Z</dcterms:created>
  <dcterms:modified xsi:type="dcterms:W3CDTF">2025-05-05T15:10:29Z</dcterms:modified>
</cp:coreProperties>
</file>