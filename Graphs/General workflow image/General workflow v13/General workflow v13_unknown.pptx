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2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NL model" id="{83EE92EA-3E31-4A7D-93A5-0ED36B90E84F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5" userDrawn="1">
          <p15:clr>
            <a:srgbClr val="A4A3A4"/>
          </p15:clr>
        </p15:guide>
        <p15:guide id="2" pos="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100" d="100"/>
          <a:sy n="100" d="100"/>
        </p:scale>
        <p:origin x="202" y="77"/>
      </p:cViewPr>
      <p:guideLst>
        <p:guide orient="horz" pos="1995"/>
        <p:guide pos="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E3F6-B93A-148D-4DD8-A4183534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62A2F-23B2-AD20-3863-0FDD446A7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2EA3B-1973-CB95-0A1A-B8D62781A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E5817-E076-4575-ABCD-B4D1958A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5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0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9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4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3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5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4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0836-0A43-724F-CDA6-C28F1CBB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F5A17C6A-5FBB-FDEE-9261-EED6B0E6072F}"/>
              </a:ext>
            </a:extLst>
          </p:cNvPr>
          <p:cNvSpPr/>
          <p:nvPr/>
        </p:nvSpPr>
        <p:spPr>
          <a:xfrm>
            <a:off x="0" y="2024887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791B7D6-3024-1976-8D41-7E7E3FEC3B8A}"/>
              </a:ext>
            </a:extLst>
          </p:cNvPr>
          <p:cNvSpPr/>
          <p:nvPr/>
        </p:nvSpPr>
        <p:spPr>
          <a:xfrm>
            <a:off x="8161467" y="1083429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F560E5-BEC0-5D8C-1675-7067A14D8E6E}"/>
              </a:ext>
            </a:extLst>
          </p:cNvPr>
          <p:cNvSpPr txBox="1"/>
          <p:nvPr/>
        </p:nvSpPr>
        <p:spPr>
          <a:xfrm>
            <a:off x="9212490" y="1121487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85A5979-16A1-2E4F-4DDF-D42C5D44C238}"/>
              </a:ext>
            </a:extLst>
          </p:cNvPr>
          <p:cNvSpPr/>
          <p:nvPr/>
        </p:nvSpPr>
        <p:spPr>
          <a:xfrm>
            <a:off x="8289911" y="1628528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25747AB7-8740-0180-FDB7-5EDFA7DC3268}"/>
              </a:ext>
            </a:extLst>
          </p:cNvPr>
          <p:cNvSpPr/>
          <p:nvPr/>
        </p:nvSpPr>
        <p:spPr>
          <a:xfrm>
            <a:off x="8396370" y="206041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C5932A9-3F0B-6894-ECC0-B79B086EF19E}"/>
              </a:ext>
            </a:extLst>
          </p:cNvPr>
          <p:cNvSpPr txBox="1"/>
          <p:nvPr/>
        </p:nvSpPr>
        <p:spPr>
          <a:xfrm>
            <a:off x="9515311" y="21099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7BE00FE7-835B-CC79-66E8-397F0F27C224}"/>
              </a:ext>
            </a:extLst>
          </p:cNvPr>
          <p:cNvSpPr/>
          <p:nvPr/>
        </p:nvSpPr>
        <p:spPr>
          <a:xfrm>
            <a:off x="9794972" y="2186661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4F11D5C-3E61-21F4-E890-2F319DE94A9F}"/>
              </a:ext>
            </a:extLst>
          </p:cNvPr>
          <p:cNvSpPr/>
          <p:nvPr/>
        </p:nvSpPr>
        <p:spPr>
          <a:xfrm>
            <a:off x="8396370" y="2696453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B4A9194-5825-B542-7634-FF3F0FD4DE15}"/>
              </a:ext>
            </a:extLst>
          </p:cNvPr>
          <p:cNvSpPr txBox="1"/>
          <p:nvPr/>
        </p:nvSpPr>
        <p:spPr>
          <a:xfrm>
            <a:off x="9515311" y="27460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E5F08374-86E0-7467-D29E-B78FFE43B62F}"/>
              </a:ext>
            </a:extLst>
          </p:cNvPr>
          <p:cNvSpPr/>
          <p:nvPr/>
        </p:nvSpPr>
        <p:spPr>
          <a:xfrm>
            <a:off x="9794173" y="2822700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E509470-3A45-9CA6-DEB7-7DC23ED26B70}"/>
              </a:ext>
            </a:extLst>
          </p:cNvPr>
          <p:cNvSpPr txBox="1"/>
          <p:nvPr/>
        </p:nvSpPr>
        <p:spPr>
          <a:xfrm>
            <a:off x="9387911" y="1473571"/>
            <a:ext cx="108000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B750651-84E5-0D1C-63A7-2584008F2710}"/>
              </a:ext>
            </a:extLst>
          </p:cNvPr>
          <p:cNvSpPr/>
          <p:nvPr/>
        </p:nvSpPr>
        <p:spPr>
          <a:xfrm>
            <a:off x="8396370" y="391510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2CB2BB-7F2D-DDB0-8E53-59B13D817F51}"/>
              </a:ext>
            </a:extLst>
          </p:cNvPr>
          <p:cNvSpPr txBox="1"/>
          <p:nvPr/>
        </p:nvSpPr>
        <p:spPr>
          <a:xfrm>
            <a:off x="9515311" y="39646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F2089B64-9294-589E-21CC-2B001B50A866}"/>
              </a:ext>
            </a:extLst>
          </p:cNvPr>
          <p:cNvSpPr/>
          <p:nvPr/>
        </p:nvSpPr>
        <p:spPr>
          <a:xfrm>
            <a:off x="9794173" y="404135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37439BB-5C7D-3D30-E40D-C64F4A13C61F}"/>
              </a:ext>
            </a:extLst>
          </p:cNvPr>
          <p:cNvSpPr/>
          <p:nvPr/>
        </p:nvSpPr>
        <p:spPr>
          <a:xfrm>
            <a:off x="8308444" y="3587128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E6DB54E-27D1-DA1C-03F4-25B6DC02890D}"/>
              </a:ext>
            </a:extLst>
          </p:cNvPr>
          <p:cNvSpPr txBox="1"/>
          <p:nvPr/>
        </p:nvSpPr>
        <p:spPr>
          <a:xfrm>
            <a:off x="9567911" y="3433912"/>
            <a:ext cx="72000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2DD7B27-3A87-BF56-EB74-BE7118C775AB}"/>
              </a:ext>
            </a:extLst>
          </p:cNvPr>
          <p:cNvCxnSpPr>
            <a:cxnSpLocks/>
          </p:cNvCxnSpPr>
          <p:nvPr/>
        </p:nvCxnSpPr>
        <p:spPr>
          <a:xfrm>
            <a:off x="10265793" y="229466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1671B1F-238B-1212-F6F1-F898399C4CDF}"/>
              </a:ext>
            </a:extLst>
          </p:cNvPr>
          <p:cNvSpPr/>
          <p:nvPr/>
        </p:nvSpPr>
        <p:spPr>
          <a:xfrm>
            <a:off x="10752138" y="2162602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8D8D2B4-ACE6-EC12-17C8-1CD637C56C8E}"/>
              </a:ext>
            </a:extLst>
          </p:cNvPr>
          <p:cNvSpPr/>
          <p:nvPr/>
        </p:nvSpPr>
        <p:spPr>
          <a:xfrm>
            <a:off x="10752138" y="2798641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FFCB458-9A9C-3469-A93D-F023938147EF}"/>
              </a:ext>
            </a:extLst>
          </p:cNvPr>
          <p:cNvSpPr/>
          <p:nvPr/>
        </p:nvSpPr>
        <p:spPr>
          <a:xfrm>
            <a:off x="10752138" y="4017295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489ABF-6E12-9599-7E12-49E868D86807}"/>
              </a:ext>
            </a:extLst>
          </p:cNvPr>
          <p:cNvSpPr txBox="1"/>
          <p:nvPr/>
        </p:nvSpPr>
        <p:spPr>
          <a:xfrm>
            <a:off x="10759185" y="2167703"/>
            <a:ext cx="498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51E97D-5A90-3100-D4B6-81230C154065}"/>
              </a:ext>
            </a:extLst>
          </p:cNvPr>
          <p:cNvSpPr txBox="1"/>
          <p:nvPr/>
        </p:nvSpPr>
        <p:spPr>
          <a:xfrm>
            <a:off x="10752138" y="2803742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7C7A69-3C23-9069-0789-306C98889CFD}"/>
              </a:ext>
            </a:extLst>
          </p:cNvPr>
          <p:cNvSpPr txBox="1"/>
          <p:nvPr/>
        </p:nvSpPr>
        <p:spPr>
          <a:xfrm>
            <a:off x="10752138" y="4022396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4797713-C3A3-67DE-FE10-0A87EE82E910}"/>
              </a:ext>
            </a:extLst>
          </p:cNvPr>
          <p:cNvCxnSpPr>
            <a:cxnSpLocks/>
          </p:cNvCxnSpPr>
          <p:nvPr/>
        </p:nvCxnSpPr>
        <p:spPr>
          <a:xfrm>
            <a:off x="10265793" y="2930700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8030949-6378-C0A1-0871-071FB262275D}"/>
              </a:ext>
            </a:extLst>
          </p:cNvPr>
          <p:cNvCxnSpPr>
            <a:cxnSpLocks/>
          </p:cNvCxnSpPr>
          <p:nvPr/>
        </p:nvCxnSpPr>
        <p:spPr>
          <a:xfrm>
            <a:off x="10265793" y="414935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2AEF77D-4CAE-D944-5B15-4E0E0771528E}"/>
              </a:ext>
            </a:extLst>
          </p:cNvPr>
          <p:cNvSpPr txBox="1"/>
          <p:nvPr/>
        </p:nvSpPr>
        <p:spPr>
          <a:xfrm>
            <a:off x="4409271" y="186742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26E0CA9-9170-6520-A4BB-FD6ECEA84EE6}"/>
              </a:ext>
            </a:extLst>
          </p:cNvPr>
          <p:cNvSpPr/>
          <p:nvPr/>
        </p:nvSpPr>
        <p:spPr>
          <a:xfrm>
            <a:off x="4280472" y="1024098"/>
            <a:ext cx="3744000" cy="4294662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D19BC8-86D4-A514-8CE4-504471AFD785}"/>
              </a:ext>
            </a:extLst>
          </p:cNvPr>
          <p:cNvSpPr txBox="1"/>
          <p:nvPr/>
        </p:nvSpPr>
        <p:spPr>
          <a:xfrm>
            <a:off x="5152728" y="1064745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28B0BAF6-5CFA-F87E-1DAB-AB8A02177A15}"/>
              </a:ext>
            </a:extLst>
          </p:cNvPr>
          <p:cNvSpPr/>
          <p:nvPr/>
        </p:nvSpPr>
        <p:spPr>
          <a:xfrm rot="2700000">
            <a:off x="4549009" y="4045413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58FEC2A3-CCE2-D201-5035-1CEF9A3592B8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2725738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24F1D042-F3FC-F7D9-CB6F-FF4F4B30F569}"/>
              </a:ext>
            </a:extLst>
          </p:cNvPr>
          <p:cNvSpPr/>
          <p:nvPr/>
        </p:nvSpPr>
        <p:spPr>
          <a:xfrm rot="18582686">
            <a:off x="4921299" y="2209712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4BCD9D1F-8AA3-0E10-9267-B433CB747D59}"/>
              </a:ext>
            </a:extLst>
          </p:cNvPr>
          <p:cNvSpPr/>
          <p:nvPr/>
        </p:nvSpPr>
        <p:spPr>
          <a:xfrm rot="2839795" flipV="1">
            <a:off x="5465976" y="2346142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4F484F22-1F9F-D2D4-B113-D1CB0EA26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211739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95BC6A3-79A4-7535-56C4-4C9ABFAA3B84}"/>
              </a:ext>
            </a:extLst>
          </p:cNvPr>
          <p:cNvCxnSpPr>
            <a:cxnSpLocks/>
          </p:cNvCxnSpPr>
          <p:nvPr/>
        </p:nvCxnSpPr>
        <p:spPr>
          <a:xfrm>
            <a:off x="6000028" y="1767847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E78770C-A09E-BD51-FAA5-D86ECD12E2D8}"/>
              </a:ext>
            </a:extLst>
          </p:cNvPr>
          <p:cNvCxnSpPr>
            <a:cxnSpLocks/>
          </p:cNvCxnSpPr>
          <p:nvPr/>
        </p:nvCxnSpPr>
        <p:spPr>
          <a:xfrm>
            <a:off x="6135282" y="190319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946D77D-1808-E792-63C9-B5C72CF368AB}"/>
              </a:ext>
            </a:extLst>
          </p:cNvPr>
          <p:cNvCxnSpPr>
            <a:cxnSpLocks/>
          </p:cNvCxnSpPr>
          <p:nvPr/>
        </p:nvCxnSpPr>
        <p:spPr>
          <a:xfrm>
            <a:off x="6369597" y="179070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B3D27B5-DF35-3CD2-1CC3-9ACFB51063CD}"/>
              </a:ext>
            </a:extLst>
          </p:cNvPr>
          <p:cNvCxnSpPr>
            <a:cxnSpLocks/>
          </p:cNvCxnSpPr>
          <p:nvPr/>
        </p:nvCxnSpPr>
        <p:spPr>
          <a:xfrm>
            <a:off x="5989234" y="2052615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8DF350F-B03A-D2C5-12BB-907310A29484}"/>
              </a:ext>
            </a:extLst>
          </p:cNvPr>
          <p:cNvCxnSpPr>
            <a:cxnSpLocks/>
          </p:cNvCxnSpPr>
          <p:nvPr/>
        </p:nvCxnSpPr>
        <p:spPr>
          <a:xfrm>
            <a:off x="6000028" y="2468823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3301E68-190F-FB4D-2B43-3F01897A2AB0}"/>
              </a:ext>
            </a:extLst>
          </p:cNvPr>
          <p:cNvCxnSpPr>
            <a:cxnSpLocks/>
          </p:cNvCxnSpPr>
          <p:nvPr/>
        </p:nvCxnSpPr>
        <p:spPr>
          <a:xfrm>
            <a:off x="6068607" y="2674036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C762109-A580-9EB2-303E-CD9C63D432E4}"/>
              </a:ext>
            </a:extLst>
          </p:cNvPr>
          <p:cNvCxnSpPr>
            <a:cxnSpLocks/>
          </p:cNvCxnSpPr>
          <p:nvPr/>
        </p:nvCxnSpPr>
        <p:spPr>
          <a:xfrm>
            <a:off x="6369597" y="249168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15C2DD73-34D8-FBF7-8AB6-56BDA1E39FB8}"/>
              </a:ext>
            </a:extLst>
          </p:cNvPr>
          <p:cNvCxnSpPr>
            <a:cxnSpLocks/>
          </p:cNvCxnSpPr>
          <p:nvPr/>
        </p:nvCxnSpPr>
        <p:spPr>
          <a:xfrm>
            <a:off x="5989234" y="2753591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1B1CC9F-2F23-B515-D5CC-911B64D37E42}"/>
              </a:ext>
            </a:extLst>
          </p:cNvPr>
          <p:cNvCxnSpPr>
            <a:cxnSpLocks/>
          </p:cNvCxnSpPr>
          <p:nvPr/>
        </p:nvCxnSpPr>
        <p:spPr>
          <a:xfrm>
            <a:off x="6000028" y="28193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209DFA0-C692-6EC9-9D07-C3B6049CF404}"/>
              </a:ext>
            </a:extLst>
          </p:cNvPr>
          <p:cNvCxnSpPr>
            <a:cxnSpLocks/>
          </p:cNvCxnSpPr>
          <p:nvPr/>
        </p:nvCxnSpPr>
        <p:spPr>
          <a:xfrm>
            <a:off x="6068607" y="3024524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2FCB080-DD89-C967-3AAE-519B02F047F7}"/>
              </a:ext>
            </a:extLst>
          </p:cNvPr>
          <p:cNvCxnSpPr>
            <a:cxnSpLocks/>
          </p:cNvCxnSpPr>
          <p:nvPr/>
        </p:nvCxnSpPr>
        <p:spPr>
          <a:xfrm>
            <a:off x="6135282" y="29546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D0C2EE6-E55E-88EE-4AE6-B8858A2335E9}"/>
              </a:ext>
            </a:extLst>
          </p:cNvPr>
          <p:cNvCxnSpPr>
            <a:cxnSpLocks/>
          </p:cNvCxnSpPr>
          <p:nvPr/>
        </p:nvCxnSpPr>
        <p:spPr>
          <a:xfrm>
            <a:off x="6369597" y="28421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4C38658-B4C1-6638-6EA1-900D3123CEB7}"/>
              </a:ext>
            </a:extLst>
          </p:cNvPr>
          <p:cNvCxnSpPr>
            <a:cxnSpLocks/>
          </p:cNvCxnSpPr>
          <p:nvPr/>
        </p:nvCxnSpPr>
        <p:spPr>
          <a:xfrm>
            <a:off x="5989234" y="31040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88EEAEC-E082-4F5C-3461-C3A01BF8EC04}"/>
              </a:ext>
            </a:extLst>
          </p:cNvPr>
          <p:cNvCxnSpPr>
            <a:cxnSpLocks/>
          </p:cNvCxnSpPr>
          <p:nvPr/>
        </p:nvCxnSpPr>
        <p:spPr>
          <a:xfrm>
            <a:off x="6000028" y="211833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725C64D-380F-67AC-80AD-7EB0D5F2DE73}"/>
              </a:ext>
            </a:extLst>
          </p:cNvPr>
          <p:cNvCxnSpPr>
            <a:cxnSpLocks/>
          </p:cNvCxnSpPr>
          <p:nvPr/>
        </p:nvCxnSpPr>
        <p:spPr>
          <a:xfrm>
            <a:off x="6068607" y="2323548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7C53589-36B6-E534-02D0-0DCFB4945F14}"/>
              </a:ext>
            </a:extLst>
          </p:cNvPr>
          <p:cNvCxnSpPr>
            <a:cxnSpLocks/>
          </p:cNvCxnSpPr>
          <p:nvPr/>
        </p:nvCxnSpPr>
        <p:spPr>
          <a:xfrm>
            <a:off x="6135282" y="2253684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A5C1C48-3460-2861-C66B-9CBB75810117}"/>
              </a:ext>
            </a:extLst>
          </p:cNvPr>
          <p:cNvCxnSpPr>
            <a:cxnSpLocks/>
          </p:cNvCxnSpPr>
          <p:nvPr/>
        </p:nvCxnSpPr>
        <p:spPr>
          <a:xfrm>
            <a:off x="6369597" y="2141196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8806708-CC45-E2E0-9491-BCB113FCABF4}"/>
              </a:ext>
            </a:extLst>
          </p:cNvPr>
          <p:cNvCxnSpPr>
            <a:cxnSpLocks/>
          </p:cNvCxnSpPr>
          <p:nvPr/>
        </p:nvCxnSpPr>
        <p:spPr>
          <a:xfrm>
            <a:off x="6301017" y="226840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7A06CA80-62C7-5005-8F98-0A7DFDF162F3}"/>
              </a:ext>
            </a:extLst>
          </p:cNvPr>
          <p:cNvCxnSpPr>
            <a:cxnSpLocks/>
          </p:cNvCxnSpPr>
          <p:nvPr/>
        </p:nvCxnSpPr>
        <p:spPr>
          <a:xfrm>
            <a:off x="5989234" y="240310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2A98CE85-CAD9-7793-67C5-BA1A449578F7}"/>
              </a:ext>
            </a:extLst>
          </p:cNvPr>
          <p:cNvSpPr/>
          <p:nvPr/>
        </p:nvSpPr>
        <p:spPr>
          <a:xfrm>
            <a:off x="6594768" y="1793247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2DFC1CC-3CA7-8D0B-40F1-BA5E131B6579}"/>
              </a:ext>
            </a:extLst>
          </p:cNvPr>
          <p:cNvCxnSpPr>
            <a:cxnSpLocks/>
          </p:cNvCxnSpPr>
          <p:nvPr/>
        </p:nvCxnSpPr>
        <p:spPr>
          <a:xfrm flipH="1">
            <a:off x="6998971" y="2365129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538C72F5-1EF2-04D2-477A-3BB5B7FF6039}"/>
              </a:ext>
            </a:extLst>
          </p:cNvPr>
          <p:cNvCxnSpPr>
            <a:cxnSpLocks/>
          </p:cNvCxnSpPr>
          <p:nvPr/>
        </p:nvCxnSpPr>
        <p:spPr>
          <a:xfrm>
            <a:off x="7181850" y="2367033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40D06989-A1FD-B1F2-D496-05F89D805328}"/>
              </a:ext>
            </a:extLst>
          </p:cNvPr>
          <p:cNvCxnSpPr>
            <a:cxnSpLocks/>
          </p:cNvCxnSpPr>
          <p:nvPr/>
        </p:nvCxnSpPr>
        <p:spPr>
          <a:xfrm>
            <a:off x="7414260" y="2365129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C0EA1119-4BA9-7A4B-DF2F-068A74B8B8AE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3799139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4F7AE198-73CE-34BC-D203-84C7FDEE7DED}"/>
              </a:ext>
            </a:extLst>
          </p:cNvPr>
          <p:cNvCxnSpPr>
            <a:cxnSpLocks/>
          </p:cNvCxnSpPr>
          <p:nvPr/>
        </p:nvCxnSpPr>
        <p:spPr>
          <a:xfrm>
            <a:off x="6058126" y="440698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B593BFDA-C6CD-4377-59C3-01A7804512BE}"/>
              </a:ext>
            </a:extLst>
          </p:cNvPr>
          <p:cNvCxnSpPr>
            <a:cxnSpLocks/>
          </p:cNvCxnSpPr>
          <p:nvPr/>
        </p:nvCxnSpPr>
        <p:spPr>
          <a:xfrm>
            <a:off x="6058126" y="37919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B9413B6F-A307-E90C-C7C8-C828F5BA64A6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2793540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A1A0260C-567D-6A50-EA13-6BF66129CE13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012194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68640AB5-999C-EE4B-5E3B-F52337BAF51B}"/>
              </a:ext>
            </a:extLst>
          </p:cNvPr>
          <p:cNvSpPr/>
          <p:nvPr/>
        </p:nvSpPr>
        <p:spPr>
          <a:xfrm>
            <a:off x="4543985" y="2249496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9066E9-E06E-0384-64E2-7650B41BE4A9}"/>
              </a:ext>
            </a:extLst>
          </p:cNvPr>
          <p:cNvSpPr/>
          <p:nvPr/>
        </p:nvSpPr>
        <p:spPr>
          <a:xfrm>
            <a:off x="4465271" y="1598048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75272-4D4C-8BA2-3405-1D1C9A974C9E}"/>
              </a:ext>
            </a:extLst>
          </p:cNvPr>
          <p:cNvSpPr txBox="1"/>
          <p:nvPr/>
        </p:nvSpPr>
        <p:spPr>
          <a:xfrm>
            <a:off x="5612472" y="1443091"/>
            <a:ext cx="108000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199FE2-DF26-5C4C-0C45-49FF5B9E7949}"/>
              </a:ext>
            </a:extLst>
          </p:cNvPr>
          <p:cNvSpPr/>
          <p:nvPr/>
        </p:nvSpPr>
        <p:spPr>
          <a:xfrm>
            <a:off x="4465272" y="3587128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88E28F-1200-C706-2184-ECC76D9B7EBC}"/>
              </a:ext>
            </a:extLst>
          </p:cNvPr>
          <p:cNvSpPr txBox="1"/>
          <p:nvPr/>
        </p:nvSpPr>
        <p:spPr>
          <a:xfrm>
            <a:off x="5792472" y="3433912"/>
            <a:ext cx="72000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2EB1CCD8-7ADD-5ACD-7E12-3CEABCF94034}"/>
              </a:ext>
            </a:extLst>
          </p:cNvPr>
          <p:cNvSpPr/>
          <p:nvPr/>
        </p:nvSpPr>
        <p:spPr>
          <a:xfrm rot="18582686">
            <a:off x="4926379" y="3977736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333FBBA8-4B34-B762-AD36-3354D6BA00E8}"/>
              </a:ext>
            </a:extLst>
          </p:cNvPr>
          <p:cNvSpPr/>
          <p:nvPr/>
        </p:nvSpPr>
        <p:spPr>
          <a:xfrm rot="2839795" flipV="1">
            <a:off x="5471056" y="4114166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52095BA3-5109-1861-66E4-73B6C88B8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3979177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B89E42F-C296-A5EC-5559-01C74C0B8D6B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416022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2EF6916-7548-64D7-5B1E-301649C13462}"/>
              </a:ext>
            </a:extLst>
          </p:cNvPr>
          <p:cNvSpPr/>
          <p:nvPr/>
        </p:nvSpPr>
        <p:spPr>
          <a:xfrm>
            <a:off x="8396370" y="452658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196F69-743A-8A36-BB43-EF66CF3BE18A}"/>
              </a:ext>
            </a:extLst>
          </p:cNvPr>
          <p:cNvSpPr txBox="1"/>
          <p:nvPr/>
        </p:nvSpPr>
        <p:spPr>
          <a:xfrm>
            <a:off x="9515311" y="45761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00B4FFED-3631-EA04-FC10-AB04296E6AEF}"/>
              </a:ext>
            </a:extLst>
          </p:cNvPr>
          <p:cNvSpPr/>
          <p:nvPr/>
        </p:nvSpPr>
        <p:spPr>
          <a:xfrm>
            <a:off x="9794173" y="4652835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DB3A7E1-1A39-A904-87EA-88036A938D80}"/>
              </a:ext>
            </a:extLst>
          </p:cNvPr>
          <p:cNvSpPr/>
          <p:nvPr/>
        </p:nvSpPr>
        <p:spPr>
          <a:xfrm>
            <a:off x="10752138" y="4628776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3CB39A-5AAA-A3AB-0690-04D609159076}"/>
              </a:ext>
            </a:extLst>
          </p:cNvPr>
          <p:cNvSpPr txBox="1"/>
          <p:nvPr/>
        </p:nvSpPr>
        <p:spPr>
          <a:xfrm>
            <a:off x="10752138" y="4633877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58A43B-E671-DD26-5811-AA5CB2C479D0}"/>
              </a:ext>
            </a:extLst>
          </p:cNvPr>
          <p:cNvCxnSpPr>
            <a:cxnSpLocks/>
          </p:cNvCxnSpPr>
          <p:nvPr/>
        </p:nvCxnSpPr>
        <p:spPr>
          <a:xfrm>
            <a:off x="10265793" y="476083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4CFC99D-D783-02AC-C234-715031A3455A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623675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6D2190C-E785-092A-DFC4-B3AFC348BCCD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1" y="4070103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1107D66B-5978-534F-2C85-2AC52F23987C}"/>
              </a:ext>
            </a:extLst>
          </p:cNvPr>
          <p:cNvSpPr/>
          <p:nvPr/>
        </p:nvSpPr>
        <p:spPr>
          <a:xfrm>
            <a:off x="7004686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FB886AD-00B2-C7D3-F30A-DAD818475920}"/>
              </a:ext>
            </a:extLst>
          </p:cNvPr>
          <p:cNvSpPr/>
          <p:nvPr/>
        </p:nvSpPr>
        <p:spPr>
          <a:xfrm>
            <a:off x="68865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809EB41-D120-6353-714E-919E9C6B4C6C}"/>
              </a:ext>
            </a:extLst>
          </p:cNvPr>
          <p:cNvSpPr/>
          <p:nvPr/>
        </p:nvSpPr>
        <p:spPr>
          <a:xfrm>
            <a:off x="70008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BA5FD2E-1FAF-86CE-88A3-8D9CA9EAA474}"/>
              </a:ext>
            </a:extLst>
          </p:cNvPr>
          <p:cNvSpPr/>
          <p:nvPr/>
        </p:nvSpPr>
        <p:spPr>
          <a:xfrm>
            <a:off x="7587616" y="4417462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8322807A-E6EF-F7AC-ACC9-EC6924C1972B}"/>
              </a:ext>
            </a:extLst>
          </p:cNvPr>
          <p:cNvCxnSpPr>
            <a:cxnSpLocks/>
          </p:cNvCxnSpPr>
          <p:nvPr/>
        </p:nvCxnSpPr>
        <p:spPr>
          <a:xfrm>
            <a:off x="6196540" y="4630535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14CA40F-8431-6665-A1C5-CCDD766DC24F}"/>
              </a:ext>
            </a:extLst>
          </p:cNvPr>
          <p:cNvCxnSpPr>
            <a:cxnSpLocks/>
          </p:cNvCxnSpPr>
          <p:nvPr/>
        </p:nvCxnSpPr>
        <p:spPr>
          <a:xfrm>
            <a:off x="6254340" y="4542337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2A069C6C-2651-6AEC-393B-D9366895F56E}"/>
              </a:ext>
            </a:extLst>
          </p:cNvPr>
          <p:cNvCxnSpPr>
            <a:cxnSpLocks/>
          </p:cNvCxnSpPr>
          <p:nvPr/>
        </p:nvCxnSpPr>
        <p:spPr>
          <a:xfrm>
            <a:off x="6323555" y="4429849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51FBE785-0E83-9F88-1BBA-A4C5A13C4916}"/>
              </a:ext>
            </a:extLst>
          </p:cNvPr>
          <p:cNvCxnSpPr>
            <a:cxnSpLocks/>
          </p:cNvCxnSpPr>
          <p:nvPr/>
        </p:nvCxnSpPr>
        <p:spPr>
          <a:xfrm>
            <a:off x="6254974" y="39272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84726A4-F661-96E4-0F7F-E5DFE8A28337}"/>
              </a:ext>
            </a:extLst>
          </p:cNvPr>
          <p:cNvCxnSpPr>
            <a:cxnSpLocks/>
          </p:cNvCxnSpPr>
          <p:nvPr/>
        </p:nvCxnSpPr>
        <p:spPr>
          <a:xfrm>
            <a:off x="6323555" y="38147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44B86B65-375D-2780-397A-7FBC4F22D78C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6" y="4072009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D45B4C5-A999-B959-CB47-86F7E658EAD9}"/>
              </a:ext>
            </a:extLst>
          </p:cNvPr>
          <p:cNvSpPr/>
          <p:nvPr/>
        </p:nvSpPr>
        <p:spPr>
          <a:xfrm>
            <a:off x="7585711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09ED9B64-D287-7661-CB89-EB630FBA1CE7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1" y="4687323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18DA5F24-DB29-2445-2480-9A2BAFA34E45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1" y="4687323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190F1144-4976-BC6F-C78F-00EA69C40402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1" y="4688864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602C719-982C-8299-57AF-7BAE94347015}"/>
              </a:ext>
            </a:extLst>
          </p:cNvPr>
          <p:cNvCxnSpPr>
            <a:cxnSpLocks/>
          </p:cNvCxnSpPr>
          <p:nvPr/>
        </p:nvCxnSpPr>
        <p:spPr>
          <a:xfrm>
            <a:off x="6047332" y="40766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9B7D48D6-560E-98A2-1DAC-AE0E24B6568C}"/>
              </a:ext>
            </a:extLst>
          </p:cNvPr>
          <p:cNvCxnSpPr>
            <a:cxnSpLocks/>
          </p:cNvCxnSpPr>
          <p:nvPr/>
        </p:nvCxnSpPr>
        <p:spPr>
          <a:xfrm>
            <a:off x="6047332" y="469175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2944B6-AA8F-6357-7B11-09C6DA54716A}"/>
              </a:ext>
            </a:extLst>
          </p:cNvPr>
          <p:cNvGrpSpPr/>
          <p:nvPr/>
        </p:nvGrpSpPr>
        <p:grpSpPr>
          <a:xfrm>
            <a:off x="7032504" y="2078683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C73C910-9F2C-39C8-3612-3DEEBB79B13F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CEFECFB-F68C-73AF-597E-B946E2EE03A1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C9A5477-A47E-DA88-4AFB-67CC64333978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FDE655B-79E4-0520-4ABB-BC7A5B930319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A54A7D68-505B-8FDE-6085-1F80EB2305F2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B420D1F3-5027-46B8-CAA9-24531DC96952}"/>
              </a:ext>
            </a:extLst>
          </p:cNvPr>
          <p:cNvSpPr/>
          <p:nvPr/>
        </p:nvSpPr>
        <p:spPr>
          <a:xfrm>
            <a:off x="4981065" y="2884340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22ED33-41C9-CC07-F5C8-88D5E0D48CE7}"/>
              </a:ext>
            </a:extLst>
          </p:cNvPr>
          <p:cNvSpPr/>
          <p:nvPr/>
        </p:nvSpPr>
        <p:spPr>
          <a:xfrm>
            <a:off x="4981065" y="4624748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888354-4FA6-85EC-4B97-D62403DC0E27}"/>
              </a:ext>
            </a:extLst>
          </p:cNvPr>
          <p:cNvSpPr/>
          <p:nvPr/>
        </p:nvSpPr>
        <p:spPr>
          <a:xfrm>
            <a:off x="6824829" y="1753574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spectrum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8E3DD0-BB48-0E1F-F3BF-59809C05F4AA}"/>
              </a:ext>
            </a:extLst>
          </p:cNvPr>
          <p:cNvSpPr/>
          <p:nvPr/>
        </p:nvSpPr>
        <p:spPr>
          <a:xfrm>
            <a:off x="10451107" y="1755938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CD17CD-0D08-6CBC-8B36-FCD897BCE630}"/>
              </a:ext>
            </a:extLst>
          </p:cNvPr>
          <p:cNvSpPr/>
          <p:nvPr/>
        </p:nvSpPr>
        <p:spPr>
          <a:xfrm>
            <a:off x="6758941" y="4921754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477395E-4FEC-8DE8-176F-98FE71DC990D}"/>
              </a:ext>
            </a:extLst>
          </p:cNvPr>
          <p:cNvSpPr/>
          <p:nvPr/>
        </p:nvSpPr>
        <p:spPr>
          <a:xfrm>
            <a:off x="6824829" y="3039014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2C191CB2-B754-DC4F-A5DA-04145D8FC745}"/>
              </a:ext>
            </a:extLst>
          </p:cNvPr>
          <p:cNvSpPr/>
          <p:nvPr/>
        </p:nvSpPr>
        <p:spPr>
          <a:xfrm rot="16200000">
            <a:off x="8885062" y="1669663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BAD474-9113-DFF0-F389-9893954F19E0}"/>
              </a:ext>
            </a:extLst>
          </p:cNvPr>
          <p:cNvSpPr/>
          <p:nvPr/>
        </p:nvSpPr>
        <p:spPr>
          <a:xfrm>
            <a:off x="8569326" y="1785268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AF3677-48D6-7CD1-2A4D-49D317117F6D}"/>
              </a:ext>
            </a:extLst>
          </p:cNvPr>
          <p:cNvSpPr/>
          <p:nvPr/>
        </p:nvSpPr>
        <p:spPr>
          <a:xfrm>
            <a:off x="930573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2D4CF32-429E-B5BE-4DA0-C896698FFAF4}"/>
              </a:ext>
            </a:extLst>
          </p:cNvPr>
          <p:cNvSpPr/>
          <p:nvPr/>
        </p:nvSpPr>
        <p:spPr>
          <a:xfrm>
            <a:off x="981078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B07531E-FDFF-6C5B-66F6-374DF3A3CB70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1998176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1D01479-87D0-F95E-6EA8-263E66E6864D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1998177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23A0A3D5-7042-0566-9FE0-D7A35153CD63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2157501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6A68D8D-04D0-B734-AE6B-01971BC2422C}"/>
              </a:ext>
            </a:extLst>
          </p:cNvPr>
          <p:cNvSpPr txBox="1"/>
          <p:nvPr/>
        </p:nvSpPr>
        <p:spPr>
          <a:xfrm>
            <a:off x="4454991" y="10647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1F9B17-4E94-AC3B-DD36-B3A37C0ECB53}"/>
              </a:ext>
            </a:extLst>
          </p:cNvPr>
          <p:cNvSpPr txBox="1"/>
          <p:nvPr/>
        </p:nvSpPr>
        <p:spPr>
          <a:xfrm>
            <a:off x="8366716" y="112148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577643-B682-1E4F-03AE-FDE1896A9EC5}"/>
              </a:ext>
            </a:extLst>
          </p:cNvPr>
          <p:cNvSpPr/>
          <p:nvPr/>
        </p:nvSpPr>
        <p:spPr>
          <a:xfrm>
            <a:off x="426302" y="1206978"/>
            <a:ext cx="3714725" cy="3931978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17391EB-CB52-EDF7-4EAF-811DAE8E7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129349"/>
              </p:ext>
            </p:extLst>
          </p:nvPr>
        </p:nvGraphicFramePr>
        <p:xfrm>
          <a:off x="642217" y="1838517"/>
          <a:ext cx="1583555" cy="187200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823728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30708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29119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5907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Compound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IE</a:t>
                      </a:r>
                      <a:endParaRPr lang="en-US" sz="12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216132">
                <a:tc rowSpan="2"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216132">
                <a:tc rowSpan="4">
                  <a:txBody>
                    <a:bodyPr/>
                    <a:lstStyle/>
                    <a:p>
                      <a:pPr algn="ctr"/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132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5580CC2-102D-7564-F01D-5D6428EAD90E}"/>
              </a:ext>
            </a:extLst>
          </p:cNvPr>
          <p:cNvSpPr txBox="1"/>
          <p:nvPr/>
        </p:nvSpPr>
        <p:spPr>
          <a:xfrm>
            <a:off x="1283920" y="126385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summary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73B7FD-C92B-C354-EF9D-B8B6280F284E}"/>
              </a:ext>
            </a:extLst>
          </p:cNvPr>
          <p:cNvSpPr/>
          <p:nvPr/>
        </p:nvSpPr>
        <p:spPr>
          <a:xfrm>
            <a:off x="1039116" y="3872415"/>
            <a:ext cx="877196" cy="154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library</a:t>
            </a:r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8C8F158D-B2E0-A8F2-F4E7-2AA4D1472FE9}"/>
              </a:ext>
            </a:extLst>
          </p:cNvPr>
          <p:cNvSpPr/>
          <p:nvPr/>
        </p:nvSpPr>
        <p:spPr>
          <a:xfrm>
            <a:off x="1518949" y="2323962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loud 25">
            <a:extLst>
              <a:ext uri="{FF2B5EF4-FFF2-40B4-BE49-F238E27FC236}">
                <a16:creationId xmlns:a16="http://schemas.microsoft.com/office/drawing/2014/main" id="{BFBD9597-49F6-B178-C487-B4549C1E4B27}"/>
              </a:ext>
            </a:extLst>
          </p:cNvPr>
          <p:cNvSpPr/>
          <p:nvPr/>
        </p:nvSpPr>
        <p:spPr>
          <a:xfrm>
            <a:off x="1523132" y="2864366"/>
            <a:ext cx="216000" cy="180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laque 26">
            <a:extLst>
              <a:ext uri="{FF2B5EF4-FFF2-40B4-BE49-F238E27FC236}">
                <a16:creationId xmlns:a16="http://schemas.microsoft.com/office/drawing/2014/main" id="{1CD011A2-F654-B667-215E-5960B5C8BCDE}"/>
              </a:ext>
            </a:extLst>
          </p:cNvPr>
          <p:cNvSpPr/>
          <p:nvPr/>
        </p:nvSpPr>
        <p:spPr>
          <a:xfrm rot="2700000">
            <a:off x="829880" y="2833884"/>
            <a:ext cx="443214" cy="44321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ED8E8DAA-DDFB-A8F0-77B7-872FF7DE39B0}"/>
              </a:ext>
            </a:extLst>
          </p:cNvPr>
          <p:cNvSpPr/>
          <p:nvPr/>
        </p:nvSpPr>
        <p:spPr>
          <a:xfrm>
            <a:off x="884055" y="2243411"/>
            <a:ext cx="335056" cy="33505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4" name="Cloud 53">
            <a:extLst>
              <a:ext uri="{FF2B5EF4-FFF2-40B4-BE49-F238E27FC236}">
                <a16:creationId xmlns:a16="http://schemas.microsoft.com/office/drawing/2014/main" id="{7572791F-F1D1-FEC6-0E2F-C176E574AAE5}"/>
              </a:ext>
            </a:extLst>
          </p:cNvPr>
          <p:cNvSpPr/>
          <p:nvPr/>
        </p:nvSpPr>
        <p:spPr>
          <a:xfrm>
            <a:off x="1523132" y="3294911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3CC255C3-C079-2F35-ED97-113F2D2BA275}"/>
              </a:ext>
            </a:extLst>
          </p:cNvPr>
          <p:cNvSpPr/>
          <p:nvPr/>
        </p:nvSpPr>
        <p:spPr>
          <a:xfrm>
            <a:off x="2268544" y="2223296"/>
            <a:ext cx="144000" cy="396000"/>
          </a:xfrm>
          <a:prstGeom prst="rightBrace">
            <a:avLst>
              <a:gd name="adj1" fmla="val 38030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4D35CF3C-9B49-DBC4-B979-CCE96A8D8F93}"/>
              </a:ext>
            </a:extLst>
          </p:cNvPr>
          <p:cNvSpPr/>
          <p:nvPr/>
        </p:nvSpPr>
        <p:spPr>
          <a:xfrm>
            <a:off x="2268544" y="2649381"/>
            <a:ext cx="144000" cy="603250"/>
          </a:xfrm>
          <a:prstGeom prst="rightBrace">
            <a:avLst>
              <a:gd name="adj1" fmla="val 38030"/>
              <a:gd name="adj2" fmla="val 3291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4BE1C280-9501-51F4-45ED-856BCF98032D}"/>
              </a:ext>
            </a:extLst>
          </p:cNvPr>
          <p:cNvSpPr/>
          <p:nvPr/>
        </p:nvSpPr>
        <p:spPr>
          <a:xfrm>
            <a:off x="2268544" y="3290731"/>
            <a:ext cx="144000" cy="186768"/>
          </a:xfrm>
          <a:prstGeom prst="rightBrace">
            <a:avLst>
              <a:gd name="adj1" fmla="val 38030"/>
              <a:gd name="adj2" fmla="val 3096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EF0E3817-736C-F168-7E5A-0A42BED08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635055"/>
              </p:ext>
            </p:extLst>
          </p:nvPr>
        </p:nvGraphicFramePr>
        <p:xfrm>
          <a:off x="2502590" y="1844310"/>
          <a:ext cx="1416379" cy="187912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624379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 (Body)"/>
                          <a:ea typeface="Verdana" panose="020B0604030504040204" pitchFamily="34" charset="0"/>
                          <a:cs typeface="+mn-cs"/>
                        </a:rPr>
                        <a:t>Comp + pH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 (Body)"/>
                          <a:ea typeface="Verdana" panose="020B0604030504040204" pitchFamily="34" charset="0"/>
                        </a:rPr>
                        <a:t>log</a:t>
                      </a:r>
                      <a:r>
                        <a:rPr lang="en-US" sz="1200" i="1" dirty="0">
                          <a:latin typeface="Calibri (Body)"/>
                          <a:ea typeface="Verdana" panose="020B0604030504040204" pitchFamily="34" charset="0"/>
                        </a:rPr>
                        <a:t>IE </a:t>
                      </a:r>
                      <a:r>
                        <a:rPr lang="en-US" sz="1200" i="0" dirty="0">
                          <a:latin typeface="Calibri (Body)"/>
                          <a:ea typeface="Verdana" panose="020B0604030504040204" pitchFamily="34" charset="0"/>
                        </a:rPr>
                        <a:t>(average)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41917"/>
                  </a:ext>
                </a:extLst>
              </a:tr>
              <a:tr h="432908"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</a:rPr>
                        <a:t>3.10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454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89" name="Plaque 88">
            <a:extLst>
              <a:ext uri="{FF2B5EF4-FFF2-40B4-BE49-F238E27FC236}">
                <a16:creationId xmlns:a16="http://schemas.microsoft.com/office/drawing/2014/main" id="{F3EA92C0-0E56-D8AF-B650-B9595EBD80E7}"/>
              </a:ext>
            </a:extLst>
          </p:cNvPr>
          <p:cNvSpPr/>
          <p:nvPr/>
        </p:nvSpPr>
        <p:spPr>
          <a:xfrm rot="2700000">
            <a:off x="2744746" y="3136988"/>
            <a:ext cx="300520" cy="300518"/>
          </a:xfrm>
          <a:prstGeom prst="plaque">
            <a:avLst>
              <a:gd name="adj" fmla="val 40364"/>
            </a:avLst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90" name="Pentagon 89">
            <a:extLst>
              <a:ext uri="{FF2B5EF4-FFF2-40B4-BE49-F238E27FC236}">
                <a16:creationId xmlns:a16="http://schemas.microsoft.com/office/drawing/2014/main" id="{A190384F-6C9D-E015-B5EB-CD3FA06CDDFF}"/>
              </a:ext>
            </a:extLst>
          </p:cNvPr>
          <p:cNvSpPr/>
          <p:nvPr/>
        </p:nvSpPr>
        <p:spPr>
          <a:xfrm>
            <a:off x="2746190" y="2276093"/>
            <a:ext cx="297632" cy="297630"/>
          </a:xfrm>
          <a:prstGeom prst="pentagon">
            <a:avLst/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91" name="Plaque 90">
            <a:extLst>
              <a:ext uri="{FF2B5EF4-FFF2-40B4-BE49-F238E27FC236}">
                <a16:creationId xmlns:a16="http://schemas.microsoft.com/office/drawing/2014/main" id="{D04AD0B7-8875-91BC-1260-238D09917F62}"/>
              </a:ext>
            </a:extLst>
          </p:cNvPr>
          <p:cNvSpPr/>
          <p:nvPr/>
        </p:nvSpPr>
        <p:spPr>
          <a:xfrm rot="2700000">
            <a:off x="2744746" y="2707251"/>
            <a:ext cx="300520" cy="300518"/>
          </a:xfrm>
          <a:prstGeom prst="plaque">
            <a:avLst>
              <a:gd name="adj" fmla="val 40364"/>
            </a:avLst>
          </a:prstGeom>
          <a:solidFill>
            <a:srgbClr val="DE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E6BEC59-2CF0-38E2-C564-C078A290B97B}"/>
              </a:ext>
            </a:extLst>
          </p:cNvPr>
          <p:cNvGrpSpPr/>
          <p:nvPr/>
        </p:nvGrpSpPr>
        <p:grpSpPr>
          <a:xfrm>
            <a:off x="1280934" y="3909100"/>
            <a:ext cx="2005461" cy="1090014"/>
            <a:chOff x="1215166" y="3890842"/>
            <a:chExt cx="2005461" cy="1090014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CAB8224-14FD-A76C-6840-B5D7A269019B}"/>
                </a:ext>
              </a:extLst>
            </p:cNvPr>
            <p:cNvSpPr txBox="1"/>
            <p:nvPr/>
          </p:nvSpPr>
          <p:spPr>
            <a:xfrm>
              <a:off x="1816527" y="4219869"/>
              <a:ext cx="130767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Compound (shape)</a:t>
              </a: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567F8CC-36C9-EA00-6F42-C8A650DB5DA2}"/>
                </a:ext>
              </a:extLst>
            </p:cNvPr>
            <p:cNvSpPr/>
            <p:nvPr/>
          </p:nvSpPr>
          <p:spPr>
            <a:xfrm>
              <a:off x="1215166" y="4176198"/>
              <a:ext cx="2005461" cy="738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Gelijkbenige driehoek 51">
              <a:extLst>
                <a:ext uri="{FF2B5EF4-FFF2-40B4-BE49-F238E27FC236}">
                  <a16:creationId xmlns:a16="http://schemas.microsoft.com/office/drawing/2014/main" id="{1BB95E64-7C1B-1DD1-9E99-DCC15C25BDF4}"/>
                </a:ext>
              </a:extLst>
            </p:cNvPr>
            <p:cNvSpPr/>
            <p:nvPr/>
          </p:nvSpPr>
          <p:spPr>
            <a:xfrm rot="7639531">
              <a:off x="2479067" y="389084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96" name="Pentagon 95">
              <a:extLst>
                <a:ext uri="{FF2B5EF4-FFF2-40B4-BE49-F238E27FC236}">
                  <a16:creationId xmlns:a16="http://schemas.microsoft.com/office/drawing/2014/main" id="{039CD5AC-DD4A-6301-A508-375E392506AE}"/>
                </a:ext>
              </a:extLst>
            </p:cNvPr>
            <p:cNvSpPr/>
            <p:nvPr/>
          </p:nvSpPr>
          <p:spPr>
            <a:xfrm>
              <a:off x="1300017" y="4303271"/>
              <a:ext cx="459874" cy="459870"/>
            </a:xfrm>
            <a:prstGeom prst="pentagon">
              <a:avLst/>
            </a:prstGeom>
            <a:solidFill>
              <a:srgbClr val="FFD966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8D5DAF2B-AFC6-AF83-6A41-AD2A1CDBC33F}"/>
                </a:ext>
              </a:extLst>
            </p:cNvPr>
            <p:cNvSpPr/>
            <p:nvPr/>
          </p:nvSpPr>
          <p:spPr>
            <a:xfrm rot="3190960" flipV="1">
              <a:off x="1552099" y="4017625"/>
              <a:ext cx="673127" cy="739758"/>
            </a:xfrm>
            <a:prstGeom prst="arc">
              <a:avLst>
                <a:gd name="adj1" fmla="val 16654307"/>
                <a:gd name="adj2" fmla="val 19162302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2D9142C-689F-3163-744C-7D4FFC791F18}"/>
                </a:ext>
              </a:extLst>
            </p:cNvPr>
            <p:cNvSpPr txBox="1"/>
            <p:nvPr/>
          </p:nvSpPr>
          <p:spPr>
            <a:xfrm>
              <a:off x="1824445" y="4592824"/>
              <a:ext cx="8304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CB53C7B7-48B7-6B01-B963-BD0BA5483427}"/>
                </a:ext>
              </a:extLst>
            </p:cNvPr>
            <p:cNvSpPr/>
            <p:nvPr/>
          </p:nvSpPr>
          <p:spPr>
            <a:xfrm rot="18900000">
              <a:off x="1555242" y="4328270"/>
              <a:ext cx="593808" cy="652586"/>
            </a:xfrm>
            <a:prstGeom prst="arc">
              <a:avLst>
                <a:gd name="adj1" fmla="val 17007455"/>
                <a:gd name="adj2" fmla="val 19065717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D03075EF-4F3E-B216-F6F1-1E9714D6B276}"/>
              </a:ext>
            </a:extLst>
          </p:cNvPr>
          <p:cNvSpPr/>
          <p:nvPr/>
        </p:nvSpPr>
        <p:spPr>
          <a:xfrm>
            <a:off x="2895037" y="3820314"/>
            <a:ext cx="803106" cy="242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dataset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855F5C-2FD0-3A38-F520-547376E41523}"/>
              </a:ext>
            </a:extLst>
          </p:cNvPr>
          <p:cNvSpPr txBox="1"/>
          <p:nvPr/>
        </p:nvSpPr>
        <p:spPr>
          <a:xfrm>
            <a:off x="490646" y="126385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3470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1171</TotalTime>
  <Words>74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Calibri (Body)</vt:lpstr>
      <vt:lpstr>Calibri Light</vt:lpstr>
      <vt:lpstr>Cambria</vt:lpstr>
      <vt:lpstr>Consolas</vt:lpstr>
      <vt:lpstr>Lato</vt:lpstr>
      <vt:lpstr>Verdana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37</cp:revision>
  <dcterms:created xsi:type="dcterms:W3CDTF">2024-03-03T20:53:48Z</dcterms:created>
  <dcterms:modified xsi:type="dcterms:W3CDTF">2025-05-05T15:42:34Z</dcterms:modified>
</cp:coreProperties>
</file>