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65" r:id="rId2"/>
    <p:sldId id="266" r:id="rId3"/>
  </p:sldIdLst>
  <p:sldSz cx="12192000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P model" id="{1B42616A-2B09-4BA8-A4B2-CD3BE1E7681C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81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3838"/>
    <a:srgbClr val="F2BE00"/>
    <a:srgbClr val="333F50"/>
    <a:srgbClr val="BAFDB1"/>
    <a:srgbClr val="86B4E6"/>
    <a:srgbClr val="767171"/>
    <a:srgbClr val="A6A6A6"/>
    <a:srgbClr val="000000"/>
    <a:srgbClr val="FFBC15"/>
    <a:srgbClr val="DEA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72" autoAdjust="0"/>
    <p:restoredTop sz="95172" autoAdjust="0"/>
  </p:normalViewPr>
  <p:slideViewPr>
    <p:cSldViewPr snapToGrid="0">
      <p:cViewPr>
        <p:scale>
          <a:sx n="100" d="100"/>
          <a:sy n="100" d="100"/>
        </p:scale>
        <p:origin x="202" y="77"/>
      </p:cViewPr>
      <p:guideLst>
        <p:guide orient="horz" pos="181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53B01-EE6D-4CBE-BDF8-35F5AB9D69BD}" type="datetimeFigureOut">
              <a:rPr lang="en-US" smtClean="0"/>
              <a:t>5/4/2025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3513" y="1143000"/>
            <a:ext cx="6530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82D7BF-320F-4243-B682-510A319824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583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33E52-901C-73DA-5B16-7697F3F3F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321D0-BE67-38DD-9623-82AE1B591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3513" y="1143000"/>
            <a:ext cx="65309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A625A4-0A6D-21B1-7859-57017ECD0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5E420-C97B-2D87-D5F3-2C40DECBE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383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D4033-E31E-492C-328F-771B29B20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C048B7-2CF6-E3A9-8EF1-8A9FF9B13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3513" y="1143000"/>
            <a:ext cx="65309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2FA5B6-28B6-2E61-FDBA-4782FC2EA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59869-E874-4A9B-6BBC-95A814016B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589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42577"/>
            <a:ext cx="9144000" cy="2005142"/>
          </a:xfrm>
        </p:spPr>
        <p:txBody>
          <a:bodyPr anchor="b"/>
          <a:lstStyle>
            <a:lvl1pPr algn="ctr"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25045"/>
            <a:ext cx="9144000" cy="1390533"/>
          </a:xfrm>
        </p:spPr>
        <p:txBody>
          <a:bodyPr/>
          <a:lstStyle>
            <a:lvl1pPr marL="0" indent="0" algn="ctr">
              <a:buNone/>
              <a:defRPr sz="2016"/>
            </a:lvl1pPr>
            <a:lvl2pPr marL="383957" indent="0" algn="ctr">
              <a:buNone/>
              <a:defRPr sz="1680"/>
            </a:lvl2pPr>
            <a:lvl3pPr marL="767913" indent="0" algn="ctr">
              <a:buNone/>
              <a:defRPr sz="1512"/>
            </a:lvl3pPr>
            <a:lvl4pPr marL="1151870" indent="0" algn="ctr">
              <a:buNone/>
              <a:defRPr sz="1344"/>
            </a:lvl4pPr>
            <a:lvl5pPr marL="1535826" indent="0" algn="ctr">
              <a:buNone/>
              <a:defRPr sz="1344"/>
            </a:lvl5pPr>
            <a:lvl6pPr marL="1919783" indent="0" algn="ctr">
              <a:buNone/>
              <a:defRPr sz="1344"/>
            </a:lvl6pPr>
            <a:lvl7pPr marL="2303739" indent="0" algn="ctr">
              <a:buNone/>
              <a:defRPr sz="1344"/>
            </a:lvl7pPr>
            <a:lvl8pPr marL="2687696" indent="0" algn="ctr">
              <a:buNone/>
              <a:defRPr sz="1344"/>
            </a:lvl8pPr>
            <a:lvl9pPr marL="3071652" indent="0" algn="ctr">
              <a:buNone/>
              <a:defRPr sz="13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239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54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435864"/>
            <a:ext cx="10515600" cy="2395771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854300"/>
            <a:ext cx="10515600" cy="1259879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1pPr>
            <a:lvl2pPr marL="383957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2pPr>
            <a:lvl3pPr marL="76791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3pPr>
            <a:lvl4pPr marL="1151870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4pPr>
            <a:lvl5pPr marL="153582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5pPr>
            <a:lvl6pPr marL="1919783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6pPr>
            <a:lvl7pPr marL="2303739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7pPr>
            <a:lvl8pPr marL="268769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8pPr>
            <a:lvl9pPr marL="3071652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474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33187"/>
            <a:ext cx="5181600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33187"/>
            <a:ext cx="5181600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481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06638"/>
            <a:ext cx="10515600" cy="11132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411865"/>
            <a:ext cx="5157787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103799"/>
            <a:ext cx="5157787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11865"/>
            <a:ext cx="5183188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103799"/>
            <a:ext cx="5183188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908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492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52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83963"/>
            <a:ext cx="3932237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829255"/>
            <a:ext cx="6172200" cy="4092942"/>
          </a:xfrm>
        </p:spPr>
        <p:txBody>
          <a:bodyPr/>
          <a:lstStyle>
            <a:lvl1pPr>
              <a:defRPr sz="2687"/>
            </a:lvl1pPr>
            <a:lvl2pPr>
              <a:defRPr sz="2351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27835"/>
            <a:ext cx="3932237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041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83963"/>
            <a:ext cx="3932237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29255"/>
            <a:ext cx="6172200" cy="4092942"/>
          </a:xfrm>
        </p:spPr>
        <p:txBody>
          <a:bodyPr anchor="t"/>
          <a:lstStyle>
            <a:lvl1pPr marL="0" indent="0">
              <a:buNone/>
              <a:defRPr sz="2687"/>
            </a:lvl1pPr>
            <a:lvl2pPr marL="383957" indent="0">
              <a:buNone/>
              <a:defRPr sz="2351"/>
            </a:lvl2pPr>
            <a:lvl3pPr marL="767913" indent="0">
              <a:buNone/>
              <a:defRPr sz="2016"/>
            </a:lvl3pPr>
            <a:lvl4pPr marL="1151870" indent="0">
              <a:buNone/>
              <a:defRPr sz="1680"/>
            </a:lvl4pPr>
            <a:lvl5pPr marL="1535826" indent="0">
              <a:buNone/>
              <a:defRPr sz="1680"/>
            </a:lvl5pPr>
            <a:lvl6pPr marL="1919783" indent="0">
              <a:buNone/>
              <a:defRPr sz="1680"/>
            </a:lvl6pPr>
            <a:lvl7pPr marL="2303739" indent="0">
              <a:buNone/>
              <a:defRPr sz="1680"/>
            </a:lvl7pPr>
            <a:lvl8pPr marL="2687696" indent="0">
              <a:buNone/>
              <a:defRPr sz="1680"/>
            </a:lvl8pPr>
            <a:lvl9pPr marL="3071652" indent="0">
              <a:buNone/>
              <a:defRPr sz="1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27835"/>
            <a:ext cx="3932237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230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355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06637"/>
            <a:ext cx="2628900" cy="48808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06637"/>
            <a:ext cx="7734300" cy="48808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806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06638"/>
            <a:ext cx="10515600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33187"/>
            <a:ext cx="10515600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338158"/>
            <a:ext cx="27432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9046E-0F48-469F-B64E-AD898842AE09}" type="datetimeFigureOut">
              <a:rPr lang="en-US" smtClean="0"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338158"/>
            <a:ext cx="41148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338158"/>
            <a:ext cx="27432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16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67913" rtl="0" eaLnBrk="1" latinLnBrk="0" hangingPunct="1">
        <a:lnSpc>
          <a:spcPct val="90000"/>
        </a:lnSpc>
        <a:spcBef>
          <a:spcPct val="0"/>
        </a:spcBef>
        <a:buNone/>
        <a:defRPr sz="3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978" indent="-191978" algn="l" defTabSz="767913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1pPr>
      <a:lvl2pPr marL="57593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5989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384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780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176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571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79674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363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3957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791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187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582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1978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3739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769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1652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D2370-8D69-BC8A-A908-5AD67F0C7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Arrow: Chevron 57">
            <a:extLst>
              <a:ext uri="{FF2B5EF4-FFF2-40B4-BE49-F238E27FC236}">
                <a16:creationId xmlns:a16="http://schemas.microsoft.com/office/drawing/2014/main" id="{1E79C6DE-CA7D-C064-6F2E-5F1811FC2EC0}"/>
              </a:ext>
            </a:extLst>
          </p:cNvPr>
          <p:cNvSpPr/>
          <p:nvPr/>
        </p:nvSpPr>
        <p:spPr>
          <a:xfrm>
            <a:off x="2" y="1980503"/>
            <a:ext cx="12192000" cy="2303243"/>
          </a:xfrm>
          <a:prstGeom prst="chevron">
            <a:avLst>
              <a:gd name="adj" fmla="val 15003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92A3DF-584A-2F43-5263-143E8FAEA182}"/>
              </a:ext>
            </a:extLst>
          </p:cNvPr>
          <p:cNvSpPr/>
          <p:nvPr/>
        </p:nvSpPr>
        <p:spPr>
          <a:xfrm>
            <a:off x="4546048" y="1514672"/>
            <a:ext cx="3099908" cy="3234900"/>
          </a:xfrm>
          <a:prstGeom prst="roundRect">
            <a:avLst>
              <a:gd name="adj" fmla="val 4189"/>
            </a:avLst>
          </a:prstGeom>
          <a:solidFill>
            <a:srgbClr val="86B4E6"/>
          </a:solidFill>
          <a:ln w="28575">
            <a:solidFill>
              <a:schemeClr val="accent1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C41476-19DF-B989-29E7-2773FBAB4DD7}"/>
              </a:ext>
            </a:extLst>
          </p:cNvPr>
          <p:cNvSpPr txBox="1"/>
          <p:nvPr/>
        </p:nvSpPr>
        <p:spPr>
          <a:xfrm>
            <a:off x="4859651" y="1670111"/>
            <a:ext cx="2472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Fingerprint calculation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9443F59-6805-5EC7-2635-37205137C5CB}"/>
              </a:ext>
            </a:extLst>
          </p:cNvPr>
          <p:cNvSpPr/>
          <p:nvPr/>
        </p:nvSpPr>
        <p:spPr>
          <a:xfrm>
            <a:off x="7955729" y="1044124"/>
            <a:ext cx="3626673" cy="4176000"/>
          </a:xfrm>
          <a:prstGeom prst="roundRect">
            <a:avLst>
              <a:gd name="adj" fmla="val 4189"/>
            </a:avLst>
          </a:prstGeom>
          <a:solidFill>
            <a:srgbClr val="86B4E6"/>
          </a:solidFill>
          <a:ln w="28575">
            <a:solidFill>
              <a:schemeClr val="accent1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7368E8-4446-DA60-3E1D-45B4798112C2}"/>
              </a:ext>
            </a:extLst>
          </p:cNvPr>
          <p:cNvSpPr txBox="1"/>
          <p:nvPr/>
        </p:nvSpPr>
        <p:spPr>
          <a:xfrm>
            <a:off x="8769320" y="1113851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Prediction</a:t>
            </a:r>
          </a:p>
        </p:txBody>
      </p:sp>
      <p:sp>
        <p:nvSpPr>
          <p:cNvPr id="40" name="Plaque 39">
            <a:extLst>
              <a:ext uri="{FF2B5EF4-FFF2-40B4-BE49-F238E27FC236}">
                <a16:creationId xmlns:a16="http://schemas.microsoft.com/office/drawing/2014/main" id="{445BCD42-B18B-F1C3-6EEC-8A7DB3FCE4AF}"/>
              </a:ext>
            </a:extLst>
          </p:cNvPr>
          <p:cNvSpPr/>
          <p:nvPr/>
        </p:nvSpPr>
        <p:spPr>
          <a:xfrm>
            <a:off x="4744640" y="3749573"/>
            <a:ext cx="504273" cy="504273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A9D05FA8-D7C4-4D60-EFDA-F942C60A1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287117"/>
              </p:ext>
            </p:extLst>
          </p:nvPr>
        </p:nvGraphicFramePr>
        <p:xfrm>
          <a:off x="6347860" y="2581293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62" name="Pentagon 61">
            <a:extLst>
              <a:ext uri="{FF2B5EF4-FFF2-40B4-BE49-F238E27FC236}">
                <a16:creationId xmlns:a16="http://schemas.microsoft.com/office/drawing/2014/main" id="{5B58B5AF-8BCF-D3CB-8757-8783BB25D26C}"/>
              </a:ext>
            </a:extLst>
          </p:cNvPr>
          <p:cNvSpPr/>
          <p:nvPr/>
        </p:nvSpPr>
        <p:spPr>
          <a:xfrm>
            <a:off x="4744640" y="2492314"/>
            <a:ext cx="504273" cy="504273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C96AD060-B1EE-1FDA-996D-E4D2B7025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6613"/>
              </p:ext>
            </p:extLst>
          </p:nvPr>
        </p:nvGraphicFramePr>
        <p:xfrm>
          <a:off x="6347860" y="3813236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5" name="Arc 4">
            <a:extLst>
              <a:ext uri="{FF2B5EF4-FFF2-40B4-BE49-F238E27FC236}">
                <a16:creationId xmlns:a16="http://schemas.microsoft.com/office/drawing/2014/main" id="{C656B3AA-D03C-D124-4931-23BBE1056143}"/>
              </a:ext>
            </a:extLst>
          </p:cNvPr>
          <p:cNvSpPr/>
          <p:nvPr/>
        </p:nvSpPr>
        <p:spPr>
          <a:xfrm rot="18582686">
            <a:off x="5169007" y="3654452"/>
            <a:ext cx="545544" cy="500428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2281AA41-88DE-63CF-FAC9-BB7A73458952}"/>
              </a:ext>
            </a:extLst>
          </p:cNvPr>
          <p:cNvSpPr/>
          <p:nvPr/>
        </p:nvSpPr>
        <p:spPr>
          <a:xfrm rot="2839795" flipV="1">
            <a:off x="5887588" y="3804188"/>
            <a:ext cx="545544" cy="500428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3" name="Graphic 66" descr="Checklist with solid fill">
            <a:extLst>
              <a:ext uri="{FF2B5EF4-FFF2-40B4-BE49-F238E27FC236}">
                <a16:creationId xmlns:a16="http://schemas.microsoft.com/office/drawing/2014/main" id="{3B7704B8-42D4-D0D6-5BB2-76744217B757}"/>
              </a:ext>
            </a:extLst>
          </p:cNvPr>
          <p:cNvGrpSpPr/>
          <p:nvPr/>
        </p:nvGrpSpPr>
        <p:grpSpPr>
          <a:xfrm>
            <a:off x="5617241" y="3748411"/>
            <a:ext cx="357729" cy="461585"/>
            <a:chOff x="5736886" y="3017958"/>
            <a:chExt cx="357729" cy="461585"/>
          </a:xfrm>
          <a:solidFill>
            <a:schemeClr val="tx2">
              <a:lumMod val="75000"/>
            </a:schemeClr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D9082BD-4EE6-88EA-2DAA-EA9C37EC8376}"/>
                </a:ext>
              </a:extLst>
            </p:cNvPr>
            <p:cNvSpPr/>
            <p:nvPr/>
          </p:nvSpPr>
          <p:spPr>
            <a:xfrm>
              <a:off x="5736886" y="3017958"/>
              <a:ext cx="357729" cy="461585"/>
            </a:xfrm>
            <a:custGeom>
              <a:avLst/>
              <a:gdLst>
                <a:gd name="connsiteX0" fmla="*/ 34619 w 357729"/>
                <a:gd name="connsiteY0" fmla="*/ 34619 h 461585"/>
                <a:gd name="connsiteX1" fmla="*/ 323110 w 357729"/>
                <a:gd name="connsiteY1" fmla="*/ 34619 h 461585"/>
                <a:gd name="connsiteX2" fmla="*/ 323110 w 357729"/>
                <a:gd name="connsiteY2" fmla="*/ 426967 h 461585"/>
                <a:gd name="connsiteX3" fmla="*/ 34619 w 357729"/>
                <a:gd name="connsiteY3" fmla="*/ 426967 h 461585"/>
                <a:gd name="connsiteX4" fmla="*/ 34619 w 357729"/>
                <a:gd name="connsiteY4" fmla="*/ 34619 h 461585"/>
                <a:gd name="connsiteX5" fmla="*/ 0 w 357729"/>
                <a:gd name="connsiteY5" fmla="*/ 461586 h 461585"/>
                <a:gd name="connsiteX6" fmla="*/ 357729 w 357729"/>
                <a:gd name="connsiteY6" fmla="*/ 461586 h 461585"/>
                <a:gd name="connsiteX7" fmla="*/ 357729 w 357729"/>
                <a:gd name="connsiteY7" fmla="*/ 0 h 461585"/>
                <a:gd name="connsiteX8" fmla="*/ 0 w 357729"/>
                <a:gd name="connsiteY8" fmla="*/ 0 h 461585"/>
                <a:gd name="connsiteX9" fmla="*/ 0 w 357729"/>
                <a:gd name="connsiteY9" fmla="*/ 461586 h 461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729" h="461585">
                  <a:moveTo>
                    <a:pt x="34619" y="34619"/>
                  </a:moveTo>
                  <a:lnTo>
                    <a:pt x="323110" y="34619"/>
                  </a:lnTo>
                  <a:lnTo>
                    <a:pt x="323110" y="426967"/>
                  </a:lnTo>
                  <a:lnTo>
                    <a:pt x="34619" y="426967"/>
                  </a:lnTo>
                  <a:lnTo>
                    <a:pt x="34619" y="34619"/>
                  </a:lnTo>
                  <a:close/>
                  <a:moveTo>
                    <a:pt x="0" y="461586"/>
                  </a:moveTo>
                  <a:lnTo>
                    <a:pt x="357729" y="461586"/>
                  </a:lnTo>
                  <a:lnTo>
                    <a:pt x="357729" y="0"/>
                  </a:lnTo>
                  <a:lnTo>
                    <a:pt x="0" y="0"/>
                  </a:lnTo>
                  <a:lnTo>
                    <a:pt x="0" y="461586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ACC0FB8-29AE-FCDD-BC26-D0DC8C2B82C4}"/>
                </a:ext>
              </a:extLst>
            </p:cNvPr>
            <p:cNvSpPr/>
            <p:nvPr/>
          </p:nvSpPr>
          <p:spPr>
            <a:xfrm>
              <a:off x="5927291" y="3104505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6FDE304-93F8-E532-7D2B-0B13F82DC8A8}"/>
                </a:ext>
              </a:extLst>
            </p:cNvPr>
            <p:cNvSpPr/>
            <p:nvPr/>
          </p:nvSpPr>
          <p:spPr>
            <a:xfrm>
              <a:off x="5927291" y="3196823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D8EEB93-11FA-3AA2-5140-26F64C21E481}"/>
                </a:ext>
              </a:extLst>
            </p:cNvPr>
            <p:cNvSpPr/>
            <p:nvPr/>
          </p:nvSpPr>
          <p:spPr>
            <a:xfrm>
              <a:off x="5927291" y="3381457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1D6535E5-B575-526E-30E4-838FDF2B589D}"/>
                </a:ext>
              </a:extLst>
            </p:cNvPr>
            <p:cNvSpPr/>
            <p:nvPr/>
          </p:nvSpPr>
          <p:spPr>
            <a:xfrm>
              <a:off x="5927291" y="3289140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14085C0-4197-44ED-AD34-A65D9ABD71E3}"/>
                </a:ext>
              </a:extLst>
            </p:cNvPr>
            <p:cNvSpPr/>
            <p:nvPr/>
          </p:nvSpPr>
          <p:spPr>
            <a:xfrm>
              <a:off x="5806124" y="3075656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84A9E8B-D1C4-7C95-0092-FBE1728E9D88}"/>
                </a:ext>
              </a:extLst>
            </p:cNvPr>
            <p:cNvSpPr/>
            <p:nvPr/>
          </p:nvSpPr>
          <p:spPr>
            <a:xfrm>
              <a:off x="5806124" y="3167973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57AA89B-4451-E86E-DCAC-F0AB986CA731}"/>
                </a:ext>
              </a:extLst>
            </p:cNvPr>
            <p:cNvSpPr/>
            <p:nvPr/>
          </p:nvSpPr>
          <p:spPr>
            <a:xfrm>
              <a:off x="5806124" y="3260291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322F3BBD-E30A-4E38-85C4-8F59B6CDE334}"/>
                </a:ext>
              </a:extLst>
            </p:cNvPr>
            <p:cNvSpPr/>
            <p:nvPr/>
          </p:nvSpPr>
          <p:spPr>
            <a:xfrm>
              <a:off x="5806124" y="3351454"/>
              <a:ext cx="85393" cy="70391"/>
            </a:xfrm>
            <a:custGeom>
              <a:avLst/>
              <a:gdLst>
                <a:gd name="connsiteX0" fmla="*/ 85393 w 85393"/>
                <a:gd name="connsiteY0" fmla="*/ 16155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5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5" name="Arc 64">
            <a:extLst>
              <a:ext uri="{FF2B5EF4-FFF2-40B4-BE49-F238E27FC236}">
                <a16:creationId xmlns:a16="http://schemas.microsoft.com/office/drawing/2014/main" id="{03602D79-9FA5-814E-27F0-93946181E316}"/>
              </a:ext>
            </a:extLst>
          </p:cNvPr>
          <p:cNvSpPr/>
          <p:nvPr/>
        </p:nvSpPr>
        <p:spPr>
          <a:xfrm rot="18582686">
            <a:off x="5169007" y="2425115"/>
            <a:ext cx="545544" cy="500428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Arc 65">
            <a:extLst>
              <a:ext uri="{FF2B5EF4-FFF2-40B4-BE49-F238E27FC236}">
                <a16:creationId xmlns:a16="http://schemas.microsoft.com/office/drawing/2014/main" id="{3475A354-BBEB-4072-CB83-4A94E62C786C}"/>
              </a:ext>
            </a:extLst>
          </p:cNvPr>
          <p:cNvSpPr/>
          <p:nvPr/>
        </p:nvSpPr>
        <p:spPr>
          <a:xfrm rot="2839795" flipV="1">
            <a:off x="5887588" y="2574851"/>
            <a:ext cx="545544" cy="500428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7" name="Graphic 66" descr="Checklist with solid fill">
            <a:extLst>
              <a:ext uri="{FF2B5EF4-FFF2-40B4-BE49-F238E27FC236}">
                <a16:creationId xmlns:a16="http://schemas.microsoft.com/office/drawing/2014/main" id="{749479D3-86A2-19EA-890F-54DD7048D127}"/>
              </a:ext>
            </a:extLst>
          </p:cNvPr>
          <p:cNvGrpSpPr/>
          <p:nvPr/>
        </p:nvGrpSpPr>
        <p:grpSpPr>
          <a:xfrm>
            <a:off x="5617241" y="2519074"/>
            <a:ext cx="357729" cy="461585"/>
            <a:chOff x="5736886" y="3017958"/>
            <a:chExt cx="357729" cy="461585"/>
          </a:xfrm>
          <a:solidFill>
            <a:schemeClr val="tx2">
              <a:lumMod val="75000"/>
            </a:schemeClr>
          </a:solidFill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ECFD368-C785-F857-E5A1-F58D08B712DF}"/>
                </a:ext>
              </a:extLst>
            </p:cNvPr>
            <p:cNvSpPr/>
            <p:nvPr/>
          </p:nvSpPr>
          <p:spPr>
            <a:xfrm>
              <a:off x="5736886" y="3017958"/>
              <a:ext cx="357729" cy="461585"/>
            </a:xfrm>
            <a:custGeom>
              <a:avLst/>
              <a:gdLst>
                <a:gd name="connsiteX0" fmla="*/ 34619 w 357729"/>
                <a:gd name="connsiteY0" fmla="*/ 34619 h 461585"/>
                <a:gd name="connsiteX1" fmla="*/ 323110 w 357729"/>
                <a:gd name="connsiteY1" fmla="*/ 34619 h 461585"/>
                <a:gd name="connsiteX2" fmla="*/ 323110 w 357729"/>
                <a:gd name="connsiteY2" fmla="*/ 426967 h 461585"/>
                <a:gd name="connsiteX3" fmla="*/ 34619 w 357729"/>
                <a:gd name="connsiteY3" fmla="*/ 426967 h 461585"/>
                <a:gd name="connsiteX4" fmla="*/ 34619 w 357729"/>
                <a:gd name="connsiteY4" fmla="*/ 34619 h 461585"/>
                <a:gd name="connsiteX5" fmla="*/ 0 w 357729"/>
                <a:gd name="connsiteY5" fmla="*/ 461586 h 461585"/>
                <a:gd name="connsiteX6" fmla="*/ 357729 w 357729"/>
                <a:gd name="connsiteY6" fmla="*/ 461586 h 461585"/>
                <a:gd name="connsiteX7" fmla="*/ 357729 w 357729"/>
                <a:gd name="connsiteY7" fmla="*/ 0 h 461585"/>
                <a:gd name="connsiteX8" fmla="*/ 0 w 357729"/>
                <a:gd name="connsiteY8" fmla="*/ 0 h 461585"/>
                <a:gd name="connsiteX9" fmla="*/ 0 w 357729"/>
                <a:gd name="connsiteY9" fmla="*/ 461586 h 461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729" h="461585">
                  <a:moveTo>
                    <a:pt x="34619" y="34619"/>
                  </a:moveTo>
                  <a:lnTo>
                    <a:pt x="323110" y="34619"/>
                  </a:lnTo>
                  <a:lnTo>
                    <a:pt x="323110" y="426967"/>
                  </a:lnTo>
                  <a:lnTo>
                    <a:pt x="34619" y="426967"/>
                  </a:lnTo>
                  <a:lnTo>
                    <a:pt x="34619" y="34619"/>
                  </a:lnTo>
                  <a:close/>
                  <a:moveTo>
                    <a:pt x="0" y="461586"/>
                  </a:moveTo>
                  <a:lnTo>
                    <a:pt x="357729" y="461586"/>
                  </a:lnTo>
                  <a:lnTo>
                    <a:pt x="357729" y="0"/>
                  </a:lnTo>
                  <a:lnTo>
                    <a:pt x="0" y="0"/>
                  </a:lnTo>
                  <a:lnTo>
                    <a:pt x="0" y="461586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62D84D7A-C57B-36CB-E476-D658DD1C3400}"/>
                </a:ext>
              </a:extLst>
            </p:cNvPr>
            <p:cNvSpPr/>
            <p:nvPr/>
          </p:nvSpPr>
          <p:spPr>
            <a:xfrm>
              <a:off x="5927291" y="3104505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376C582F-D7B7-A3C4-4352-7E66B966D18B}"/>
                </a:ext>
              </a:extLst>
            </p:cNvPr>
            <p:cNvSpPr/>
            <p:nvPr/>
          </p:nvSpPr>
          <p:spPr>
            <a:xfrm>
              <a:off x="5927291" y="3196823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EF8BC51-D4EA-42C2-4FB9-288EBD35FACB}"/>
                </a:ext>
              </a:extLst>
            </p:cNvPr>
            <p:cNvSpPr/>
            <p:nvPr/>
          </p:nvSpPr>
          <p:spPr>
            <a:xfrm>
              <a:off x="5927291" y="3381457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F5939523-75FB-05F3-67DC-129674BE9449}"/>
                </a:ext>
              </a:extLst>
            </p:cNvPr>
            <p:cNvSpPr/>
            <p:nvPr/>
          </p:nvSpPr>
          <p:spPr>
            <a:xfrm>
              <a:off x="5927291" y="3289140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D9F08D1-CB76-67B0-59AB-2B2584254782}"/>
                </a:ext>
              </a:extLst>
            </p:cNvPr>
            <p:cNvSpPr/>
            <p:nvPr/>
          </p:nvSpPr>
          <p:spPr>
            <a:xfrm>
              <a:off x="5806124" y="3075656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9B60CCCA-0CDA-FE76-1716-78696E33BD46}"/>
                </a:ext>
              </a:extLst>
            </p:cNvPr>
            <p:cNvSpPr/>
            <p:nvPr/>
          </p:nvSpPr>
          <p:spPr>
            <a:xfrm>
              <a:off x="5806124" y="3167973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CC0FD0F3-5DF6-BFFF-2BC3-957DAFFB878E}"/>
                </a:ext>
              </a:extLst>
            </p:cNvPr>
            <p:cNvSpPr/>
            <p:nvPr/>
          </p:nvSpPr>
          <p:spPr>
            <a:xfrm>
              <a:off x="5806124" y="3260291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BE87DB4-8A8C-0283-A277-D9A0CF4BFE47}"/>
                </a:ext>
              </a:extLst>
            </p:cNvPr>
            <p:cNvSpPr/>
            <p:nvPr/>
          </p:nvSpPr>
          <p:spPr>
            <a:xfrm>
              <a:off x="5806124" y="3351454"/>
              <a:ext cx="85393" cy="70391"/>
            </a:xfrm>
            <a:custGeom>
              <a:avLst/>
              <a:gdLst>
                <a:gd name="connsiteX0" fmla="*/ 85393 w 85393"/>
                <a:gd name="connsiteY0" fmla="*/ 16155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5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34E521BF-5C3B-978D-59E2-AE528A90C482}"/>
              </a:ext>
            </a:extLst>
          </p:cNvPr>
          <p:cNvSpPr/>
          <p:nvPr/>
        </p:nvSpPr>
        <p:spPr>
          <a:xfrm>
            <a:off x="8106557" y="1703301"/>
            <a:ext cx="3325016" cy="2017926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07864A23-EAF6-A81C-A896-CE375EBCDA00}"/>
              </a:ext>
            </a:extLst>
          </p:cNvPr>
          <p:cNvSpPr/>
          <p:nvPr/>
        </p:nvSpPr>
        <p:spPr>
          <a:xfrm>
            <a:off x="8210484" y="2337348"/>
            <a:ext cx="1895668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23" name="Table 122">
            <a:extLst>
              <a:ext uri="{FF2B5EF4-FFF2-40B4-BE49-F238E27FC236}">
                <a16:creationId xmlns:a16="http://schemas.microsoft.com/office/drawing/2014/main" id="{AC43A223-B4B7-4D28-CCFA-C9449F88A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195786"/>
              </p:ext>
            </p:extLst>
          </p:nvPr>
        </p:nvGraphicFramePr>
        <p:xfrm>
          <a:off x="8309224" y="2434434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27" name="TextBox 126">
            <a:extLst>
              <a:ext uri="{FF2B5EF4-FFF2-40B4-BE49-F238E27FC236}">
                <a16:creationId xmlns:a16="http://schemas.microsoft.com/office/drawing/2014/main" id="{ADB07D9A-5B3F-46D9-5A3B-5BB29EF3BC5B}"/>
              </a:ext>
            </a:extLst>
          </p:cNvPr>
          <p:cNvSpPr txBox="1"/>
          <p:nvPr/>
        </p:nvSpPr>
        <p:spPr>
          <a:xfrm>
            <a:off x="9483561" y="238692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FC72EE54-EB31-9E1D-7173-D9B5111F1746}"/>
              </a:ext>
            </a:extLst>
          </p:cNvPr>
          <p:cNvSpPr/>
          <p:nvPr/>
        </p:nvSpPr>
        <p:spPr>
          <a:xfrm>
            <a:off x="8210484" y="3006916"/>
            <a:ext cx="1895668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31" name="Table 130">
            <a:extLst>
              <a:ext uri="{FF2B5EF4-FFF2-40B4-BE49-F238E27FC236}">
                <a16:creationId xmlns:a16="http://schemas.microsoft.com/office/drawing/2014/main" id="{EBC5A3A0-1BD4-5AD5-ED15-E061E6AE5C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073447"/>
              </p:ext>
            </p:extLst>
          </p:nvPr>
        </p:nvGraphicFramePr>
        <p:xfrm>
          <a:off x="8309224" y="3104001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32" name="TextBox 131">
            <a:extLst>
              <a:ext uri="{FF2B5EF4-FFF2-40B4-BE49-F238E27FC236}">
                <a16:creationId xmlns:a16="http://schemas.microsoft.com/office/drawing/2014/main" id="{3532D609-E347-6931-D2B4-F3C9D80C997B}"/>
              </a:ext>
            </a:extLst>
          </p:cNvPr>
          <p:cNvSpPr txBox="1"/>
          <p:nvPr/>
        </p:nvSpPr>
        <p:spPr>
          <a:xfrm>
            <a:off x="9483561" y="305649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3" name="Cloud 132">
            <a:extLst>
              <a:ext uri="{FF2B5EF4-FFF2-40B4-BE49-F238E27FC236}">
                <a16:creationId xmlns:a16="http://schemas.microsoft.com/office/drawing/2014/main" id="{D37B09A2-A20E-4355-B7C6-87AF4E699401}"/>
              </a:ext>
            </a:extLst>
          </p:cNvPr>
          <p:cNvSpPr/>
          <p:nvPr/>
        </p:nvSpPr>
        <p:spPr>
          <a:xfrm>
            <a:off x="9766604" y="3133161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3C99B43-F6D4-A3A1-92DA-A8F08403ED38}"/>
              </a:ext>
            </a:extLst>
          </p:cNvPr>
          <p:cNvSpPr txBox="1"/>
          <p:nvPr/>
        </p:nvSpPr>
        <p:spPr>
          <a:xfrm>
            <a:off x="9332850" y="1551702"/>
            <a:ext cx="872430" cy="307777"/>
          </a:xfrm>
          <a:prstGeom prst="rect">
            <a:avLst/>
          </a:prstGeom>
          <a:solidFill>
            <a:srgbClr val="86B4E6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E32AE4F1-6D68-B363-D882-111E1DA355CF}"/>
              </a:ext>
            </a:extLst>
          </p:cNvPr>
          <p:cNvSpPr/>
          <p:nvPr/>
        </p:nvSpPr>
        <p:spPr>
          <a:xfrm>
            <a:off x="8210484" y="4338853"/>
            <a:ext cx="1895668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3126FB9-E331-C314-BBF7-0F283A3ABE0E}"/>
              </a:ext>
            </a:extLst>
          </p:cNvPr>
          <p:cNvSpPr txBox="1"/>
          <p:nvPr/>
        </p:nvSpPr>
        <p:spPr>
          <a:xfrm>
            <a:off x="9483561" y="438843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2" name="Cloud 141">
            <a:extLst>
              <a:ext uri="{FF2B5EF4-FFF2-40B4-BE49-F238E27FC236}">
                <a16:creationId xmlns:a16="http://schemas.microsoft.com/office/drawing/2014/main" id="{01E6D4C6-5BEC-449E-88D3-1BA5A3E6168A}"/>
              </a:ext>
            </a:extLst>
          </p:cNvPr>
          <p:cNvSpPr/>
          <p:nvPr/>
        </p:nvSpPr>
        <p:spPr>
          <a:xfrm>
            <a:off x="9766604" y="4465099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3" name="Table 142">
            <a:extLst>
              <a:ext uri="{FF2B5EF4-FFF2-40B4-BE49-F238E27FC236}">
                <a16:creationId xmlns:a16="http://schemas.microsoft.com/office/drawing/2014/main" id="{71F54073-F948-E7AC-1E61-C398FF694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038764"/>
              </p:ext>
            </p:extLst>
          </p:nvPr>
        </p:nvGraphicFramePr>
        <p:xfrm>
          <a:off x="8309224" y="4435939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4E7F5635-70D4-EA56-3389-0C223C6A1BFB}"/>
              </a:ext>
            </a:extLst>
          </p:cNvPr>
          <p:cNvSpPr/>
          <p:nvPr/>
        </p:nvSpPr>
        <p:spPr>
          <a:xfrm>
            <a:off x="8106557" y="4038742"/>
            <a:ext cx="3325016" cy="985688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CB6B03D9-F695-73B7-0B35-44ABFCA9FE16}"/>
              </a:ext>
            </a:extLst>
          </p:cNvPr>
          <p:cNvSpPr txBox="1"/>
          <p:nvPr/>
        </p:nvSpPr>
        <p:spPr>
          <a:xfrm>
            <a:off x="9425941" y="3883628"/>
            <a:ext cx="686248" cy="307777"/>
          </a:xfrm>
          <a:prstGeom prst="rect">
            <a:avLst/>
          </a:prstGeom>
          <a:solidFill>
            <a:srgbClr val="86B4E6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Test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CBC917F-BA54-9EBC-A264-40E991DDF20C}"/>
              </a:ext>
            </a:extLst>
          </p:cNvPr>
          <p:cNvCxnSpPr>
            <a:cxnSpLocks/>
          </p:cNvCxnSpPr>
          <p:nvPr/>
        </p:nvCxnSpPr>
        <p:spPr>
          <a:xfrm>
            <a:off x="10166737" y="2571593"/>
            <a:ext cx="371631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54FAB020-BA18-61ED-EEE5-D945B73D9F81}"/>
              </a:ext>
            </a:extLst>
          </p:cNvPr>
          <p:cNvSpPr/>
          <p:nvPr/>
        </p:nvSpPr>
        <p:spPr>
          <a:xfrm>
            <a:off x="10595073" y="2439536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6678DDFD-BFDD-3951-3DE3-CE5887CF255D}"/>
              </a:ext>
            </a:extLst>
          </p:cNvPr>
          <p:cNvSpPr/>
          <p:nvPr/>
        </p:nvSpPr>
        <p:spPr>
          <a:xfrm>
            <a:off x="10595073" y="3109103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23D7BD4C-3DEA-9109-2CBB-54336D5DE751}"/>
              </a:ext>
            </a:extLst>
          </p:cNvPr>
          <p:cNvSpPr/>
          <p:nvPr/>
        </p:nvSpPr>
        <p:spPr>
          <a:xfrm>
            <a:off x="10595073" y="4441040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BDACD58-DB5D-B196-9E16-A6334C9E0F12}"/>
              </a:ext>
            </a:extLst>
          </p:cNvPr>
          <p:cNvSpPr txBox="1"/>
          <p:nvPr/>
        </p:nvSpPr>
        <p:spPr>
          <a:xfrm>
            <a:off x="10570654" y="2444636"/>
            <a:ext cx="7791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D97CB4B-587B-FE53-8A0B-C6A60FFA99FA}"/>
              </a:ext>
            </a:extLst>
          </p:cNvPr>
          <p:cNvSpPr txBox="1"/>
          <p:nvPr/>
        </p:nvSpPr>
        <p:spPr>
          <a:xfrm>
            <a:off x="10559642" y="3114203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A2E0D60-1E2D-DE8B-1FE2-6260C00ACF7A}"/>
              </a:ext>
            </a:extLst>
          </p:cNvPr>
          <p:cNvSpPr txBox="1"/>
          <p:nvPr/>
        </p:nvSpPr>
        <p:spPr>
          <a:xfrm>
            <a:off x="10559642" y="4446141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3.15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5037B4EC-F04D-62DC-F707-A29B82F9D523}"/>
              </a:ext>
            </a:extLst>
          </p:cNvPr>
          <p:cNvCxnSpPr>
            <a:cxnSpLocks/>
          </p:cNvCxnSpPr>
          <p:nvPr/>
        </p:nvCxnSpPr>
        <p:spPr>
          <a:xfrm>
            <a:off x="10166737" y="3241161"/>
            <a:ext cx="371631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9B57997D-8007-8ABF-9AA9-E29703295A25}"/>
              </a:ext>
            </a:extLst>
          </p:cNvPr>
          <p:cNvCxnSpPr>
            <a:cxnSpLocks/>
          </p:cNvCxnSpPr>
          <p:nvPr/>
        </p:nvCxnSpPr>
        <p:spPr>
          <a:xfrm>
            <a:off x="10166737" y="4573099"/>
            <a:ext cx="371631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203014D-7944-72D9-5B0F-563FE39F7D00}"/>
              </a:ext>
            </a:extLst>
          </p:cNvPr>
          <p:cNvSpPr txBox="1"/>
          <p:nvPr/>
        </p:nvSpPr>
        <p:spPr>
          <a:xfrm>
            <a:off x="4409272" y="156050"/>
            <a:ext cx="3373460" cy="57888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Known structure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41D29D8-B0D9-9022-9E45-27A31AB3A052}"/>
              </a:ext>
            </a:extLst>
          </p:cNvPr>
          <p:cNvSpPr/>
          <p:nvPr/>
        </p:nvSpPr>
        <p:spPr>
          <a:xfrm>
            <a:off x="10372510" y="2028050"/>
            <a:ext cx="1114804" cy="3044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log</a:t>
            </a:r>
            <a:r>
              <a:rPr lang="en-US" sz="11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IE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0" name="Right Brace 69">
            <a:extLst>
              <a:ext uri="{FF2B5EF4-FFF2-40B4-BE49-F238E27FC236}">
                <a16:creationId xmlns:a16="http://schemas.microsoft.com/office/drawing/2014/main" id="{26492378-21B2-B9C0-2AC8-DE4AD423EA56}"/>
              </a:ext>
            </a:extLst>
          </p:cNvPr>
          <p:cNvSpPr/>
          <p:nvPr/>
        </p:nvSpPr>
        <p:spPr>
          <a:xfrm rot="16200000">
            <a:off x="8791150" y="1731788"/>
            <a:ext cx="198980" cy="1158237"/>
          </a:xfrm>
          <a:prstGeom prst="rightBrace">
            <a:avLst>
              <a:gd name="adj1" fmla="val 56351"/>
              <a:gd name="adj2" fmla="val 50576"/>
            </a:avLst>
          </a:prstGeom>
          <a:noFill/>
          <a:ln w="12700">
            <a:solidFill>
              <a:srgbClr val="3B38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C323266-FF58-EFEA-E730-FC88B6BEE982}"/>
              </a:ext>
            </a:extLst>
          </p:cNvPr>
          <p:cNvSpPr/>
          <p:nvPr/>
        </p:nvSpPr>
        <p:spPr>
          <a:xfrm>
            <a:off x="8404861" y="1970010"/>
            <a:ext cx="971558" cy="24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Fingerprints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8229087-06FC-38AD-2235-386A5A1902B5}"/>
              </a:ext>
            </a:extLst>
          </p:cNvPr>
          <p:cNvSpPr/>
          <p:nvPr/>
        </p:nvSpPr>
        <p:spPr>
          <a:xfrm>
            <a:off x="9782453" y="1974820"/>
            <a:ext cx="224066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pH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A67AF09-F98C-5818-4F4A-158D89416A0B}"/>
              </a:ext>
            </a:extLst>
          </p:cNvPr>
          <p:cNvCxnSpPr>
            <a:cxnSpLocks/>
            <a:endCxn id="72" idx="2"/>
          </p:cNvCxnSpPr>
          <p:nvPr/>
        </p:nvCxnSpPr>
        <p:spPr>
          <a:xfrm flipV="1">
            <a:off x="9892648" y="2236430"/>
            <a:ext cx="1838" cy="329614"/>
          </a:xfrm>
          <a:prstGeom prst="straightConnector1">
            <a:avLst/>
          </a:prstGeom>
          <a:ln w="12700">
            <a:solidFill>
              <a:srgbClr val="3B3838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Cloud 127">
            <a:extLst>
              <a:ext uri="{FF2B5EF4-FFF2-40B4-BE49-F238E27FC236}">
                <a16:creationId xmlns:a16="http://schemas.microsoft.com/office/drawing/2014/main" id="{9935F7E2-6887-A229-8C11-F1D6E252927D}"/>
              </a:ext>
            </a:extLst>
          </p:cNvPr>
          <p:cNvSpPr/>
          <p:nvPr/>
        </p:nvSpPr>
        <p:spPr>
          <a:xfrm>
            <a:off x="9766604" y="2463593"/>
            <a:ext cx="252000" cy="21600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5A9002A-1BCF-A612-9530-79ED31FCF38C}"/>
              </a:ext>
            </a:extLst>
          </p:cNvPr>
          <p:cNvSpPr/>
          <p:nvPr/>
        </p:nvSpPr>
        <p:spPr>
          <a:xfrm>
            <a:off x="5194069" y="3086602"/>
            <a:ext cx="1204070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Fingerprint calculation tools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60C544-6758-A906-C32D-5FAEA32E1C67}"/>
              </a:ext>
            </a:extLst>
          </p:cNvPr>
          <p:cNvSpPr/>
          <p:nvPr/>
        </p:nvSpPr>
        <p:spPr>
          <a:xfrm>
            <a:off x="6489680" y="2880592"/>
            <a:ext cx="879830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Molecular fingerprint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2A77367-453B-6407-BF0D-6C08050D5BE6}"/>
              </a:ext>
            </a:extLst>
          </p:cNvPr>
          <p:cNvSpPr/>
          <p:nvPr/>
        </p:nvSpPr>
        <p:spPr>
          <a:xfrm>
            <a:off x="6489680" y="4143087"/>
            <a:ext cx="879830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Molecular fingerprint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23CB4CC-473A-3B39-6434-9CF0FEB44993}"/>
              </a:ext>
            </a:extLst>
          </p:cNvPr>
          <p:cNvSpPr/>
          <p:nvPr/>
        </p:nvSpPr>
        <p:spPr>
          <a:xfrm>
            <a:off x="5075017" y="4318756"/>
            <a:ext cx="1442174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Fingerprint calculation tools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56B51F6B-DF92-8583-95B0-795846EEE51E}"/>
              </a:ext>
            </a:extLst>
          </p:cNvPr>
          <p:cNvGrpSpPr/>
          <p:nvPr/>
        </p:nvGrpSpPr>
        <p:grpSpPr>
          <a:xfrm>
            <a:off x="507496" y="1188177"/>
            <a:ext cx="3714725" cy="3886016"/>
            <a:chOff x="507496" y="1044124"/>
            <a:chExt cx="3714725" cy="388601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2AD2313F-1306-C733-7C28-5B4031F837E1}"/>
                </a:ext>
              </a:extLst>
            </p:cNvPr>
            <p:cNvSpPr/>
            <p:nvPr/>
          </p:nvSpPr>
          <p:spPr>
            <a:xfrm>
              <a:off x="507496" y="1044124"/>
              <a:ext cx="3714725" cy="3886016"/>
            </a:xfrm>
            <a:prstGeom prst="roundRect">
              <a:avLst>
                <a:gd name="adj" fmla="val 4189"/>
              </a:avLst>
            </a:prstGeom>
            <a:solidFill>
              <a:srgbClr val="86B4E6"/>
            </a:solidFill>
            <a:ln w="28575">
              <a:solidFill>
                <a:schemeClr val="accent1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D0E126F-5FF7-F834-6B71-2326E8E98FB8}"/>
                </a:ext>
              </a:extLst>
            </p:cNvPr>
            <p:cNvCxnSpPr>
              <a:cxnSpLocks/>
            </p:cNvCxnSpPr>
            <p:nvPr/>
          </p:nvCxnSpPr>
          <p:spPr>
            <a:xfrm>
              <a:off x="2323069" y="2577643"/>
              <a:ext cx="492131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0225DB7-7EFA-59EB-ABAB-B8E764E5E825}"/>
                </a:ext>
              </a:extLst>
            </p:cNvPr>
            <p:cNvSpPr/>
            <p:nvPr/>
          </p:nvSpPr>
          <p:spPr>
            <a:xfrm>
              <a:off x="687026" y="1686155"/>
              <a:ext cx="1512000" cy="151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B494159-C9AF-4A61-C6D0-2AD03DFE54B8}"/>
                </a:ext>
              </a:extLst>
            </p:cNvPr>
            <p:cNvSpPr txBox="1"/>
            <p:nvPr/>
          </p:nvSpPr>
          <p:spPr>
            <a:xfrm>
              <a:off x="1365113" y="1144333"/>
              <a:ext cx="19994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Dataset summary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20DD5B1-8793-5838-A12E-4A35E4F831D4}"/>
                </a:ext>
              </a:extLst>
            </p:cNvPr>
            <p:cNvSpPr txBox="1"/>
            <p:nvPr/>
          </p:nvSpPr>
          <p:spPr>
            <a:xfrm>
              <a:off x="2224349" y="2282057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Mean</a:t>
              </a:r>
            </a:p>
          </p:txBody>
        </p:sp>
        <p:sp>
          <p:nvSpPr>
            <p:cNvPr id="9" name="Pentagon 8">
              <a:extLst>
                <a:ext uri="{FF2B5EF4-FFF2-40B4-BE49-F238E27FC236}">
                  <a16:creationId xmlns:a16="http://schemas.microsoft.com/office/drawing/2014/main" id="{C1CBE4B1-6E19-D507-4DA6-27216347F7DA}"/>
                </a:ext>
              </a:extLst>
            </p:cNvPr>
            <p:cNvSpPr/>
            <p:nvPr/>
          </p:nvSpPr>
          <p:spPr>
            <a:xfrm>
              <a:off x="893299" y="2582703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Pentagon 9">
              <a:extLst>
                <a:ext uri="{FF2B5EF4-FFF2-40B4-BE49-F238E27FC236}">
                  <a16:creationId xmlns:a16="http://schemas.microsoft.com/office/drawing/2014/main" id="{FC23530E-80F7-D525-8712-64EEB523872A}"/>
                </a:ext>
              </a:extLst>
            </p:cNvPr>
            <p:cNvSpPr/>
            <p:nvPr/>
          </p:nvSpPr>
          <p:spPr>
            <a:xfrm>
              <a:off x="1695670" y="2494207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Pentagon 10">
              <a:extLst>
                <a:ext uri="{FF2B5EF4-FFF2-40B4-BE49-F238E27FC236}">
                  <a16:creationId xmlns:a16="http://schemas.microsoft.com/office/drawing/2014/main" id="{C856354F-F7ED-B88E-F92C-E24A850C0F82}"/>
                </a:ext>
              </a:extLst>
            </p:cNvPr>
            <p:cNvSpPr/>
            <p:nvPr/>
          </p:nvSpPr>
          <p:spPr>
            <a:xfrm>
              <a:off x="1318577" y="2746127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Pentagon 14">
              <a:extLst>
                <a:ext uri="{FF2B5EF4-FFF2-40B4-BE49-F238E27FC236}">
                  <a16:creationId xmlns:a16="http://schemas.microsoft.com/office/drawing/2014/main" id="{E573D639-27B6-BE64-029E-955FA020517C}"/>
                </a:ext>
              </a:extLst>
            </p:cNvPr>
            <p:cNvSpPr/>
            <p:nvPr/>
          </p:nvSpPr>
          <p:spPr>
            <a:xfrm>
              <a:off x="1714755" y="2055227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Plaque 19">
              <a:extLst>
                <a:ext uri="{FF2B5EF4-FFF2-40B4-BE49-F238E27FC236}">
                  <a16:creationId xmlns:a16="http://schemas.microsoft.com/office/drawing/2014/main" id="{F589163E-6999-0D6D-046B-2FF1D2EB2754}"/>
                </a:ext>
              </a:extLst>
            </p:cNvPr>
            <p:cNvSpPr/>
            <p:nvPr/>
          </p:nvSpPr>
          <p:spPr>
            <a:xfrm>
              <a:off x="811064" y="2061617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5DA8AFE-C258-75AE-9237-E1F940D74C08}"/>
                </a:ext>
              </a:extLst>
            </p:cNvPr>
            <p:cNvSpPr txBox="1"/>
            <p:nvPr/>
          </p:nvSpPr>
          <p:spPr>
            <a:xfrm>
              <a:off x="1647268" y="2108183"/>
              <a:ext cx="50506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EE29041-7B15-D59A-2142-BF055E51E2F1}"/>
                </a:ext>
              </a:extLst>
            </p:cNvPr>
            <p:cNvSpPr txBox="1"/>
            <p:nvPr/>
          </p:nvSpPr>
          <p:spPr>
            <a:xfrm>
              <a:off x="1620097" y="2542077"/>
              <a:ext cx="50506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1.55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F47BDF2-3423-CD25-6326-3BC1F4F0B108}"/>
                </a:ext>
              </a:extLst>
            </p:cNvPr>
            <p:cNvSpPr txBox="1"/>
            <p:nvPr/>
          </p:nvSpPr>
          <p:spPr>
            <a:xfrm>
              <a:off x="1244991" y="2781205"/>
              <a:ext cx="50506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1.05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3C9FDA1-2245-9F0C-068F-AB2D999E5363}"/>
                </a:ext>
              </a:extLst>
            </p:cNvPr>
            <p:cNvSpPr txBox="1"/>
            <p:nvPr/>
          </p:nvSpPr>
          <p:spPr>
            <a:xfrm>
              <a:off x="813697" y="2622140"/>
              <a:ext cx="50506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1.75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0BEB5C1-8C32-D4AC-B74E-694FCAE26C2E}"/>
                </a:ext>
              </a:extLst>
            </p:cNvPr>
            <p:cNvSpPr txBox="1"/>
            <p:nvPr/>
          </p:nvSpPr>
          <p:spPr>
            <a:xfrm>
              <a:off x="764280" y="2128447"/>
              <a:ext cx="50506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2.90</a:t>
              </a:r>
            </a:p>
          </p:txBody>
        </p:sp>
        <p:sp>
          <p:nvSpPr>
            <p:cNvPr id="23" name="Plaque 22">
              <a:extLst>
                <a:ext uri="{FF2B5EF4-FFF2-40B4-BE49-F238E27FC236}">
                  <a16:creationId xmlns:a16="http://schemas.microsoft.com/office/drawing/2014/main" id="{B1EE0C09-A401-13EB-C777-B2683230CB51}"/>
                </a:ext>
              </a:extLst>
            </p:cNvPr>
            <p:cNvSpPr/>
            <p:nvPr/>
          </p:nvSpPr>
          <p:spPr>
            <a:xfrm>
              <a:off x="1254846" y="1847802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CD8FD53-9B3F-5B36-3FCE-76A8BB582421}"/>
                </a:ext>
              </a:extLst>
            </p:cNvPr>
            <p:cNvSpPr txBox="1"/>
            <p:nvPr/>
          </p:nvSpPr>
          <p:spPr>
            <a:xfrm>
              <a:off x="1208062" y="1914633"/>
              <a:ext cx="50506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3.40</a:t>
              </a:r>
            </a:p>
          </p:txBody>
        </p: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2C5A374E-2625-EB59-6F50-054C9016EEA3}"/>
                </a:ext>
              </a:extLst>
            </p:cNvPr>
            <p:cNvGrpSpPr/>
            <p:nvPr/>
          </p:nvGrpSpPr>
          <p:grpSpPr>
            <a:xfrm>
              <a:off x="2978805" y="2078174"/>
              <a:ext cx="1080000" cy="924774"/>
              <a:chOff x="3205679" y="1361465"/>
              <a:chExt cx="1080000" cy="924774"/>
            </a:xfrm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08C999EA-2578-5C99-4352-474F691FF6AD}"/>
                  </a:ext>
                </a:extLst>
              </p:cNvPr>
              <p:cNvSpPr/>
              <p:nvPr/>
            </p:nvSpPr>
            <p:spPr>
              <a:xfrm>
                <a:off x="3205679" y="1361465"/>
                <a:ext cx="1080000" cy="92477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2">
                    <a:lumMod val="75000"/>
                    <a:alpha val="69804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1" name="Pentagon 90">
                <a:extLst>
                  <a:ext uri="{FF2B5EF4-FFF2-40B4-BE49-F238E27FC236}">
                    <a16:creationId xmlns:a16="http://schemas.microsoft.com/office/drawing/2014/main" id="{D5BB8497-E5B7-C138-80C3-E4BD8FAE3B25}"/>
                  </a:ext>
                </a:extLst>
              </p:cNvPr>
              <p:cNvSpPr/>
              <p:nvPr/>
            </p:nvSpPr>
            <p:spPr>
              <a:xfrm>
                <a:off x="3743377" y="1870250"/>
                <a:ext cx="350520" cy="307777"/>
              </a:xfrm>
              <a:prstGeom prst="pentagon">
                <a:avLst/>
              </a:prstGeom>
              <a:solidFill>
                <a:srgbClr val="DE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2" name="Pentagon 91">
                <a:extLst>
                  <a:ext uri="{FF2B5EF4-FFF2-40B4-BE49-F238E27FC236}">
                    <a16:creationId xmlns:a16="http://schemas.microsoft.com/office/drawing/2014/main" id="{A2020473-8180-6E00-C21D-A91463D92865}"/>
                  </a:ext>
                </a:extLst>
              </p:cNvPr>
              <p:cNvSpPr/>
              <p:nvPr/>
            </p:nvSpPr>
            <p:spPr>
              <a:xfrm>
                <a:off x="3719398" y="1422985"/>
                <a:ext cx="350520" cy="307777"/>
              </a:xfrm>
              <a:prstGeom prst="pentagon">
                <a:avLst/>
              </a:prstGeom>
              <a:solidFill>
                <a:srgbClr val="FFD96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3" name="Plaque 92">
                <a:extLst>
                  <a:ext uri="{FF2B5EF4-FFF2-40B4-BE49-F238E27FC236}">
                    <a16:creationId xmlns:a16="http://schemas.microsoft.com/office/drawing/2014/main" id="{357B7296-0AD8-F1E1-9B42-D73AE739974A}"/>
                  </a:ext>
                </a:extLst>
              </p:cNvPr>
              <p:cNvSpPr/>
              <p:nvPr/>
            </p:nvSpPr>
            <p:spPr>
              <a:xfrm>
                <a:off x="3316430" y="1633184"/>
                <a:ext cx="394642" cy="394642"/>
              </a:xfrm>
              <a:prstGeom prst="plaque">
                <a:avLst>
                  <a:gd name="adj" fmla="val 40364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" dirty="0"/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CCF8831-9F25-9DA1-2CA0-2DB83F4C0E5A}"/>
                  </a:ext>
                </a:extLst>
              </p:cNvPr>
              <p:cNvSpPr txBox="1"/>
              <p:nvPr/>
            </p:nvSpPr>
            <p:spPr>
              <a:xfrm>
                <a:off x="3651911" y="1475946"/>
                <a:ext cx="50506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0.55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7AA08FCA-93CB-77D8-D876-9E1BDFBB46C6}"/>
                  </a:ext>
                </a:extLst>
              </p:cNvPr>
              <p:cNvSpPr txBox="1"/>
              <p:nvPr/>
            </p:nvSpPr>
            <p:spPr>
              <a:xfrm>
                <a:off x="3669792" y="1905333"/>
                <a:ext cx="50506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1.45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B4E2503A-DE31-E109-E6FC-78329F83C967}"/>
                  </a:ext>
                </a:extLst>
              </p:cNvPr>
              <p:cNvSpPr txBox="1"/>
              <p:nvPr/>
            </p:nvSpPr>
            <p:spPr>
              <a:xfrm>
                <a:off x="3269646" y="1700015"/>
                <a:ext cx="50506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3.15</a:t>
                </a:r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ECB9D4A1-9645-B3DD-6522-12636D56FB72}"/>
                </a:ext>
              </a:extLst>
            </p:cNvPr>
            <p:cNvGrpSpPr/>
            <p:nvPr/>
          </p:nvGrpSpPr>
          <p:grpSpPr>
            <a:xfrm>
              <a:off x="1181557" y="3551717"/>
              <a:ext cx="2366602" cy="1135734"/>
              <a:chOff x="831431" y="3876745"/>
              <a:chExt cx="2366602" cy="1135734"/>
            </a:xfrm>
          </p:grpSpPr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96152C44-8C50-E79E-A35F-788040BB92BD}"/>
                  </a:ext>
                </a:extLst>
              </p:cNvPr>
              <p:cNvSpPr txBox="1"/>
              <p:nvPr/>
            </p:nvSpPr>
            <p:spPr>
              <a:xfrm>
                <a:off x="1378330" y="4137904"/>
                <a:ext cx="1819703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Aptos" panose="020B0004020202020204" pitchFamily="34" charset="0"/>
                    <a:ea typeface="Cambria" panose="02040503050406030204" pitchFamily="18" charset="0"/>
                  </a:rPr>
                  <a:t>Type of compound (shape)</a:t>
                </a:r>
              </a:p>
            </p:txBody>
          </p:sp>
          <p:sp>
            <p:nvSpPr>
              <p:cNvPr id="114" name="Rectangle: Rounded Corners 113">
                <a:extLst>
                  <a:ext uri="{FF2B5EF4-FFF2-40B4-BE49-F238E27FC236}">
                    <a16:creationId xmlns:a16="http://schemas.microsoft.com/office/drawing/2014/main" id="{9BC5FD21-CEB8-AB98-AA18-87DE64229B23}"/>
                  </a:ext>
                </a:extLst>
              </p:cNvPr>
              <p:cNvSpPr/>
              <p:nvPr/>
            </p:nvSpPr>
            <p:spPr>
              <a:xfrm>
                <a:off x="831431" y="4090479"/>
                <a:ext cx="2305469" cy="9220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Gelijkbenige driehoek 51">
                <a:extLst>
                  <a:ext uri="{FF2B5EF4-FFF2-40B4-BE49-F238E27FC236}">
                    <a16:creationId xmlns:a16="http://schemas.microsoft.com/office/drawing/2014/main" id="{57E06743-E468-5CCD-962B-F3B7F2163DDE}"/>
                  </a:ext>
                </a:extLst>
              </p:cNvPr>
              <p:cNvSpPr/>
              <p:nvPr/>
            </p:nvSpPr>
            <p:spPr>
              <a:xfrm rot="7639531">
                <a:off x="1889592" y="3876745"/>
                <a:ext cx="0" cy="0"/>
              </a:xfrm>
              <a:prstGeom prst="triangle">
                <a:avLst/>
              </a:prstGeom>
              <a:solidFill>
                <a:srgbClr val="849398">
                  <a:alpha val="5000"/>
                </a:srgbClr>
              </a:solidFill>
              <a:ln w="36000">
                <a:solidFill>
                  <a:srgbClr val="84939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1"/>
              <a:lstStyle/>
              <a:p>
                <a:endParaRPr lang="es-ES" dirty="0">
                  <a:solidFill>
                    <a:srgbClr val="849398"/>
                  </a:solidFill>
                </a:endParaRPr>
              </a:p>
            </p:txBody>
          </p:sp>
          <p:sp>
            <p:nvSpPr>
              <p:cNvPr id="136" name="Arc 135">
                <a:extLst>
                  <a:ext uri="{FF2B5EF4-FFF2-40B4-BE49-F238E27FC236}">
                    <a16:creationId xmlns:a16="http://schemas.microsoft.com/office/drawing/2014/main" id="{BD13D331-EC31-4544-BEB9-E2324C26B2E0}"/>
                  </a:ext>
                </a:extLst>
              </p:cNvPr>
              <p:cNvSpPr/>
              <p:nvPr/>
            </p:nvSpPr>
            <p:spPr>
              <a:xfrm rot="18323492">
                <a:off x="1247874" y="4228320"/>
                <a:ext cx="485073" cy="601321"/>
              </a:xfrm>
              <a:prstGeom prst="arc">
                <a:avLst>
                  <a:gd name="adj1" fmla="val 16200000"/>
                  <a:gd name="adj2" fmla="val 19365484"/>
                </a:avLst>
              </a:prstGeom>
              <a:ln w="19050" cap="rnd">
                <a:solidFill>
                  <a:schemeClr val="accent2">
                    <a:lumMod val="75000"/>
                  </a:schemeClr>
                </a:solidFill>
                <a:round/>
                <a:headEnd type="none"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D7D8C48B-40D9-F420-564D-33D862FD3FF8}"/>
                  </a:ext>
                </a:extLst>
              </p:cNvPr>
              <p:cNvGrpSpPr/>
              <p:nvPr/>
            </p:nvGrpSpPr>
            <p:grpSpPr>
              <a:xfrm>
                <a:off x="899661" y="4316540"/>
                <a:ext cx="505060" cy="469877"/>
                <a:chOff x="899661" y="4385584"/>
                <a:chExt cx="505060" cy="469877"/>
              </a:xfrm>
            </p:grpSpPr>
            <p:sp>
              <p:nvSpPr>
                <p:cNvPr id="2" name="Plaque 1">
                  <a:extLst>
                    <a:ext uri="{FF2B5EF4-FFF2-40B4-BE49-F238E27FC236}">
                      <a16:creationId xmlns:a16="http://schemas.microsoft.com/office/drawing/2014/main" id="{7797555A-CA37-1264-0126-5F7225488411}"/>
                    </a:ext>
                  </a:extLst>
                </p:cNvPr>
                <p:cNvSpPr/>
                <p:nvPr/>
              </p:nvSpPr>
              <p:spPr>
                <a:xfrm>
                  <a:off x="917255" y="4385584"/>
                  <a:ext cx="469877" cy="469877"/>
                </a:xfrm>
                <a:prstGeom prst="plaque">
                  <a:avLst>
                    <a:gd name="adj" fmla="val 40364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00" dirty="0"/>
                </a:p>
              </p:txBody>
            </p:sp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713A3BE3-7D49-BE8E-EF74-06F206BD3816}"/>
                    </a:ext>
                  </a:extLst>
                </p:cNvPr>
                <p:cNvSpPr txBox="1"/>
                <p:nvPr/>
              </p:nvSpPr>
              <p:spPr>
                <a:xfrm>
                  <a:off x="899661" y="4489714"/>
                  <a:ext cx="505060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05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3.40</a:t>
                  </a:r>
                </a:p>
              </p:txBody>
            </p:sp>
          </p:grpSp>
          <p:sp>
            <p:nvSpPr>
              <p:cNvPr id="4" name="Arc 3">
                <a:extLst>
                  <a:ext uri="{FF2B5EF4-FFF2-40B4-BE49-F238E27FC236}">
                    <a16:creationId xmlns:a16="http://schemas.microsoft.com/office/drawing/2014/main" id="{36A282E3-68E3-385E-0283-8D822C0FCDC6}"/>
                  </a:ext>
                </a:extLst>
              </p:cNvPr>
              <p:cNvSpPr/>
              <p:nvPr/>
            </p:nvSpPr>
            <p:spPr>
              <a:xfrm rot="3190960" flipV="1">
                <a:off x="1141058" y="4127292"/>
                <a:ext cx="673127" cy="739758"/>
              </a:xfrm>
              <a:prstGeom prst="arc">
                <a:avLst>
                  <a:gd name="adj1" fmla="val 16200000"/>
                  <a:gd name="adj2" fmla="val 19162302"/>
                </a:avLst>
              </a:prstGeom>
              <a:ln w="19050" cap="rnd">
                <a:solidFill>
                  <a:schemeClr val="accent2">
                    <a:lumMod val="75000"/>
                  </a:schemeClr>
                </a:solidFill>
                <a:round/>
                <a:headEnd type="none"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3D1A9EE0-C67D-C8CE-B4A1-6C2A95451B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12612" y="4551321"/>
                <a:ext cx="279554" cy="315"/>
              </a:xfrm>
              <a:prstGeom prst="straightConnector1">
                <a:avLst/>
              </a:prstGeom>
              <a:ln w="19050" cap="rnd">
                <a:solidFill>
                  <a:schemeClr val="accent2">
                    <a:lumMod val="75000"/>
                  </a:schemeClr>
                </a:solidFill>
                <a:round/>
                <a:headEnd type="none"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55C45F9-E686-C5AD-7635-630853153125}"/>
                  </a:ext>
                </a:extLst>
              </p:cNvPr>
              <p:cNvSpPr txBox="1"/>
              <p:nvPr/>
            </p:nvSpPr>
            <p:spPr>
              <a:xfrm>
                <a:off x="1530062" y="4424520"/>
                <a:ext cx="144158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Aptos" panose="020B0004020202020204" pitchFamily="34" charset="0"/>
                    <a:ea typeface="Cambria" panose="02040503050406030204" pitchFamily="18" charset="0"/>
                  </a:rPr>
                  <a:t>Ionization efficiency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9BDC357-025E-ADFB-FDA7-5FD38D594BF2}"/>
                  </a:ext>
                </a:extLst>
              </p:cNvPr>
              <p:cNvSpPr txBox="1"/>
              <p:nvPr/>
            </p:nvSpPr>
            <p:spPr>
              <a:xfrm>
                <a:off x="1303650" y="4707897"/>
                <a:ext cx="1051131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Aptos" panose="020B0004020202020204" pitchFamily="34" charset="0"/>
                    <a:ea typeface="Cambria" panose="02040503050406030204" pitchFamily="18" charset="0"/>
                  </a:rPr>
                  <a:t>pH (colour)</a:t>
                </a:r>
              </a:p>
            </p:txBody>
          </p:sp>
        </p:grp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EA01F8EA-E19B-E3DB-2105-5DDC279B5B51}"/>
                </a:ext>
              </a:extLst>
            </p:cNvPr>
            <p:cNvSpPr/>
            <p:nvPr/>
          </p:nvSpPr>
          <p:spPr>
            <a:xfrm>
              <a:off x="736596" y="3239499"/>
              <a:ext cx="1412860" cy="3277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Ionization efficiency Library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3113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45D6D-1EB0-81A1-1AB5-DF607012D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Arrow: Chevron 57">
            <a:extLst>
              <a:ext uri="{FF2B5EF4-FFF2-40B4-BE49-F238E27FC236}">
                <a16:creationId xmlns:a16="http://schemas.microsoft.com/office/drawing/2014/main" id="{49806B4A-72C5-2214-8C3D-9980451BFE9B}"/>
              </a:ext>
            </a:extLst>
          </p:cNvPr>
          <p:cNvSpPr/>
          <p:nvPr/>
        </p:nvSpPr>
        <p:spPr>
          <a:xfrm>
            <a:off x="2" y="1980503"/>
            <a:ext cx="12192000" cy="2303243"/>
          </a:xfrm>
          <a:prstGeom prst="chevron">
            <a:avLst>
              <a:gd name="adj" fmla="val 15003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8040C8E-273E-96D8-B29E-C007E9A95B44}"/>
              </a:ext>
            </a:extLst>
          </p:cNvPr>
          <p:cNvSpPr/>
          <p:nvPr/>
        </p:nvSpPr>
        <p:spPr>
          <a:xfrm>
            <a:off x="4546048" y="1514672"/>
            <a:ext cx="3099908" cy="3234900"/>
          </a:xfrm>
          <a:prstGeom prst="roundRect">
            <a:avLst>
              <a:gd name="adj" fmla="val 4189"/>
            </a:avLst>
          </a:prstGeom>
          <a:solidFill>
            <a:srgbClr val="86B4E6"/>
          </a:solidFill>
          <a:ln w="28575">
            <a:solidFill>
              <a:schemeClr val="accent1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46C35D-3742-79BC-7B31-70F41256B3B2}"/>
              </a:ext>
            </a:extLst>
          </p:cNvPr>
          <p:cNvSpPr txBox="1"/>
          <p:nvPr/>
        </p:nvSpPr>
        <p:spPr>
          <a:xfrm>
            <a:off x="4859651" y="1670111"/>
            <a:ext cx="2472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Fingerprint calculation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13A8191-F06C-5B39-27F2-14760B76FB06}"/>
              </a:ext>
            </a:extLst>
          </p:cNvPr>
          <p:cNvSpPr/>
          <p:nvPr/>
        </p:nvSpPr>
        <p:spPr>
          <a:xfrm>
            <a:off x="7955729" y="1044124"/>
            <a:ext cx="3626673" cy="4176000"/>
          </a:xfrm>
          <a:prstGeom prst="roundRect">
            <a:avLst>
              <a:gd name="adj" fmla="val 4189"/>
            </a:avLst>
          </a:prstGeom>
          <a:solidFill>
            <a:srgbClr val="86B4E6"/>
          </a:solidFill>
          <a:ln w="28575">
            <a:solidFill>
              <a:schemeClr val="accent1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7B4231-5E74-EB36-21C3-56D6217F921B}"/>
              </a:ext>
            </a:extLst>
          </p:cNvPr>
          <p:cNvSpPr txBox="1"/>
          <p:nvPr/>
        </p:nvSpPr>
        <p:spPr>
          <a:xfrm>
            <a:off x="8769320" y="1113851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Prediction</a:t>
            </a:r>
          </a:p>
        </p:txBody>
      </p:sp>
      <p:sp>
        <p:nvSpPr>
          <p:cNvPr id="40" name="Plaque 39">
            <a:extLst>
              <a:ext uri="{FF2B5EF4-FFF2-40B4-BE49-F238E27FC236}">
                <a16:creationId xmlns:a16="http://schemas.microsoft.com/office/drawing/2014/main" id="{BA67F941-B1E9-D222-2707-E9DE11468F7A}"/>
              </a:ext>
            </a:extLst>
          </p:cNvPr>
          <p:cNvSpPr/>
          <p:nvPr/>
        </p:nvSpPr>
        <p:spPr>
          <a:xfrm>
            <a:off x="4744640" y="3749573"/>
            <a:ext cx="504273" cy="504273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E1F8EBD1-78F2-B150-7B9C-26B145548A7B}"/>
              </a:ext>
            </a:extLst>
          </p:cNvPr>
          <p:cNvGraphicFramePr>
            <a:graphicFrameLocks noGrp="1"/>
          </p:cNvGraphicFramePr>
          <p:nvPr/>
        </p:nvGraphicFramePr>
        <p:xfrm>
          <a:off x="6347860" y="2581293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62" name="Pentagon 61">
            <a:extLst>
              <a:ext uri="{FF2B5EF4-FFF2-40B4-BE49-F238E27FC236}">
                <a16:creationId xmlns:a16="http://schemas.microsoft.com/office/drawing/2014/main" id="{CFE64EAD-7BE0-85D6-9BC1-83C864DA7E03}"/>
              </a:ext>
            </a:extLst>
          </p:cNvPr>
          <p:cNvSpPr/>
          <p:nvPr/>
        </p:nvSpPr>
        <p:spPr>
          <a:xfrm>
            <a:off x="4744640" y="2492314"/>
            <a:ext cx="504273" cy="504273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787A0646-26B9-CA13-F1DC-54C39823ED2F}"/>
              </a:ext>
            </a:extLst>
          </p:cNvPr>
          <p:cNvGraphicFramePr>
            <a:graphicFrameLocks noGrp="1"/>
          </p:cNvGraphicFramePr>
          <p:nvPr/>
        </p:nvGraphicFramePr>
        <p:xfrm>
          <a:off x="6347860" y="3813236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5" name="Arc 4">
            <a:extLst>
              <a:ext uri="{FF2B5EF4-FFF2-40B4-BE49-F238E27FC236}">
                <a16:creationId xmlns:a16="http://schemas.microsoft.com/office/drawing/2014/main" id="{BDA22431-8E30-24CA-494A-804902D6405A}"/>
              </a:ext>
            </a:extLst>
          </p:cNvPr>
          <p:cNvSpPr/>
          <p:nvPr/>
        </p:nvSpPr>
        <p:spPr>
          <a:xfrm rot="18582686">
            <a:off x="5169007" y="3654452"/>
            <a:ext cx="545544" cy="500428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F8687F44-0D5A-70E7-D25C-FFBF31B34210}"/>
              </a:ext>
            </a:extLst>
          </p:cNvPr>
          <p:cNvSpPr/>
          <p:nvPr/>
        </p:nvSpPr>
        <p:spPr>
          <a:xfrm rot="2839795" flipV="1">
            <a:off x="5887588" y="3804188"/>
            <a:ext cx="545544" cy="500428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3" name="Graphic 66" descr="Checklist with solid fill">
            <a:extLst>
              <a:ext uri="{FF2B5EF4-FFF2-40B4-BE49-F238E27FC236}">
                <a16:creationId xmlns:a16="http://schemas.microsoft.com/office/drawing/2014/main" id="{FBABAFC5-325C-9012-01F4-AE2B27FA77A9}"/>
              </a:ext>
            </a:extLst>
          </p:cNvPr>
          <p:cNvGrpSpPr/>
          <p:nvPr/>
        </p:nvGrpSpPr>
        <p:grpSpPr>
          <a:xfrm>
            <a:off x="5617241" y="3748411"/>
            <a:ext cx="357729" cy="461585"/>
            <a:chOff x="5736886" y="3017958"/>
            <a:chExt cx="357729" cy="461585"/>
          </a:xfrm>
          <a:solidFill>
            <a:schemeClr val="tx2">
              <a:lumMod val="75000"/>
            </a:schemeClr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A8672200-F7D0-D3C4-8903-9D4B32284168}"/>
                </a:ext>
              </a:extLst>
            </p:cNvPr>
            <p:cNvSpPr/>
            <p:nvPr/>
          </p:nvSpPr>
          <p:spPr>
            <a:xfrm>
              <a:off x="5736886" y="3017958"/>
              <a:ext cx="357729" cy="461585"/>
            </a:xfrm>
            <a:custGeom>
              <a:avLst/>
              <a:gdLst>
                <a:gd name="connsiteX0" fmla="*/ 34619 w 357729"/>
                <a:gd name="connsiteY0" fmla="*/ 34619 h 461585"/>
                <a:gd name="connsiteX1" fmla="*/ 323110 w 357729"/>
                <a:gd name="connsiteY1" fmla="*/ 34619 h 461585"/>
                <a:gd name="connsiteX2" fmla="*/ 323110 w 357729"/>
                <a:gd name="connsiteY2" fmla="*/ 426967 h 461585"/>
                <a:gd name="connsiteX3" fmla="*/ 34619 w 357729"/>
                <a:gd name="connsiteY3" fmla="*/ 426967 h 461585"/>
                <a:gd name="connsiteX4" fmla="*/ 34619 w 357729"/>
                <a:gd name="connsiteY4" fmla="*/ 34619 h 461585"/>
                <a:gd name="connsiteX5" fmla="*/ 0 w 357729"/>
                <a:gd name="connsiteY5" fmla="*/ 461586 h 461585"/>
                <a:gd name="connsiteX6" fmla="*/ 357729 w 357729"/>
                <a:gd name="connsiteY6" fmla="*/ 461586 h 461585"/>
                <a:gd name="connsiteX7" fmla="*/ 357729 w 357729"/>
                <a:gd name="connsiteY7" fmla="*/ 0 h 461585"/>
                <a:gd name="connsiteX8" fmla="*/ 0 w 357729"/>
                <a:gd name="connsiteY8" fmla="*/ 0 h 461585"/>
                <a:gd name="connsiteX9" fmla="*/ 0 w 357729"/>
                <a:gd name="connsiteY9" fmla="*/ 461586 h 461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729" h="461585">
                  <a:moveTo>
                    <a:pt x="34619" y="34619"/>
                  </a:moveTo>
                  <a:lnTo>
                    <a:pt x="323110" y="34619"/>
                  </a:lnTo>
                  <a:lnTo>
                    <a:pt x="323110" y="426967"/>
                  </a:lnTo>
                  <a:lnTo>
                    <a:pt x="34619" y="426967"/>
                  </a:lnTo>
                  <a:lnTo>
                    <a:pt x="34619" y="34619"/>
                  </a:lnTo>
                  <a:close/>
                  <a:moveTo>
                    <a:pt x="0" y="461586"/>
                  </a:moveTo>
                  <a:lnTo>
                    <a:pt x="357729" y="461586"/>
                  </a:lnTo>
                  <a:lnTo>
                    <a:pt x="357729" y="0"/>
                  </a:lnTo>
                  <a:lnTo>
                    <a:pt x="0" y="0"/>
                  </a:lnTo>
                  <a:lnTo>
                    <a:pt x="0" y="461586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F795A3D-ED55-9810-1F47-D41EB00B906A}"/>
                </a:ext>
              </a:extLst>
            </p:cNvPr>
            <p:cNvSpPr/>
            <p:nvPr/>
          </p:nvSpPr>
          <p:spPr>
            <a:xfrm>
              <a:off x="5927291" y="3104505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5AC92CF-6D9E-FA25-C556-56435BD5EA55}"/>
                </a:ext>
              </a:extLst>
            </p:cNvPr>
            <p:cNvSpPr/>
            <p:nvPr/>
          </p:nvSpPr>
          <p:spPr>
            <a:xfrm>
              <a:off x="5927291" y="3196823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E69F2F6C-F5CC-ABD1-1E9C-DD84DF96BE38}"/>
                </a:ext>
              </a:extLst>
            </p:cNvPr>
            <p:cNvSpPr/>
            <p:nvPr/>
          </p:nvSpPr>
          <p:spPr>
            <a:xfrm>
              <a:off x="5927291" y="3381457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0B9D926F-22F2-EA4F-CC0A-DC367596CCDE}"/>
                </a:ext>
              </a:extLst>
            </p:cNvPr>
            <p:cNvSpPr/>
            <p:nvPr/>
          </p:nvSpPr>
          <p:spPr>
            <a:xfrm>
              <a:off x="5927291" y="3289140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28E87A7-9989-3E9F-676A-1DCACD81DCBD}"/>
                </a:ext>
              </a:extLst>
            </p:cNvPr>
            <p:cNvSpPr/>
            <p:nvPr/>
          </p:nvSpPr>
          <p:spPr>
            <a:xfrm>
              <a:off x="5806124" y="3075656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9410E36-363A-39C9-560D-F3B827BC6CA9}"/>
                </a:ext>
              </a:extLst>
            </p:cNvPr>
            <p:cNvSpPr/>
            <p:nvPr/>
          </p:nvSpPr>
          <p:spPr>
            <a:xfrm>
              <a:off x="5806124" y="3167973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4A2DCCE9-2CDE-D1A8-D464-D45B7E410EAE}"/>
                </a:ext>
              </a:extLst>
            </p:cNvPr>
            <p:cNvSpPr/>
            <p:nvPr/>
          </p:nvSpPr>
          <p:spPr>
            <a:xfrm>
              <a:off x="5806124" y="3260291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965C1C9-9F63-ADD3-5870-59340E7D05A4}"/>
                </a:ext>
              </a:extLst>
            </p:cNvPr>
            <p:cNvSpPr/>
            <p:nvPr/>
          </p:nvSpPr>
          <p:spPr>
            <a:xfrm>
              <a:off x="5806124" y="3351454"/>
              <a:ext cx="85393" cy="70391"/>
            </a:xfrm>
            <a:custGeom>
              <a:avLst/>
              <a:gdLst>
                <a:gd name="connsiteX0" fmla="*/ 85393 w 85393"/>
                <a:gd name="connsiteY0" fmla="*/ 16155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5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5" name="Arc 64">
            <a:extLst>
              <a:ext uri="{FF2B5EF4-FFF2-40B4-BE49-F238E27FC236}">
                <a16:creationId xmlns:a16="http://schemas.microsoft.com/office/drawing/2014/main" id="{35FE00E9-E6BA-5DD0-FA4D-B6B1B0B1688A}"/>
              </a:ext>
            </a:extLst>
          </p:cNvPr>
          <p:cNvSpPr/>
          <p:nvPr/>
        </p:nvSpPr>
        <p:spPr>
          <a:xfrm rot="18582686">
            <a:off x="5169007" y="2425115"/>
            <a:ext cx="545544" cy="500428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Arc 65">
            <a:extLst>
              <a:ext uri="{FF2B5EF4-FFF2-40B4-BE49-F238E27FC236}">
                <a16:creationId xmlns:a16="http://schemas.microsoft.com/office/drawing/2014/main" id="{7C65653A-7C68-8F49-4CEE-0DD91D372E95}"/>
              </a:ext>
            </a:extLst>
          </p:cNvPr>
          <p:cNvSpPr/>
          <p:nvPr/>
        </p:nvSpPr>
        <p:spPr>
          <a:xfrm rot="2839795" flipV="1">
            <a:off x="5887588" y="2574851"/>
            <a:ext cx="545544" cy="500428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7" name="Graphic 66" descr="Checklist with solid fill">
            <a:extLst>
              <a:ext uri="{FF2B5EF4-FFF2-40B4-BE49-F238E27FC236}">
                <a16:creationId xmlns:a16="http://schemas.microsoft.com/office/drawing/2014/main" id="{073D9C7D-6971-A6C0-43EF-B0503F7E4992}"/>
              </a:ext>
            </a:extLst>
          </p:cNvPr>
          <p:cNvGrpSpPr/>
          <p:nvPr/>
        </p:nvGrpSpPr>
        <p:grpSpPr>
          <a:xfrm>
            <a:off x="5617241" y="2519074"/>
            <a:ext cx="357729" cy="461585"/>
            <a:chOff x="5736886" y="3017958"/>
            <a:chExt cx="357729" cy="461585"/>
          </a:xfrm>
          <a:solidFill>
            <a:schemeClr val="tx2">
              <a:lumMod val="75000"/>
            </a:schemeClr>
          </a:solidFill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DF345E-322A-D278-7DFA-BC00A498DAB4}"/>
                </a:ext>
              </a:extLst>
            </p:cNvPr>
            <p:cNvSpPr/>
            <p:nvPr/>
          </p:nvSpPr>
          <p:spPr>
            <a:xfrm>
              <a:off x="5736886" y="3017958"/>
              <a:ext cx="357729" cy="461585"/>
            </a:xfrm>
            <a:custGeom>
              <a:avLst/>
              <a:gdLst>
                <a:gd name="connsiteX0" fmla="*/ 34619 w 357729"/>
                <a:gd name="connsiteY0" fmla="*/ 34619 h 461585"/>
                <a:gd name="connsiteX1" fmla="*/ 323110 w 357729"/>
                <a:gd name="connsiteY1" fmla="*/ 34619 h 461585"/>
                <a:gd name="connsiteX2" fmla="*/ 323110 w 357729"/>
                <a:gd name="connsiteY2" fmla="*/ 426967 h 461585"/>
                <a:gd name="connsiteX3" fmla="*/ 34619 w 357729"/>
                <a:gd name="connsiteY3" fmla="*/ 426967 h 461585"/>
                <a:gd name="connsiteX4" fmla="*/ 34619 w 357729"/>
                <a:gd name="connsiteY4" fmla="*/ 34619 h 461585"/>
                <a:gd name="connsiteX5" fmla="*/ 0 w 357729"/>
                <a:gd name="connsiteY5" fmla="*/ 461586 h 461585"/>
                <a:gd name="connsiteX6" fmla="*/ 357729 w 357729"/>
                <a:gd name="connsiteY6" fmla="*/ 461586 h 461585"/>
                <a:gd name="connsiteX7" fmla="*/ 357729 w 357729"/>
                <a:gd name="connsiteY7" fmla="*/ 0 h 461585"/>
                <a:gd name="connsiteX8" fmla="*/ 0 w 357729"/>
                <a:gd name="connsiteY8" fmla="*/ 0 h 461585"/>
                <a:gd name="connsiteX9" fmla="*/ 0 w 357729"/>
                <a:gd name="connsiteY9" fmla="*/ 461586 h 461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729" h="461585">
                  <a:moveTo>
                    <a:pt x="34619" y="34619"/>
                  </a:moveTo>
                  <a:lnTo>
                    <a:pt x="323110" y="34619"/>
                  </a:lnTo>
                  <a:lnTo>
                    <a:pt x="323110" y="426967"/>
                  </a:lnTo>
                  <a:lnTo>
                    <a:pt x="34619" y="426967"/>
                  </a:lnTo>
                  <a:lnTo>
                    <a:pt x="34619" y="34619"/>
                  </a:lnTo>
                  <a:close/>
                  <a:moveTo>
                    <a:pt x="0" y="461586"/>
                  </a:moveTo>
                  <a:lnTo>
                    <a:pt x="357729" y="461586"/>
                  </a:lnTo>
                  <a:lnTo>
                    <a:pt x="357729" y="0"/>
                  </a:lnTo>
                  <a:lnTo>
                    <a:pt x="0" y="0"/>
                  </a:lnTo>
                  <a:lnTo>
                    <a:pt x="0" y="461586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48016989-0A0C-7F80-512E-6A05DFEE2B05}"/>
                </a:ext>
              </a:extLst>
            </p:cNvPr>
            <p:cNvSpPr/>
            <p:nvPr/>
          </p:nvSpPr>
          <p:spPr>
            <a:xfrm>
              <a:off x="5927291" y="3104505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D2E49841-E4AD-B175-E68A-4AEC9D8ABE19}"/>
                </a:ext>
              </a:extLst>
            </p:cNvPr>
            <p:cNvSpPr/>
            <p:nvPr/>
          </p:nvSpPr>
          <p:spPr>
            <a:xfrm>
              <a:off x="5927291" y="3196823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426D034-EFC6-C19A-3975-621466C52279}"/>
                </a:ext>
              </a:extLst>
            </p:cNvPr>
            <p:cNvSpPr/>
            <p:nvPr/>
          </p:nvSpPr>
          <p:spPr>
            <a:xfrm>
              <a:off x="5927291" y="3381457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A3186CF-C4DA-45D9-F570-16EC2AB0E3B8}"/>
                </a:ext>
              </a:extLst>
            </p:cNvPr>
            <p:cNvSpPr/>
            <p:nvPr/>
          </p:nvSpPr>
          <p:spPr>
            <a:xfrm>
              <a:off x="5927291" y="3289140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B653F818-9092-3072-62D9-1A1DF2AF356F}"/>
                </a:ext>
              </a:extLst>
            </p:cNvPr>
            <p:cNvSpPr/>
            <p:nvPr/>
          </p:nvSpPr>
          <p:spPr>
            <a:xfrm>
              <a:off x="5806124" y="3075656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E4E2B86-8BC3-C22E-FB36-7F6BF5E2DF13}"/>
                </a:ext>
              </a:extLst>
            </p:cNvPr>
            <p:cNvSpPr/>
            <p:nvPr/>
          </p:nvSpPr>
          <p:spPr>
            <a:xfrm>
              <a:off x="5806124" y="3167973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90A24A9B-E2BB-E5E5-F84C-E9F09E6F45B9}"/>
                </a:ext>
              </a:extLst>
            </p:cNvPr>
            <p:cNvSpPr/>
            <p:nvPr/>
          </p:nvSpPr>
          <p:spPr>
            <a:xfrm>
              <a:off x="5806124" y="3260291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D735616-3D8F-FF29-06AA-9FBD82DEDB07}"/>
                </a:ext>
              </a:extLst>
            </p:cNvPr>
            <p:cNvSpPr/>
            <p:nvPr/>
          </p:nvSpPr>
          <p:spPr>
            <a:xfrm>
              <a:off x="5806124" y="3351454"/>
              <a:ext cx="85393" cy="70391"/>
            </a:xfrm>
            <a:custGeom>
              <a:avLst/>
              <a:gdLst>
                <a:gd name="connsiteX0" fmla="*/ 85393 w 85393"/>
                <a:gd name="connsiteY0" fmla="*/ 16155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5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7DD2B579-AF75-C00E-58F3-A5CBAEA4DFA6}"/>
              </a:ext>
            </a:extLst>
          </p:cNvPr>
          <p:cNvSpPr/>
          <p:nvPr/>
        </p:nvSpPr>
        <p:spPr>
          <a:xfrm>
            <a:off x="8106557" y="1703301"/>
            <a:ext cx="3325016" cy="2017926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0D36FA9F-260C-1B51-33F5-44C3AC7904E9}"/>
              </a:ext>
            </a:extLst>
          </p:cNvPr>
          <p:cNvSpPr/>
          <p:nvPr/>
        </p:nvSpPr>
        <p:spPr>
          <a:xfrm>
            <a:off x="8210484" y="2337348"/>
            <a:ext cx="1895668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23" name="Table 122">
            <a:extLst>
              <a:ext uri="{FF2B5EF4-FFF2-40B4-BE49-F238E27FC236}">
                <a16:creationId xmlns:a16="http://schemas.microsoft.com/office/drawing/2014/main" id="{13EB5E0C-9657-30D5-FD24-9AAC3AD6E36F}"/>
              </a:ext>
            </a:extLst>
          </p:cNvPr>
          <p:cNvGraphicFramePr>
            <a:graphicFrameLocks noGrp="1"/>
          </p:cNvGraphicFramePr>
          <p:nvPr/>
        </p:nvGraphicFramePr>
        <p:xfrm>
          <a:off x="8309224" y="2434434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27" name="TextBox 126">
            <a:extLst>
              <a:ext uri="{FF2B5EF4-FFF2-40B4-BE49-F238E27FC236}">
                <a16:creationId xmlns:a16="http://schemas.microsoft.com/office/drawing/2014/main" id="{F1CF1B3D-38FD-6703-FF92-B2E96BA24242}"/>
              </a:ext>
            </a:extLst>
          </p:cNvPr>
          <p:cNvSpPr txBox="1"/>
          <p:nvPr/>
        </p:nvSpPr>
        <p:spPr>
          <a:xfrm>
            <a:off x="9483561" y="238692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6A24C0DB-DCD8-7C00-6C4B-1E094C5BA272}"/>
              </a:ext>
            </a:extLst>
          </p:cNvPr>
          <p:cNvSpPr/>
          <p:nvPr/>
        </p:nvSpPr>
        <p:spPr>
          <a:xfrm>
            <a:off x="8210484" y="3006916"/>
            <a:ext cx="1895668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31" name="Table 130">
            <a:extLst>
              <a:ext uri="{FF2B5EF4-FFF2-40B4-BE49-F238E27FC236}">
                <a16:creationId xmlns:a16="http://schemas.microsoft.com/office/drawing/2014/main" id="{6D50EE6C-6196-CE9B-7D0A-1275E92CFF9E}"/>
              </a:ext>
            </a:extLst>
          </p:cNvPr>
          <p:cNvGraphicFramePr>
            <a:graphicFrameLocks noGrp="1"/>
          </p:cNvGraphicFramePr>
          <p:nvPr/>
        </p:nvGraphicFramePr>
        <p:xfrm>
          <a:off x="8309224" y="3104001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32" name="TextBox 131">
            <a:extLst>
              <a:ext uri="{FF2B5EF4-FFF2-40B4-BE49-F238E27FC236}">
                <a16:creationId xmlns:a16="http://schemas.microsoft.com/office/drawing/2014/main" id="{5393DAD5-168B-A8C9-5AB2-38E0A41BDB47}"/>
              </a:ext>
            </a:extLst>
          </p:cNvPr>
          <p:cNvSpPr txBox="1"/>
          <p:nvPr/>
        </p:nvSpPr>
        <p:spPr>
          <a:xfrm>
            <a:off x="9483561" y="305649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3" name="Cloud 132">
            <a:extLst>
              <a:ext uri="{FF2B5EF4-FFF2-40B4-BE49-F238E27FC236}">
                <a16:creationId xmlns:a16="http://schemas.microsoft.com/office/drawing/2014/main" id="{6AD2AF9E-C55C-1466-66AD-447BBA566CC4}"/>
              </a:ext>
            </a:extLst>
          </p:cNvPr>
          <p:cNvSpPr/>
          <p:nvPr/>
        </p:nvSpPr>
        <p:spPr>
          <a:xfrm>
            <a:off x="9766604" y="3133161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872402CC-DA75-E0C8-1587-56121E2CBEFE}"/>
              </a:ext>
            </a:extLst>
          </p:cNvPr>
          <p:cNvSpPr txBox="1"/>
          <p:nvPr/>
        </p:nvSpPr>
        <p:spPr>
          <a:xfrm>
            <a:off x="9332850" y="1551702"/>
            <a:ext cx="872430" cy="307777"/>
          </a:xfrm>
          <a:prstGeom prst="rect">
            <a:avLst/>
          </a:prstGeom>
          <a:solidFill>
            <a:srgbClr val="86B4E6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38CA956E-CD07-BF1E-EBC5-6BE709BC1FB8}"/>
              </a:ext>
            </a:extLst>
          </p:cNvPr>
          <p:cNvSpPr/>
          <p:nvPr/>
        </p:nvSpPr>
        <p:spPr>
          <a:xfrm>
            <a:off x="8210484" y="4338853"/>
            <a:ext cx="1895668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23441609-677F-9F47-53F6-C324AD458597}"/>
              </a:ext>
            </a:extLst>
          </p:cNvPr>
          <p:cNvSpPr txBox="1"/>
          <p:nvPr/>
        </p:nvSpPr>
        <p:spPr>
          <a:xfrm>
            <a:off x="9483561" y="438843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2" name="Cloud 141">
            <a:extLst>
              <a:ext uri="{FF2B5EF4-FFF2-40B4-BE49-F238E27FC236}">
                <a16:creationId xmlns:a16="http://schemas.microsoft.com/office/drawing/2014/main" id="{39A75AA4-86D9-791A-20AB-0560B51D46FC}"/>
              </a:ext>
            </a:extLst>
          </p:cNvPr>
          <p:cNvSpPr/>
          <p:nvPr/>
        </p:nvSpPr>
        <p:spPr>
          <a:xfrm>
            <a:off x="9766604" y="4465099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3" name="Table 142">
            <a:extLst>
              <a:ext uri="{FF2B5EF4-FFF2-40B4-BE49-F238E27FC236}">
                <a16:creationId xmlns:a16="http://schemas.microsoft.com/office/drawing/2014/main" id="{95198B91-12FA-BB52-585F-EEB1E4950BCF}"/>
              </a:ext>
            </a:extLst>
          </p:cNvPr>
          <p:cNvGraphicFramePr>
            <a:graphicFrameLocks noGrp="1"/>
          </p:cNvGraphicFramePr>
          <p:nvPr/>
        </p:nvGraphicFramePr>
        <p:xfrm>
          <a:off x="8309224" y="4435939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78C4D1B2-A401-EB34-B4ED-FD93FD007758}"/>
              </a:ext>
            </a:extLst>
          </p:cNvPr>
          <p:cNvSpPr/>
          <p:nvPr/>
        </p:nvSpPr>
        <p:spPr>
          <a:xfrm>
            <a:off x="8106557" y="4038742"/>
            <a:ext cx="3325016" cy="985688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376985E-3B6C-2867-125C-0945178E452B}"/>
              </a:ext>
            </a:extLst>
          </p:cNvPr>
          <p:cNvSpPr txBox="1"/>
          <p:nvPr/>
        </p:nvSpPr>
        <p:spPr>
          <a:xfrm>
            <a:off x="9425941" y="3883628"/>
            <a:ext cx="686248" cy="307777"/>
          </a:xfrm>
          <a:prstGeom prst="rect">
            <a:avLst/>
          </a:prstGeom>
          <a:solidFill>
            <a:srgbClr val="86B4E6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Test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DB41287D-1264-5615-A3A2-3A848F72BB27}"/>
              </a:ext>
            </a:extLst>
          </p:cNvPr>
          <p:cNvCxnSpPr>
            <a:cxnSpLocks/>
          </p:cNvCxnSpPr>
          <p:nvPr/>
        </p:nvCxnSpPr>
        <p:spPr>
          <a:xfrm>
            <a:off x="10166737" y="2571593"/>
            <a:ext cx="371631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C5F32C31-A030-4BDF-2667-E3FB55C44EF3}"/>
              </a:ext>
            </a:extLst>
          </p:cNvPr>
          <p:cNvSpPr/>
          <p:nvPr/>
        </p:nvSpPr>
        <p:spPr>
          <a:xfrm>
            <a:off x="10595073" y="2439536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17B400CB-EE1B-518C-327D-4891E5840407}"/>
              </a:ext>
            </a:extLst>
          </p:cNvPr>
          <p:cNvSpPr/>
          <p:nvPr/>
        </p:nvSpPr>
        <p:spPr>
          <a:xfrm>
            <a:off x="10595073" y="3109103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DD960B06-20D1-389E-D87A-4F04440123D6}"/>
              </a:ext>
            </a:extLst>
          </p:cNvPr>
          <p:cNvSpPr/>
          <p:nvPr/>
        </p:nvSpPr>
        <p:spPr>
          <a:xfrm>
            <a:off x="10595073" y="4441040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910EDA2-A07A-EBBE-EA6F-471499C24BD4}"/>
              </a:ext>
            </a:extLst>
          </p:cNvPr>
          <p:cNvSpPr txBox="1"/>
          <p:nvPr/>
        </p:nvSpPr>
        <p:spPr>
          <a:xfrm>
            <a:off x="10570654" y="2444636"/>
            <a:ext cx="7791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5ABA326-6C15-AD13-2CFF-79868C8308CC}"/>
              </a:ext>
            </a:extLst>
          </p:cNvPr>
          <p:cNvSpPr txBox="1"/>
          <p:nvPr/>
        </p:nvSpPr>
        <p:spPr>
          <a:xfrm>
            <a:off x="10559642" y="3114203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52F898C-153C-610F-420F-FF1A1E1BFC91}"/>
              </a:ext>
            </a:extLst>
          </p:cNvPr>
          <p:cNvSpPr txBox="1"/>
          <p:nvPr/>
        </p:nvSpPr>
        <p:spPr>
          <a:xfrm>
            <a:off x="10559642" y="4446141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3.15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58A05F87-4F65-700C-FE93-0E9714E376C8}"/>
              </a:ext>
            </a:extLst>
          </p:cNvPr>
          <p:cNvCxnSpPr>
            <a:cxnSpLocks/>
          </p:cNvCxnSpPr>
          <p:nvPr/>
        </p:nvCxnSpPr>
        <p:spPr>
          <a:xfrm>
            <a:off x="10166737" y="3241161"/>
            <a:ext cx="371631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A0B0A003-4225-4BBB-05E9-ECBEBA970523}"/>
              </a:ext>
            </a:extLst>
          </p:cNvPr>
          <p:cNvCxnSpPr>
            <a:cxnSpLocks/>
          </p:cNvCxnSpPr>
          <p:nvPr/>
        </p:nvCxnSpPr>
        <p:spPr>
          <a:xfrm>
            <a:off x="10166737" y="4573099"/>
            <a:ext cx="371631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A8D362A-EEB8-321F-1700-A8B0FDCBE82B}"/>
              </a:ext>
            </a:extLst>
          </p:cNvPr>
          <p:cNvSpPr txBox="1"/>
          <p:nvPr/>
        </p:nvSpPr>
        <p:spPr>
          <a:xfrm>
            <a:off x="4409272" y="156050"/>
            <a:ext cx="3373460" cy="57888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Known structure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BCB3555-2900-180D-272B-56BD5AA84ED3}"/>
              </a:ext>
            </a:extLst>
          </p:cNvPr>
          <p:cNvSpPr/>
          <p:nvPr/>
        </p:nvSpPr>
        <p:spPr>
          <a:xfrm>
            <a:off x="10372510" y="2028050"/>
            <a:ext cx="1114804" cy="3044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log</a:t>
            </a:r>
            <a:r>
              <a:rPr lang="en-US" sz="11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IE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0" name="Right Brace 69">
            <a:extLst>
              <a:ext uri="{FF2B5EF4-FFF2-40B4-BE49-F238E27FC236}">
                <a16:creationId xmlns:a16="http://schemas.microsoft.com/office/drawing/2014/main" id="{91524740-877C-0712-BCBF-C76354B29AC3}"/>
              </a:ext>
            </a:extLst>
          </p:cNvPr>
          <p:cNvSpPr/>
          <p:nvPr/>
        </p:nvSpPr>
        <p:spPr>
          <a:xfrm rot="16200000">
            <a:off x="8791150" y="1731788"/>
            <a:ext cx="198980" cy="1158237"/>
          </a:xfrm>
          <a:prstGeom prst="rightBrace">
            <a:avLst>
              <a:gd name="adj1" fmla="val 56351"/>
              <a:gd name="adj2" fmla="val 50576"/>
            </a:avLst>
          </a:prstGeom>
          <a:noFill/>
          <a:ln w="12700">
            <a:solidFill>
              <a:srgbClr val="3B38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F62AB4-1643-46D1-8A39-0EECD0266167}"/>
              </a:ext>
            </a:extLst>
          </p:cNvPr>
          <p:cNvSpPr/>
          <p:nvPr/>
        </p:nvSpPr>
        <p:spPr>
          <a:xfrm>
            <a:off x="8404861" y="1970010"/>
            <a:ext cx="971558" cy="24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Fingerprints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2494544-6FB4-6347-DBA8-2ECACB42E13E}"/>
              </a:ext>
            </a:extLst>
          </p:cNvPr>
          <p:cNvSpPr/>
          <p:nvPr/>
        </p:nvSpPr>
        <p:spPr>
          <a:xfrm>
            <a:off x="9782453" y="1974820"/>
            <a:ext cx="224066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pH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30D4860-5F0B-CBEA-341B-EDD9D277A4F6}"/>
              </a:ext>
            </a:extLst>
          </p:cNvPr>
          <p:cNvCxnSpPr>
            <a:cxnSpLocks/>
            <a:endCxn id="72" idx="2"/>
          </p:cNvCxnSpPr>
          <p:nvPr/>
        </p:nvCxnSpPr>
        <p:spPr>
          <a:xfrm flipV="1">
            <a:off x="9892648" y="2236430"/>
            <a:ext cx="1838" cy="329614"/>
          </a:xfrm>
          <a:prstGeom prst="straightConnector1">
            <a:avLst/>
          </a:prstGeom>
          <a:ln w="12700">
            <a:solidFill>
              <a:srgbClr val="3B3838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Cloud 127">
            <a:extLst>
              <a:ext uri="{FF2B5EF4-FFF2-40B4-BE49-F238E27FC236}">
                <a16:creationId xmlns:a16="http://schemas.microsoft.com/office/drawing/2014/main" id="{3C6AA6F8-F30C-ECC5-99E7-AC53A2366163}"/>
              </a:ext>
            </a:extLst>
          </p:cNvPr>
          <p:cNvSpPr/>
          <p:nvPr/>
        </p:nvSpPr>
        <p:spPr>
          <a:xfrm>
            <a:off x="9766604" y="2463593"/>
            <a:ext cx="252000" cy="21600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7BFF042-F7DC-C3B7-EB1B-E3A25303A7C2}"/>
              </a:ext>
            </a:extLst>
          </p:cNvPr>
          <p:cNvSpPr/>
          <p:nvPr/>
        </p:nvSpPr>
        <p:spPr>
          <a:xfrm>
            <a:off x="5194069" y="3086602"/>
            <a:ext cx="1204070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Fingerprint calculation tools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F90FFD-E3A2-7009-E7D5-1AB5CA63CF87}"/>
              </a:ext>
            </a:extLst>
          </p:cNvPr>
          <p:cNvSpPr/>
          <p:nvPr/>
        </p:nvSpPr>
        <p:spPr>
          <a:xfrm>
            <a:off x="6489680" y="2880592"/>
            <a:ext cx="879830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Molecular fingerprint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A8B3293-D187-0735-929D-68302B5AFDB5}"/>
              </a:ext>
            </a:extLst>
          </p:cNvPr>
          <p:cNvSpPr/>
          <p:nvPr/>
        </p:nvSpPr>
        <p:spPr>
          <a:xfrm>
            <a:off x="6489680" y="4143087"/>
            <a:ext cx="879830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Molecular fingerprint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AD8E411-DCB9-F987-A44D-72A7F89C9507}"/>
              </a:ext>
            </a:extLst>
          </p:cNvPr>
          <p:cNvSpPr/>
          <p:nvPr/>
        </p:nvSpPr>
        <p:spPr>
          <a:xfrm>
            <a:off x="5075017" y="4318756"/>
            <a:ext cx="1442174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Fingerprint calculation tools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7926EC-2725-A115-4D8D-237B18594EB0}"/>
              </a:ext>
            </a:extLst>
          </p:cNvPr>
          <p:cNvSpPr/>
          <p:nvPr/>
        </p:nvSpPr>
        <p:spPr>
          <a:xfrm>
            <a:off x="507496" y="1188177"/>
            <a:ext cx="3714725" cy="3886016"/>
          </a:xfrm>
          <a:prstGeom prst="roundRect">
            <a:avLst>
              <a:gd name="adj" fmla="val 4189"/>
            </a:avLst>
          </a:prstGeom>
          <a:solidFill>
            <a:srgbClr val="86B4E6"/>
          </a:solidFill>
          <a:ln w="28575">
            <a:solidFill>
              <a:schemeClr val="accent1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74C0C5-5002-B019-EB8A-6383F03D0BD6}"/>
              </a:ext>
            </a:extLst>
          </p:cNvPr>
          <p:cNvSpPr txBox="1"/>
          <p:nvPr/>
        </p:nvSpPr>
        <p:spPr>
          <a:xfrm>
            <a:off x="1365113" y="1288386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Dataset summary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2B7E3F8-31A7-AF86-F6F5-8E9C5626E466}"/>
              </a:ext>
            </a:extLst>
          </p:cNvPr>
          <p:cNvGrpSpPr/>
          <p:nvPr/>
        </p:nvGrpSpPr>
        <p:grpSpPr>
          <a:xfrm>
            <a:off x="1181557" y="3695770"/>
            <a:ext cx="2366602" cy="1135734"/>
            <a:chOff x="831431" y="3876745"/>
            <a:chExt cx="2366602" cy="1135734"/>
          </a:xfrm>
        </p:grpSpPr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2B7FC37D-711C-BD13-C96D-19B014391BFD}"/>
                </a:ext>
              </a:extLst>
            </p:cNvPr>
            <p:cNvSpPr txBox="1"/>
            <p:nvPr/>
          </p:nvSpPr>
          <p:spPr>
            <a:xfrm>
              <a:off x="1378330" y="4137904"/>
              <a:ext cx="18197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Aptos" panose="020B0004020202020204" pitchFamily="34" charset="0"/>
                  <a:ea typeface="Cambria" panose="02040503050406030204" pitchFamily="18" charset="0"/>
                </a:rPr>
                <a:t>Type of compound (shape)</a:t>
              </a:r>
            </a:p>
          </p:txBody>
        </p:sp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55DF2470-6185-6C47-D6AB-A8AC48BADC22}"/>
                </a:ext>
              </a:extLst>
            </p:cNvPr>
            <p:cNvSpPr/>
            <p:nvPr/>
          </p:nvSpPr>
          <p:spPr>
            <a:xfrm>
              <a:off x="831431" y="4090479"/>
              <a:ext cx="2305469" cy="922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Gelijkbenige driehoek 51">
              <a:extLst>
                <a:ext uri="{FF2B5EF4-FFF2-40B4-BE49-F238E27FC236}">
                  <a16:creationId xmlns:a16="http://schemas.microsoft.com/office/drawing/2014/main" id="{400E88CF-6D33-DF75-1E84-230332C5D953}"/>
                </a:ext>
              </a:extLst>
            </p:cNvPr>
            <p:cNvSpPr/>
            <p:nvPr/>
          </p:nvSpPr>
          <p:spPr>
            <a:xfrm rot="7639531">
              <a:off x="1889592" y="3876745"/>
              <a:ext cx="0" cy="0"/>
            </a:xfrm>
            <a:prstGeom prst="triangle">
              <a:avLst/>
            </a:prstGeom>
            <a:solidFill>
              <a:srgbClr val="849398">
                <a:alpha val="5000"/>
              </a:srgbClr>
            </a:solidFill>
            <a:ln w="36000">
              <a:solidFill>
                <a:srgbClr val="8493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/>
            <a:lstStyle/>
            <a:p>
              <a:endParaRPr lang="es-ES" dirty="0">
                <a:solidFill>
                  <a:srgbClr val="849398"/>
                </a:solidFill>
              </a:endParaRPr>
            </a:p>
          </p:txBody>
        </p:sp>
        <p:sp>
          <p:nvSpPr>
            <p:cNvPr id="136" name="Arc 135">
              <a:extLst>
                <a:ext uri="{FF2B5EF4-FFF2-40B4-BE49-F238E27FC236}">
                  <a16:creationId xmlns:a16="http://schemas.microsoft.com/office/drawing/2014/main" id="{5D35265A-ED31-E943-1094-B6C668397D3A}"/>
                </a:ext>
              </a:extLst>
            </p:cNvPr>
            <p:cNvSpPr/>
            <p:nvPr/>
          </p:nvSpPr>
          <p:spPr>
            <a:xfrm rot="18323492">
              <a:off x="1247874" y="4228320"/>
              <a:ext cx="485073" cy="601321"/>
            </a:xfrm>
            <a:prstGeom prst="arc">
              <a:avLst>
                <a:gd name="adj1" fmla="val 16200000"/>
                <a:gd name="adj2" fmla="val 19365484"/>
              </a:avLst>
            </a:prstGeom>
            <a:ln w="19050" cap="rnd">
              <a:solidFill>
                <a:schemeClr val="accent2">
                  <a:lumMod val="75000"/>
                </a:schemeClr>
              </a:solidFill>
              <a:round/>
              <a:headEnd type="none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B1FE7857-3DAF-C87C-321E-E02BBC7F0BB1}"/>
                </a:ext>
              </a:extLst>
            </p:cNvPr>
            <p:cNvGrpSpPr/>
            <p:nvPr/>
          </p:nvGrpSpPr>
          <p:grpSpPr>
            <a:xfrm>
              <a:off x="899661" y="4316540"/>
              <a:ext cx="505060" cy="469877"/>
              <a:chOff x="899661" y="4385584"/>
              <a:chExt cx="505060" cy="469877"/>
            </a:xfrm>
          </p:grpSpPr>
          <p:sp>
            <p:nvSpPr>
              <p:cNvPr id="2" name="Plaque 1">
                <a:extLst>
                  <a:ext uri="{FF2B5EF4-FFF2-40B4-BE49-F238E27FC236}">
                    <a16:creationId xmlns:a16="http://schemas.microsoft.com/office/drawing/2014/main" id="{978A4561-6053-34D5-50FD-357CA7505C98}"/>
                  </a:ext>
                </a:extLst>
              </p:cNvPr>
              <p:cNvSpPr/>
              <p:nvPr/>
            </p:nvSpPr>
            <p:spPr>
              <a:xfrm>
                <a:off x="917255" y="4385584"/>
                <a:ext cx="469877" cy="469877"/>
              </a:xfrm>
              <a:prstGeom prst="plaque">
                <a:avLst>
                  <a:gd name="adj" fmla="val 40364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" dirty="0"/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DE5B473-4020-44A7-FE61-9A1B4FF6ED47}"/>
                  </a:ext>
                </a:extLst>
              </p:cNvPr>
              <p:cNvSpPr txBox="1"/>
              <p:nvPr/>
            </p:nvSpPr>
            <p:spPr>
              <a:xfrm>
                <a:off x="899661" y="4489714"/>
                <a:ext cx="50506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3.40</a:t>
                </a:r>
              </a:p>
            </p:txBody>
          </p:sp>
        </p:grpSp>
        <p:sp>
          <p:nvSpPr>
            <p:cNvPr id="4" name="Arc 3">
              <a:extLst>
                <a:ext uri="{FF2B5EF4-FFF2-40B4-BE49-F238E27FC236}">
                  <a16:creationId xmlns:a16="http://schemas.microsoft.com/office/drawing/2014/main" id="{E5D9C172-C273-7676-A86D-F51B643C96C2}"/>
                </a:ext>
              </a:extLst>
            </p:cNvPr>
            <p:cNvSpPr/>
            <p:nvPr/>
          </p:nvSpPr>
          <p:spPr>
            <a:xfrm rot="3190960" flipV="1">
              <a:off x="1141058" y="4127292"/>
              <a:ext cx="673127" cy="739758"/>
            </a:xfrm>
            <a:prstGeom prst="arc">
              <a:avLst>
                <a:gd name="adj1" fmla="val 16200000"/>
                <a:gd name="adj2" fmla="val 19162302"/>
              </a:avLst>
            </a:prstGeom>
            <a:ln w="19050" cap="rnd">
              <a:solidFill>
                <a:schemeClr val="accent2">
                  <a:lumMod val="75000"/>
                </a:schemeClr>
              </a:solidFill>
              <a:round/>
              <a:headEnd type="none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A79FBCB-A8A6-A9F7-E2FB-1989537EAF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2612" y="4551321"/>
              <a:ext cx="279554" cy="315"/>
            </a:xfrm>
            <a:prstGeom prst="straightConnector1">
              <a:avLst/>
            </a:prstGeom>
            <a:ln w="19050" cap="rnd">
              <a:solidFill>
                <a:schemeClr val="accent2">
                  <a:lumMod val="75000"/>
                </a:schemeClr>
              </a:solidFill>
              <a:round/>
              <a:headEnd type="none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7A11890-8DAD-D127-3EEB-AC45F85D3627}"/>
                </a:ext>
              </a:extLst>
            </p:cNvPr>
            <p:cNvSpPr txBox="1"/>
            <p:nvPr/>
          </p:nvSpPr>
          <p:spPr>
            <a:xfrm>
              <a:off x="1530062" y="4424520"/>
              <a:ext cx="144158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Aptos" panose="020B0004020202020204" pitchFamily="34" charset="0"/>
                  <a:ea typeface="Cambria" panose="02040503050406030204" pitchFamily="18" charset="0"/>
                </a:rPr>
                <a:t>Ionization efficiency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8906C47-FD81-E3A4-15BA-6C0E5DB84C0D}"/>
                </a:ext>
              </a:extLst>
            </p:cNvPr>
            <p:cNvSpPr txBox="1"/>
            <p:nvPr/>
          </p:nvSpPr>
          <p:spPr>
            <a:xfrm>
              <a:off x="1303650" y="4707897"/>
              <a:ext cx="105113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Aptos" panose="020B0004020202020204" pitchFamily="34" charset="0"/>
                  <a:ea typeface="Cambria" panose="02040503050406030204" pitchFamily="18" charset="0"/>
                </a:rPr>
                <a:t>pH (colour)</a:t>
              </a:r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FD3188EE-D42C-EEC0-D6EC-734D20316A73}"/>
              </a:ext>
            </a:extLst>
          </p:cNvPr>
          <p:cNvSpPr/>
          <p:nvPr/>
        </p:nvSpPr>
        <p:spPr>
          <a:xfrm>
            <a:off x="736596" y="3383552"/>
            <a:ext cx="1412860" cy="3277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Ionization efficiency Library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CBDAB04B-9DCC-549A-1555-0F67CA5F3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342112"/>
              </p:ext>
            </p:extLst>
          </p:nvPr>
        </p:nvGraphicFramePr>
        <p:xfrm>
          <a:off x="696348" y="1990465"/>
          <a:ext cx="1692000" cy="131661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936000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</a:tblGrid>
              <a:tr h="249815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</a:rPr>
                        <a:t>Compound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</a:rPr>
                        <a:t>pH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</a:rPr>
                        <a:t>logIE</a:t>
                      </a:r>
                      <a:endParaRPr lang="en-US" sz="1100" b="0" i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diethylamine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2.7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2.84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90812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diethylamine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2.7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2.81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327416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cysteine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2.7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0.93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533320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marL="0" marR="0" lvl="0" indent="0" algn="ctr" defTabSz="767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quinoline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3.9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2.43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425905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marL="0" marR="0" lvl="0" indent="0" algn="ctr" defTabSz="767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quinoline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5.1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2.26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258140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marL="0" marR="0" lvl="0" indent="0" algn="ctr" defTabSz="767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quinoline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8.0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1.89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14305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marL="0" marR="0" lvl="0" indent="0" algn="ctr" defTabSz="767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382011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ECAAF3E7-3F7E-EEFE-A710-A7D2EBAA32E2}"/>
              </a:ext>
            </a:extLst>
          </p:cNvPr>
          <p:cNvSpPr txBox="1"/>
          <p:nvPr/>
        </p:nvSpPr>
        <p:spPr>
          <a:xfrm>
            <a:off x="1021749" y="299878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51390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1186</TotalTime>
  <Words>122</Words>
  <Application>Microsoft Office PowerPoint</Application>
  <PresentationFormat>Custom</PresentationFormat>
  <Paragraphs>82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Cambria</vt:lpstr>
      <vt:lpstr>Consolas</vt:lpstr>
      <vt:lpstr>Lato</vt:lpstr>
      <vt:lpstr>Office 2013 - 2022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Nikolopoulos</dc:creator>
  <cp:lastModifiedBy>alex nikolopoulos</cp:lastModifiedBy>
  <cp:revision>32</cp:revision>
  <dcterms:created xsi:type="dcterms:W3CDTF">2024-03-03T20:53:48Z</dcterms:created>
  <dcterms:modified xsi:type="dcterms:W3CDTF">2025-05-04T18:52:16Z</dcterms:modified>
</cp:coreProperties>
</file>