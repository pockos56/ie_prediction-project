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82" r:id="rId2"/>
  </p:sldIdLst>
  <p:sldSz cx="12192000" cy="5759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NL model" id="{83EE92EA-3E31-4A7D-93A5-0ED36B90E84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676" userDrawn="1">
          <p15:clr>
            <a:srgbClr val="A4A3A4"/>
          </p15:clr>
        </p15:guide>
        <p15:guide id="2" pos="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3838"/>
    <a:srgbClr val="F2BE00"/>
    <a:srgbClr val="333F50"/>
    <a:srgbClr val="BAFDB1"/>
    <a:srgbClr val="86B4E6"/>
    <a:srgbClr val="767171"/>
    <a:srgbClr val="A6A6A6"/>
    <a:srgbClr val="000000"/>
    <a:srgbClr val="FFBC15"/>
    <a:srgbClr val="DEAE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5172" autoAdjust="0"/>
  </p:normalViewPr>
  <p:slideViewPr>
    <p:cSldViewPr snapToGrid="0">
      <p:cViewPr>
        <p:scale>
          <a:sx n="174" d="100"/>
          <a:sy n="174" d="100"/>
        </p:scale>
        <p:origin x="-2712" y="-1469"/>
      </p:cViewPr>
      <p:guideLst>
        <p:guide orient="horz" pos="2676"/>
        <p:guide pos="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53B01-EE6D-4CBE-BDF8-35F5AB9D69BD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63513" y="1143000"/>
            <a:ext cx="65309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82D7BF-320F-4243-B682-510A3198240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5583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0E3F6-B93A-148D-4DD8-A4183534D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A62A2F-23B2-AD20-3863-0FDD446A7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3513" y="1143000"/>
            <a:ext cx="65309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2EA3B-1973-CB95-0A1A-B8D62781A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E5817-E076-4575-ABCD-B4D1958AB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82D7BF-320F-4243-B682-510A3198240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315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942577"/>
            <a:ext cx="9144000" cy="2005142"/>
          </a:xfrm>
        </p:spPr>
        <p:txBody>
          <a:bodyPr anchor="b"/>
          <a:lstStyle>
            <a:lvl1pPr algn="ctr"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025045"/>
            <a:ext cx="9144000" cy="1390533"/>
          </a:xfrm>
        </p:spPr>
        <p:txBody>
          <a:bodyPr/>
          <a:lstStyle>
            <a:lvl1pPr marL="0" indent="0" algn="ctr">
              <a:buNone/>
              <a:defRPr sz="2016"/>
            </a:lvl1pPr>
            <a:lvl2pPr marL="383957" indent="0" algn="ctr">
              <a:buNone/>
              <a:defRPr sz="1680"/>
            </a:lvl2pPr>
            <a:lvl3pPr marL="767913" indent="0" algn="ctr">
              <a:buNone/>
              <a:defRPr sz="1512"/>
            </a:lvl3pPr>
            <a:lvl4pPr marL="1151870" indent="0" algn="ctr">
              <a:buNone/>
              <a:defRPr sz="1344"/>
            </a:lvl4pPr>
            <a:lvl5pPr marL="1535826" indent="0" algn="ctr">
              <a:buNone/>
              <a:defRPr sz="1344"/>
            </a:lvl5pPr>
            <a:lvl6pPr marL="1919783" indent="0" algn="ctr">
              <a:buNone/>
              <a:defRPr sz="1344"/>
            </a:lvl6pPr>
            <a:lvl7pPr marL="2303739" indent="0" algn="ctr">
              <a:buNone/>
              <a:defRPr sz="1344"/>
            </a:lvl7pPr>
            <a:lvl8pPr marL="2687696" indent="0" algn="ctr">
              <a:buNone/>
              <a:defRPr sz="1344"/>
            </a:lvl8pPr>
            <a:lvl9pPr marL="3071652" indent="0" algn="ctr">
              <a:buNone/>
              <a:defRPr sz="134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00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1658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435864"/>
            <a:ext cx="10515600" cy="2395771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854300"/>
            <a:ext cx="10515600" cy="1259879"/>
          </a:xfrm>
        </p:spPr>
        <p:txBody>
          <a:bodyPr/>
          <a:lstStyle>
            <a:lvl1pPr marL="0" indent="0">
              <a:buNone/>
              <a:defRPr sz="2016">
                <a:solidFill>
                  <a:schemeClr val="tx1">
                    <a:tint val="75000"/>
                  </a:schemeClr>
                </a:solidFill>
              </a:defRPr>
            </a:lvl1pPr>
            <a:lvl2pPr marL="383957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2pPr>
            <a:lvl3pPr marL="767913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3pPr>
            <a:lvl4pPr marL="1151870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4pPr>
            <a:lvl5pPr marL="1535826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5pPr>
            <a:lvl6pPr marL="1919783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6pPr>
            <a:lvl7pPr marL="2303739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7pPr>
            <a:lvl8pPr marL="2687696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8pPr>
            <a:lvl9pPr marL="3071652" indent="0">
              <a:buNone/>
              <a:defRPr sz="13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2499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533187"/>
            <a:ext cx="5181600" cy="3654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33187"/>
            <a:ext cx="5181600" cy="3654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3352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06638"/>
            <a:ext cx="10515600" cy="111322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411865"/>
            <a:ext cx="5157787" cy="691934"/>
          </a:xfrm>
        </p:spPr>
        <p:txBody>
          <a:bodyPr anchor="b"/>
          <a:lstStyle>
            <a:lvl1pPr marL="0" indent="0">
              <a:buNone/>
              <a:defRPr sz="2016" b="1"/>
            </a:lvl1pPr>
            <a:lvl2pPr marL="383957" indent="0">
              <a:buNone/>
              <a:defRPr sz="1680" b="1"/>
            </a:lvl2pPr>
            <a:lvl3pPr marL="767913" indent="0">
              <a:buNone/>
              <a:defRPr sz="1512" b="1"/>
            </a:lvl3pPr>
            <a:lvl4pPr marL="1151870" indent="0">
              <a:buNone/>
              <a:defRPr sz="1344" b="1"/>
            </a:lvl4pPr>
            <a:lvl5pPr marL="1535826" indent="0">
              <a:buNone/>
              <a:defRPr sz="1344" b="1"/>
            </a:lvl5pPr>
            <a:lvl6pPr marL="1919783" indent="0">
              <a:buNone/>
              <a:defRPr sz="1344" b="1"/>
            </a:lvl6pPr>
            <a:lvl7pPr marL="2303739" indent="0">
              <a:buNone/>
              <a:defRPr sz="1344" b="1"/>
            </a:lvl7pPr>
            <a:lvl8pPr marL="2687696" indent="0">
              <a:buNone/>
              <a:defRPr sz="1344" b="1"/>
            </a:lvl8pPr>
            <a:lvl9pPr marL="3071652" indent="0">
              <a:buNone/>
              <a:defRPr sz="13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103799"/>
            <a:ext cx="5157787" cy="309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411865"/>
            <a:ext cx="5183188" cy="691934"/>
          </a:xfrm>
        </p:spPr>
        <p:txBody>
          <a:bodyPr anchor="b"/>
          <a:lstStyle>
            <a:lvl1pPr marL="0" indent="0">
              <a:buNone/>
              <a:defRPr sz="2016" b="1"/>
            </a:lvl1pPr>
            <a:lvl2pPr marL="383957" indent="0">
              <a:buNone/>
              <a:defRPr sz="1680" b="1"/>
            </a:lvl2pPr>
            <a:lvl3pPr marL="767913" indent="0">
              <a:buNone/>
              <a:defRPr sz="1512" b="1"/>
            </a:lvl3pPr>
            <a:lvl4pPr marL="1151870" indent="0">
              <a:buNone/>
              <a:defRPr sz="1344" b="1"/>
            </a:lvl4pPr>
            <a:lvl5pPr marL="1535826" indent="0">
              <a:buNone/>
              <a:defRPr sz="1344" b="1"/>
            </a:lvl5pPr>
            <a:lvl6pPr marL="1919783" indent="0">
              <a:buNone/>
              <a:defRPr sz="1344" b="1"/>
            </a:lvl6pPr>
            <a:lvl7pPr marL="2303739" indent="0">
              <a:buNone/>
              <a:defRPr sz="1344" b="1"/>
            </a:lvl7pPr>
            <a:lvl8pPr marL="2687696" indent="0">
              <a:buNone/>
              <a:defRPr sz="1344" b="1"/>
            </a:lvl8pPr>
            <a:lvl9pPr marL="3071652" indent="0">
              <a:buNone/>
              <a:defRPr sz="13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103799"/>
            <a:ext cx="5183188" cy="309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445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7340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4942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83963"/>
            <a:ext cx="3932237" cy="1343872"/>
          </a:xfrm>
        </p:spPr>
        <p:txBody>
          <a:bodyPr anchor="b"/>
          <a:lstStyle>
            <a:lvl1pPr>
              <a:defRPr sz="26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829255"/>
            <a:ext cx="6172200" cy="4092942"/>
          </a:xfrm>
        </p:spPr>
        <p:txBody>
          <a:bodyPr/>
          <a:lstStyle>
            <a:lvl1pPr>
              <a:defRPr sz="2687"/>
            </a:lvl1pPr>
            <a:lvl2pPr>
              <a:defRPr sz="2351"/>
            </a:lvl2pPr>
            <a:lvl3pPr>
              <a:defRPr sz="2016"/>
            </a:lvl3pPr>
            <a:lvl4pPr>
              <a:defRPr sz="1680"/>
            </a:lvl4pPr>
            <a:lvl5pPr>
              <a:defRPr sz="1680"/>
            </a:lvl5pPr>
            <a:lvl6pPr>
              <a:defRPr sz="1680"/>
            </a:lvl6pPr>
            <a:lvl7pPr>
              <a:defRPr sz="1680"/>
            </a:lvl7pPr>
            <a:lvl8pPr>
              <a:defRPr sz="1680"/>
            </a:lvl8pPr>
            <a:lvl9pPr>
              <a:defRPr sz="16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727835"/>
            <a:ext cx="3932237" cy="3201028"/>
          </a:xfrm>
        </p:spPr>
        <p:txBody>
          <a:bodyPr/>
          <a:lstStyle>
            <a:lvl1pPr marL="0" indent="0">
              <a:buNone/>
              <a:defRPr sz="1344"/>
            </a:lvl1pPr>
            <a:lvl2pPr marL="383957" indent="0">
              <a:buNone/>
              <a:defRPr sz="1176"/>
            </a:lvl2pPr>
            <a:lvl3pPr marL="767913" indent="0">
              <a:buNone/>
              <a:defRPr sz="1008"/>
            </a:lvl3pPr>
            <a:lvl4pPr marL="1151870" indent="0">
              <a:buNone/>
              <a:defRPr sz="840"/>
            </a:lvl4pPr>
            <a:lvl5pPr marL="1535826" indent="0">
              <a:buNone/>
              <a:defRPr sz="840"/>
            </a:lvl5pPr>
            <a:lvl6pPr marL="1919783" indent="0">
              <a:buNone/>
              <a:defRPr sz="840"/>
            </a:lvl6pPr>
            <a:lvl7pPr marL="2303739" indent="0">
              <a:buNone/>
              <a:defRPr sz="840"/>
            </a:lvl7pPr>
            <a:lvl8pPr marL="2687696" indent="0">
              <a:buNone/>
              <a:defRPr sz="840"/>
            </a:lvl8pPr>
            <a:lvl9pPr marL="3071652" indent="0">
              <a:buNone/>
              <a:defRPr sz="8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639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83963"/>
            <a:ext cx="3932237" cy="1343872"/>
          </a:xfrm>
        </p:spPr>
        <p:txBody>
          <a:bodyPr anchor="b"/>
          <a:lstStyle>
            <a:lvl1pPr>
              <a:defRPr sz="26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829255"/>
            <a:ext cx="6172200" cy="4092942"/>
          </a:xfrm>
        </p:spPr>
        <p:txBody>
          <a:bodyPr anchor="t"/>
          <a:lstStyle>
            <a:lvl1pPr marL="0" indent="0">
              <a:buNone/>
              <a:defRPr sz="2687"/>
            </a:lvl1pPr>
            <a:lvl2pPr marL="383957" indent="0">
              <a:buNone/>
              <a:defRPr sz="2351"/>
            </a:lvl2pPr>
            <a:lvl3pPr marL="767913" indent="0">
              <a:buNone/>
              <a:defRPr sz="2016"/>
            </a:lvl3pPr>
            <a:lvl4pPr marL="1151870" indent="0">
              <a:buNone/>
              <a:defRPr sz="1680"/>
            </a:lvl4pPr>
            <a:lvl5pPr marL="1535826" indent="0">
              <a:buNone/>
              <a:defRPr sz="1680"/>
            </a:lvl5pPr>
            <a:lvl6pPr marL="1919783" indent="0">
              <a:buNone/>
              <a:defRPr sz="1680"/>
            </a:lvl6pPr>
            <a:lvl7pPr marL="2303739" indent="0">
              <a:buNone/>
              <a:defRPr sz="1680"/>
            </a:lvl7pPr>
            <a:lvl8pPr marL="2687696" indent="0">
              <a:buNone/>
              <a:defRPr sz="1680"/>
            </a:lvl8pPr>
            <a:lvl9pPr marL="3071652" indent="0">
              <a:buNone/>
              <a:defRPr sz="1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727835"/>
            <a:ext cx="3932237" cy="3201028"/>
          </a:xfrm>
        </p:spPr>
        <p:txBody>
          <a:bodyPr/>
          <a:lstStyle>
            <a:lvl1pPr marL="0" indent="0">
              <a:buNone/>
              <a:defRPr sz="1344"/>
            </a:lvl1pPr>
            <a:lvl2pPr marL="383957" indent="0">
              <a:buNone/>
              <a:defRPr sz="1176"/>
            </a:lvl2pPr>
            <a:lvl3pPr marL="767913" indent="0">
              <a:buNone/>
              <a:defRPr sz="1008"/>
            </a:lvl3pPr>
            <a:lvl4pPr marL="1151870" indent="0">
              <a:buNone/>
              <a:defRPr sz="840"/>
            </a:lvl4pPr>
            <a:lvl5pPr marL="1535826" indent="0">
              <a:buNone/>
              <a:defRPr sz="840"/>
            </a:lvl5pPr>
            <a:lvl6pPr marL="1919783" indent="0">
              <a:buNone/>
              <a:defRPr sz="840"/>
            </a:lvl6pPr>
            <a:lvl7pPr marL="2303739" indent="0">
              <a:buNone/>
              <a:defRPr sz="840"/>
            </a:lvl7pPr>
            <a:lvl8pPr marL="2687696" indent="0">
              <a:buNone/>
              <a:defRPr sz="840"/>
            </a:lvl8pPr>
            <a:lvl9pPr marL="3071652" indent="0">
              <a:buNone/>
              <a:defRPr sz="8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751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9240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06637"/>
            <a:ext cx="2628900" cy="48808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06637"/>
            <a:ext cx="7734300" cy="48808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7893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06638"/>
            <a:ext cx="10515600" cy="1113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33187"/>
            <a:ext cx="10515600" cy="3654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5338158"/>
            <a:ext cx="2743200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69046E-0F48-469F-B64E-AD898842AE09}" type="datetimeFigureOut">
              <a:rPr lang="en-US" smtClean="0"/>
              <a:t>7/6/2025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5338158"/>
            <a:ext cx="4114800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5338158"/>
            <a:ext cx="2743200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C3A11A-F310-4CD0-9B1D-CC41033CB2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953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67913" rtl="0" eaLnBrk="1" latinLnBrk="0" hangingPunct="1">
        <a:lnSpc>
          <a:spcPct val="90000"/>
        </a:lnSpc>
        <a:spcBef>
          <a:spcPct val="0"/>
        </a:spcBef>
        <a:buNone/>
        <a:defRPr sz="36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1978" indent="-191978" algn="l" defTabSz="767913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2351" kern="1200">
          <a:solidFill>
            <a:schemeClr val="tx1"/>
          </a:solidFill>
          <a:latin typeface="+mn-lt"/>
          <a:ea typeface="+mn-ea"/>
          <a:cs typeface="+mn-cs"/>
        </a:defRPr>
      </a:lvl1pPr>
      <a:lvl2pPr marL="575935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2016" kern="1200">
          <a:solidFill>
            <a:schemeClr val="tx1"/>
          </a:solidFill>
          <a:latin typeface="+mn-lt"/>
          <a:ea typeface="+mn-ea"/>
          <a:cs typeface="+mn-cs"/>
        </a:defRPr>
      </a:lvl2pPr>
      <a:lvl3pPr marL="959891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3pPr>
      <a:lvl4pPr marL="1343848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4pPr>
      <a:lvl5pPr marL="1727805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5pPr>
      <a:lvl6pPr marL="2111761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6pPr>
      <a:lvl7pPr marL="2495718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7pPr>
      <a:lvl8pPr marL="2879674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8pPr>
      <a:lvl9pPr marL="3263631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1pPr>
      <a:lvl2pPr marL="383957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67913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3pPr>
      <a:lvl4pPr marL="1151870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4pPr>
      <a:lvl5pPr marL="1535826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5pPr>
      <a:lvl6pPr marL="1919783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6pPr>
      <a:lvl7pPr marL="2303739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7pPr>
      <a:lvl8pPr marL="2687696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8pPr>
      <a:lvl9pPr marL="3071652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50836-0A43-724F-CDA6-C28F1CBBA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Arrow: Chevron 106">
            <a:extLst>
              <a:ext uri="{FF2B5EF4-FFF2-40B4-BE49-F238E27FC236}">
                <a16:creationId xmlns:a16="http://schemas.microsoft.com/office/drawing/2014/main" id="{F5A17C6A-5FBB-FDEE-9261-EED6B0E6072F}"/>
              </a:ext>
            </a:extLst>
          </p:cNvPr>
          <p:cNvSpPr/>
          <p:nvPr/>
        </p:nvSpPr>
        <p:spPr>
          <a:xfrm>
            <a:off x="0" y="2024887"/>
            <a:ext cx="12192000" cy="2303244"/>
          </a:xfrm>
          <a:prstGeom prst="chevron">
            <a:avLst>
              <a:gd name="adj" fmla="val 15003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791B7D6-3024-1976-8D41-7E7E3FEC3B8A}"/>
              </a:ext>
            </a:extLst>
          </p:cNvPr>
          <p:cNvSpPr/>
          <p:nvPr/>
        </p:nvSpPr>
        <p:spPr>
          <a:xfrm>
            <a:off x="8161467" y="1083429"/>
            <a:ext cx="3532888" cy="4176000"/>
          </a:xfrm>
          <a:prstGeom prst="roundRect">
            <a:avLst>
              <a:gd name="adj" fmla="val 4189"/>
            </a:avLst>
          </a:prstGeom>
          <a:solidFill>
            <a:srgbClr val="BAFDB1"/>
          </a:solidFill>
          <a:ln w="38100">
            <a:solidFill>
              <a:srgbClr val="00B050">
                <a:alpha val="69804"/>
              </a:srgb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F560E5-BEC0-5D8C-1675-7067A14D8E6E}"/>
              </a:ext>
            </a:extLst>
          </p:cNvPr>
          <p:cNvSpPr txBox="1"/>
          <p:nvPr/>
        </p:nvSpPr>
        <p:spPr>
          <a:xfrm>
            <a:off x="9212490" y="1138030"/>
            <a:ext cx="1430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Prediction</a:t>
            </a:r>
          </a:p>
        </p:txBody>
      </p:sp>
      <p:sp>
        <p:nvSpPr>
          <p:cNvPr id="134" name="Rectangle: Rounded Corners 133">
            <a:extLst>
              <a:ext uri="{FF2B5EF4-FFF2-40B4-BE49-F238E27FC236}">
                <a16:creationId xmlns:a16="http://schemas.microsoft.com/office/drawing/2014/main" id="{385A5979-16A1-2E4F-4DDF-D42C5D44C238}"/>
              </a:ext>
            </a:extLst>
          </p:cNvPr>
          <p:cNvSpPr/>
          <p:nvPr/>
        </p:nvSpPr>
        <p:spPr>
          <a:xfrm>
            <a:off x="8289911" y="1628528"/>
            <a:ext cx="3276000" cy="1764000"/>
          </a:xfrm>
          <a:prstGeom prst="roundRect">
            <a:avLst/>
          </a:prstGeom>
          <a:noFill/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5747AB7-8740-0180-FDB7-5EDFA7DC3268}"/>
              </a:ext>
            </a:extLst>
          </p:cNvPr>
          <p:cNvSpPr/>
          <p:nvPr/>
        </p:nvSpPr>
        <p:spPr>
          <a:xfrm>
            <a:off x="8396370" y="2060414"/>
            <a:ext cx="1742522" cy="468494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C5932A9-3F0B-6894-ECC0-B79B086EF19E}"/>
              </a:ext>
            </a:extLst>
          </p:cNvPr>
          <p:cNvSpPr txBox="1"/>
          <p:nvPr/>
        </p:nvSpPr>
        <p:spPr>
          <a:xfrm>
            <a:off x="9515311" y="210999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28" name="Cloud 127">
            <a:extLst>
              <a:ext uri="{FF2B5EF4-FFF2-40B4-BE49-F238E27FC236}">
                <a16:creationId xmlns:a16="http://schemas.microsoft.com/office/drawing/2014/main" id="{7BE00FE7-835B-CC79-66E8-397F0F27C224}"/>
              </a:ext>
            </a:extLst>
          </p:cNvPr>
          <p:cNvSpPr/>
          <p:nvPr/>
        </p:nvSpPr>
        <p:spPr>
          <a:xfrm>
            <a:off x="9794972" y="2186661"/>
            <a:ext cx="250402" cy="216000"/>
          </a:xfrm>
          <a:prstGeom prst="cloud">
            <a:avLst/>
          </a:prstGeom>
          <a:solidFill>
            <a:srgbClr val="DE0000"/>
          </a:solidFill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14F11D5C-3E61-21F4-E890-2F319DE94A9F}"/>
              </a:ext>
            </a:extLst>
          </p:cNvPr>
          <p:cNvSpPr/>
          <p:nvPr/>
        </p:nvSpPr>
        <p:spPr>
          <a:xfrm>
            <a:off x="8396370" y="2696453"/>
            <a:ext cx="1742522" cy="468494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B4A9194-5825-B542-7634-FF3F0FD4DE15}"/>
              </a:ext>
            </a:extLst>
          </p:cNvPr>
          <p:cNvSpPr txBox="1"/>
          <p:nvPr/>
        </p:nvSpPr>
        <p:spPr>
          <a:xfrm>
            <a:off x="9515311" y="27460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33" name="Cloud 132">
            <a:extLst>
              <a:ext uri="{FF2B5EF4-FFF2-40B4-BE49-F238E27FC236}">
                <a16:creationId xmlns:a16="http://schemas.microsoft.com/office/drawing/2014/main" id="{E5F08374-86E0-7467-D29E-B78FFE43B62F}"/>
              </a:ext>
            </a:extLst>
          </p:cNvPr>
          <p:cNvSpPr/>
          <p:nvPr/>
        </p:nvSpPr>
        <p:spPr>
          <a:xfrm>
            <a:off x="9794173" y="2822700"/>
            <a:ext cx="252000" cy="216000"/>
          </a:xfrm>
          <a:prstGeom prst="cloud">
            <a:avLst/>
          </a:prstGeom>
          <a:solidFill>
            <a:srgbClr val="FFD966"/>
          </a:solidFill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E509470-3A45-9CA6-DEB7-7DC23ED26B70}"/>
              </a:ext>
            </a:extLst>
          </p:cNvPr>
          <p:cNvSpPr txBox="1"/>
          <p:nvPr/>
        </p:nvSpPr>
        <p:spPr>
          <a:xfrm>
            <a:off x="9491696" y="1473571"/>
            <a:ext cx="872430" cy="307777"/>
          </a:xfrm>
          <a:prstGeom prst="rect">
            <a:avLst/>
          </a:prstGeom>
          <a:solidFill>
            <a:srgbClr val="BAFDB1"/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Training</a:t>
            </a:r>
          </a:p>
        </p:txBody>
      </p:sp>
      <p:sp>
        <p:nvSpPr>
          <p:cNvPr id="139" name="Rectangle: Rounded Corners 138">
            <a:extLst>
              <a:ext uri="{FF2B5EF4-FFF2-40B4-BE49-F238E27FC236}">
                <a16:creationId xmlns:a16="http://schemas.microsoft.com/office/drawing/2014/main" id="{4B750651-84E5-0D1C-63A7-2584008F2710}"/>
              </a:ext>
            </a:extLst>
          </p:cNvPr>
          <p:cNvSpPr/>
          <p:nvPr/>
        </p:nvSpPr>
        <p:spPr>
          <a:xfrm>
            <a:off x="8396370" y="3915107"/>
            <a:ext cx="1742522" cy="468494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22CB2BB-7F2D-DDB0-8E53-59B13D817F51}"/>
              </a:ext>
            </a:extLst>
          </p:cNvPr>
          <p:cNvSpPr txBox="1"/>
          <p:nvPr/>
        </p:nvSpPr>
        <p:spPr>
          <a:xfrm>
            <a:off x="9515311" y="39646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42" name="Cloud 141">
            <a:extLst>
              <a:ext uri="{FF2B5EF4-FFF2-40B4-BE49-F238E27FC236}">
                <a16:creationId xmlns:a16="http://schemas.microsoft.com/office/drawing/2014/main" id="{F2089B64-9294-589E-21CC-2B001B50A866}"/>
              </a:ext>
            </a:extLst>
          </p:cNvPr>
          <p:cNvSpPr/>
          <p:nvPr/>
        </p:nvSpPr>
        <p:spPr>
          <a:xfrm>
            <a:off x="9794173" y="4041354"/>
            <a:ext cx="252000" cy="216000"/>
          </a:xfrm>
          <a:prstGeom prst="cloud">
            <a:avLst/>
          </a:prstGeom>
          <a:solidFill>
            <a:srgbClr val="FFD966"/>
          </a:solidFill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: Rounded Corners 143">
            <a:extLst>
              <a:ext uri="{FF2B5EF4-FFF2-40B4-BE49-F238E27FC236}">
                <a16:creationId xmlns:a16="http://schemas.microsoft.com/office/drawing/2014/main" id="{437439BB-5C7D-3D30-E40D-C64F4A13C61F}"/>
              </a:ext>
            </a:extLst>
          </p:cNvPr>
          <p:cNvSpPr/>
          <p:nvPr/>
        </p:nvSpPr>
        <p:spPr>
          <a:xfrm>
            <a:off x="8308444" y="3587128"/>
            <a:ext cx="3238934" cy="1548000"/>
          </a:xfrm>
          <a:prstGeom prst="roundRect">
            <a:avLst/>
          </a:prstGeom>
          <a:noFill/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E6DB54E-27D1-DA1C-03F4-25B6DC02890D}"/>
              </a:ext>
            </a:extLst>
          </p:cNvPr>
          <p:cNvSpPr txBox="1"/>
          <p:nvPr/>
        </p:nvSpPr>
        <p:spPr>
          <a:xfrm>
            <a:off x="9590029" y="3433912"/>
            <a:ext cx="675764" cy="307777"/>
          </a:xfrm>
          <a:prstGeom prst="rect">
            <a:avLst/>
          </a:prstGeom>
          <a:solidFill>
            <a:srgbClr val="BAFDB1"/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Test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2DD7B27-3A87-BF56-EB74-BE7118C775AB}"/>
              </a:ext>
            </a:extLst>
          </p:cNvPr>
          <p:cNvCxnSpPr>
            <a:cxnSpLocks/>
          </p:cNvCxnSpPr>
          <p:nvPr/>
        </p:nvCxnSpPr>
        <p:spPr>
          <a:xfrm>
            <a:off x="10265793" y="2294661"/>
            <a:ext cx="371632" cy="0"/>
          </a:xfrm>
          <a:prstGeom prst="straightConnector1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61671B1F-238B-1212-F6F1-F898399C4CDF}"/>
              </a:ext>
            </a:extLst>
          </p:cNvPr>
          <p:cNvSpPr/>
          <p:nvPr/>
        </p:nvSpPr>
        <p:spPr>
          <a:xfrm>
            <a:off x="10752138" y="2162602"/>
            <a:ext cx="512742" cy="26411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6" name="Rectangle: Rounded Corners 145">
            <a:extLst>
              <a:ext uri="{FF2B5EF4-FFF2-40B4-BE49-F238E27FC236}">
                <a16:creationId xmlns:a16="http://schemas.microsoft.com/office/drawing/2014/main" id="{D8D8D2B4-ACE6-EC12-17C8-1CD637C56C8E}"/>
              </a:ext>
            </a:extLst>
          </p:cNvPr>
          <p:cNvSpPr/>
          <p:nvPr/>
        </p:nvSpPr>
        <p:spPr>
          <a:xfrm>
            <a:off x="10752138" y="2798641"/>
            <a:ext cx="512742" cy="26411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7" name="Rectangle: Rounded Corners 146">
            <a:extLst>
              <a:ext uri="{FF2B5EF4-FFF2-40B4-BE49-F238E27FC236}">
                <a16:creationId xmlns:a16="http://schemas.microsoft.com/office/drawing/2014/main" id="{3FFCB458-9A9C-3469-A93D-F023938147EF}"/>
              </a:ext>
            </a:extLst>
          </p:cNvPr>
          <p:cNvSpPr/>
          <p:nvPr/>
        </p:nvSpPr>
        <p:spPr>
          <a:xfrm>
            <a:off x="10752138" y="4017295"/>
            <a:ext cx="512742" cy="26411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5489ABF-6E12-9599-7E12-49E868D86807}"/>
              </a:ext>
            </a:extLst>
          </p:cNvPr>
          <p:cNvSpPr txBox="1"/>
          <p:nvPr/>
        </p:nvSpPr>
        <p:spPr>
          <a:xfrm>
            <a:off x="10759185" y="2167703"/>
            <a:ext cx="498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Cambria" panose="02040503050406030204" pitchFamily="18" charset="0"/>
                <a:ea typeface="Cambria" panose="02040503050406030204" pitchFamily="18" charset="0"/>
              </a:rPr>
              <a:t>1.45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51E97D-5A90-3100-D4B6-81230C154065}"/>
              </a:ext>
            </a:extLst>
          </p:cNvPr>
          <p:cNvSpPr txBox="1"/>
          <p:nvPr/>
        </p:nvSpPr>
        <p:spPr>
          <a:xfrm>
            <a:off x="10752138" y="2803742"/>
            <a:ext cx="51274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Cambria" panose="02040503050406030204" pitchFamily="18" charset="0"/>
                <a:ea typeface="Cambria" panose="02040503050406030204" pitchFamily="18" charset="0"/>
              </a:rPr>
              <a:t>0.52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77C7A69-3C23-9069-0789-306C98889CFD}"/>
              </a:ext>
            </a:extLst>
          </p:cNvPr>
          <p:cNvSpPr txBox="1"/>
          <p:nvPr/>
        </p:nvSpPr>
        <p:spPr>
          <a:xfrm>
            <a:off x="10752138" y="4022396"/>
            <a:ext cx="51274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Cambria" panose="02040503050406030204" pitchFamily="18" charset="0"/>
                <a:ea typeface="Cambria" panose="02040503050406030204" pitchFamily="18" charset="0"/>
              </a:rPr>
              <a:t>3.10</a:t>
            </a: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04797713-C3A3-67DE-FE10-0A87EE82E910}"/>
              </a:ext>
            </a:extLst>
          </p:cNvPr>
          <p:cNvCxnSpPr>
            <a:cxnSpLocks/>
          </p:cNvCxnSpPr>
          <p:nvPr/>
        </p:nvCxnSpPr>
        <p:spPr>
          <a:xfrm>
            <a:off x="10265793" y="2930700"/>
            <a:ext cx="371632" cy="0"/>
          </a:xfrm>
          <a:prstGeom prst="straightConnector1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E8030949-6378-C0A1-0871-071FB262275D}"/>
              </a:ext>
            </a:extLst>
          </p:cNvPr>
          <p:cNvCxnSpPr>
            <a:cxnSpLocks/>
          </p:cNvCxnSpPr>
          <p:nvPr/>
        </p:nvCxnSpPr>
        <p:spPr>
          <a:xfrm>
            <a:off x="10265793" y="4149354"/>
            <a:ext cx="371632" cy="0"/>
          </a:xfrm>
          <a:prstGeom prst="straightConnector1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2AEF77D-4CAE-D944-5B15-4E0E0771528E}"/>
              </a:ext>
            </a:extLst>
          </p:cNvPr>
          <p:cNvSpPr txBox="1"/>
          <p:nvPr/>
        </p:nvSpPr>
        <p:spPr>
          <a:xfrm>
            <a:off x="4409271" y="186742"/>
            <a:ext cx="3373461" cy="576000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Unknown structure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B26E0CA9-9170-6520-A4BB-FD6ECEA84EE6}"/>
              </a:ext>
            </a:extLst>
          </p:cNvPr>
          <p:cNvSpPr/>
          <p:nvPr/>
        </p:nvSpPr>
        <p:spPr>
          <a:xfrm>
            <a:off x="4280472" y="1083429"/>
            <a:ext cx="3744000" cy="4176000"/>
          </a:xfrm>
          <a:prstGeom prst="roundRect">
            <a:avLst>
              <a:gd name="adj" fmla="val 4189"/>
            </a:avLst>
          </a:prstGeom>
          <a:solidFill>
            <a:srgbClr val="BAFDB1"/>
          </a:solidFill>
          <a:ln w="38100">
            <a:solidFill>
              <a:srgbClr val="00B050">
                <a:alpha val="69804"/>
              </a:srgb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FD19BC8-86D4-A514-8CE4-504471AFD785}"/>
              </a:ext>
            </a:extLst>
          </p:cNvPr>
          <p:cNvSpPr txBox="1"/>
          <p:nvPr/>
        </p:nvSpPr>
        <p:spPr>
          <a:xfrm>
            <a:off x="5152728" y="1138030"/>
            <a:ext cx="1999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Preprocessing</a:t>
            </a:r>
          </a:p>
        </p:txBody>
      </p:sp>
      <p:sp>
        <p:nvSpPr>
          <p:cNvPr id="64" name="Plaque 63">
            <a:extLst>
              <a:ext uri="{FF2B5EF4-FFF2-40B4-BE49-F238E27FC236}">
                <a16:creationId xmlns:a16="http://schemas.microsoft.com/office/drawing/2014/main" id="{28B0BAF6-5CFA-F87E-1DAB-AB8A02177A15}"/>
              </a:ext>
            </a:extLst>
          </p:cNvPr>
          <p:cNvSpPr/>
          <p:nvPr/>
        </p:nvSpPr>
        <p:spPr>
          <a:xfrm rot="2700000">
            <a:off x="4549009" y="4045413"/>
            <a:ext cx="432000" cy="432000"/>
          </a:xfrm>
          <a:prstGeom prst="plaque">
            <a:avLst>
              <a:gd name="adj" fmla="val 4036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" dirty="0"/>
          </a:p>
        </p:txBody>
      </p:sp>
      <p:graphicFrame>
        <p:nvGraphicFramePr>
          <p:cNvPr id="68" name="Table 67">
            <a:extLst>
              <a:ext uri="{FF2B5EF4-FFF2-40B4-BE49-F238E27FC236}">
                <a16:creationId xmlns:a16="http://schemas.microsoft.com/office/drawing/2014/main" id="{58FEC2A3-CCE2-D201-5035-1CEF9A3592B8}"/>
              </a:ext>
            </a:extLst>
          </p:cNvPr>
          <p:cNvGraphicFramePr>
            <a:graphicFrameLocks noGrp="1"/>
          </p:cNvGraphicFramePr>
          <p:nvPr/>
        </p:nvGraphicFramePr>
        <p:xfrm>
          <a:off x="6824828" y="2725738"/>
          <a:ext cx="930776" cy="25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347">
                  <a:extLst>
                    <a:ext uri="{9D8B030D-6E8A-4147-A177-3AD203B41FA5}">
                      <a16:colId xmlns:a16="http://schemas.microsoft.com/office/drawing/2014/main" val="2628322234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780877997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94991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212599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403466052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562347433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385866380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413710772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426529"/>
                  </a:ext>
                </a:extLst>
              </a:tr>
            </a:tbl>
          </a:graphicData>
        </a:graphic>
      </p:graphicFrame>
      <p:sp>
        <p:nvSpPr>
          <p:cNvPr id="115" name="Arc 114">
            <a:extLst>
              <a:ext uri="{FF2B5EF4-FFF2-40B4-BE49-F238E27FC236}">
                <a16:creationId xmlns:a16="http://schemas.microsoft.com/office/drawing/2014/main" id="{24F1D042-F3FC-F7D9-CB6F-FF4F4B30F569}"/>
              </a:ext>
            </a:extLst>
          </p:cNvPr>
          <p:cNvSpPr/>
          <p:nvPr/>
        </p:nvSpPr>
        <p:spPr>
          <a:xfrm rot="18582686">
            <a:off x="4921299" y="2209712"/>
            <a:ext cx="432000" cy="393426"/>
          </a:xfrm>
          <a:prstGeom prst="arc">
            <a:avLst>
              <a:gd name="adj1" fmla="val 15588711"/>
              <a:gd name="adj2" fmla="val 1121401"/>
            </a:avLst>
          </a:prstGeom>
          <a:ln w="381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6" name="Arc 115">
            <a:extLst>
              <a:ext uri="{FF2B5EF4-FFF2-40B4-BE49-F238E27FC236}">
                <a16:creationId xmlns:a16="http://schemas.microsoft.com/office/drawing/2014/main" id="{4BCD9D1F-8AA3-0E10-9267-B433CB747D59}"/>
              </a:ext>
            </a:extLst>
          </p:cNvPr>
          <p:cNvSpPr/>
          <p:nvPr/>
        </p:nvSpPr>
        <p:spPr>
          <a:xfrm rot="2839795" flipV="1">
            <a:off x="5465976" y="2346142"/>
            <a:ext cx="432000" cy="415246"/>
          </a:xfrm>
          <a:prstGeom prst="arc">
            <a:avLst>
              <a:gd name="adj1" fmla="val 15588711"/>
              <a:gd name="adj2" fmla="val 1456719"/>
            </a:avLst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6" name="Graphic 155" descr="Database outline">
            <a:extLst>
              <a:ext uri="{FF2B5EF4-FFF2-40B4-BE49-F238E27FC236}">
                <a16:creationId xmlns:a16="http://schemas.microsoft.com/office/drawing/2014/main" id="{4F484F22-1F9F-D2D4-B113-D1CB0EA26C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02691" y="2211739"/>
            <a:ext cx="507514" cy="507514"/>
          </a:xfrm>
          <a:prstGeom prst="rect">
            <a:avLst/>
          </a:prstGeom>
        </p:spPr>
      </p:pic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A95BC6A3-79A4-7535-56C4-4C9ABFAA3B84}"/>
              </a:ext>
            </a:extLst>
          </p:cNvPr>
          <p:cNvCxnSpPr>
            <a:cxnSpLocks/>
          </p:cNvCxnSpPr>
          <p:nvPr/>
        </p:nvCxnSpPr>
        <p:spPr>
          <a:xfrm>
            <a:off x="6000028" y="1767847"/>
            <a:ext cx="0" cy="292388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9E78770C-A09E-BD51-FAA5-D86ECD12E2D8}"/>
              </a:ext>
            </a:extLst>
          </p:cNvPr>
          <p:cNvCxnSpPr>
            <a:cxnSpLocks/>
          </p:cNvCxnSpPr>
          <p:nvPr/>
        </p:nvCxnSpPr>
        <p:spPr>
          <a:xfrm>
            <a:off x="6135282" y="1903196"/>
            <a:ext cx="0" cy="139731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E946D77D-1808-E792-63C9-B5C72CF368AB}"/>
              </a:ext>
            </a:extLst>
          </p:cNvPr>
          <p:cNvCxnSpPr>
            <a:cxnSpLocks/>
          </p:cNvCxnSpPr>
          <p:nvPr/>
        </p:nvCxnSpPr>
        <p:spPr>
          <a:xfrm>
            <a:off x="6369597" y="1790708"/>
            <a:ext cx="0" cy="252219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2B3D27B5-DF35-3CD2-1CC3-9ACFB51063CD}"/>
              </a:ext>
            </a:extLst>
          </p:cNvPr>
          <p:cNvCxnSpPr>
            <a:cxnSpLocks/>
          </p:cNvCxnSpPr>
          <p:nvPr/>
        </p:nvCxnSpPr>
        <p:spPr>
          <a:xfrm>
            <a:off x="5989234" y="2052615"/>
            <a:ext cx="515427" cy="0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8DF350F-B03A-D2C5-12BB-907310A29484}"/>
              </a:ext>
            </a:extLst>
          </p:cNvPr>
          <p:cNvCxnSpPr>
            <a:cxnSpLocks/>
          </p:cNvCxnSpPr>
          <p:nvPr/>
        </p:nvCxnSpPr>
        <p:spPr>
          <a:xfrm>
            <a:off x="6000028" y="2468823"/>
            <a:ext cx="0" cy="292388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B3301E68-190F-FB4D-2B43-3F01897A2AB0}"/>
              </a:ext>
            </a:extLst>
          </p:cNvPr>
          <p:cNvCxnSpPr>
            <a:cxnSpLocks/>
          </p:cNvCxnSpPr>
          <p:nvPr/>
        </p:nvCxnSpPr>
        <p:spPr>
          <a:xfrm>
            <a:off x="6068607" y="2674036"/>
            <a:ext cx="0" cy="69866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2C762109-A580-9EB2-303E-CD9C63D432E4}"/>
              </a:ext>
            </a:extLst>
          </p:cNvPr>
          <p:cNvCxnSpPr>
            <a:cxnSpLocks/>
          </p:cNvCxnSpPr>
          <p:nvPr/>
        </p:nvCxnSpPr>
        <p:spPr>
          <a:xfrm>
            <a:off x="6369597" y="2491684"/>
            <a:ext cx="0" cy="252219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15C2DD73-34D8-FBF7-8AB6-56BDA1E39FB8}"/>
              </a:ext>
            </a:extLst>
          </p:cNvPr>
          <p:cNvCxnSpPr>
            <a:cxnSpLocks/>
          </p:cNvCxnSpPr>
          <p:nvPr/>
        </p:nvCxnSpPr>
        <p:spPr>
          <a:xfrm>
            <a:off x="5989234" y="2753591"/>
            <a:ext cx="515427" cy="0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61B1CC9F-2F23-B515-D5CC-911B64D37E42}"/>
              </a:ext>
            </a:extLst>
          </p:cNvPr>
          <p:cNvCxnSpPr>
            <a:cxnSpLocks/>
          </p:cNvCxnSpPr>
          <p:nvPr/>
        </p:nvCxnSpPr>
        <p:spPr>
          <a:xfrm>
            <a:off x="6000028" y="2819311"/>
            <a:ext cx="0" cy="292388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6209DFA0-C692-6EC9-9D07-C3B6049CF404}"/>
              </a:ext>
            </a:extLst>
          </p:cNvPr>
          <p:cNvCxnSpPr>
            <a:cxnSpLocks/>
          </p:cNvCxnSpPr>
          <p:nvPr/>
        </p:nvCxnSpPr>
        <p:spPr>
          <a:xfrm>
            <a:off x="6068607" y="3024524"/>
            <a:ext cx="0" cy="69866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2FCB080-DD89-C967-3AAE-519B02F047F7}"/>
              </a:ext>
            </a:extLst>
          </p:cNvPr>
          <p:cNvCxnSpPr>
            <a:cxnSpLocks/>
          </p:cNvCxnSpPr>
          <p:nvPr/>
        </p:nvCxnSpPr>
        <p:spPr>
          <a:xfrm>
            <a:off x="6135282" y="2954660"/>
            <a:ext cx="0" cy="139731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D0C2EE6-E55E-88EE-4AE6-B8858A2335E9}"/>
              </a:ext>
            </a:extLst>
          </p:cNvPr>
          <p:cNvCxnSpPr>
            <a:cxnSpLocks/>
          </p:cNvCxnSpPr>
          <p:nvPr/>
        </p:nvCxnSpPr>
        <p:spPr>
          <a:xfrm>
            <a:off x="6369597" y="2842172"/>
            <a:ext cx="0" cy="252219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4C38658-B4C1-6638-6EA1-900D3123CEB7}"/>
              </a:ext>
            </a:extLst>
          </p:cNvPr>
          <p:cNvCxnSpPr>
            <a:cxnSpLocks/>
          </p:cNvCxnSpPr>
          <p:nvPr/>
        </p:nvCxnSpPr>
        <p:spPr>
          <a:xfrm>
            <a:off x="5989234" y="3104079"/>
            <a:ext cx="515427" cy="0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688EEAEC-E082-4F5C-3461-C3A01BF8EC04}"/>
              </a:ext>
            </a:extLst>
          </p:cNvPr>
          <p:cNvCxnSpPr>
            <a:cxnSpLocks/>
          </p:cNvCxnSpPr>
          <p:nvPr/>
        </p:nvCxnSpPr>
        <p:spPr>
          <a:xfrm>
            <a:off x="6000028" y="2118335"/>
            <a:ext cx="0" cy="292388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725C64D-380F-67AC-80AD-7EB0D5F2DE73}"/>
              </a:ext>
            </a:extLst>
          </p:cNvPr>
          <p:cNvCxnSpPr>
            <a:cxnSpLocks/>
          </p:cNvCxnSpPr>
          <p:nvPr/>
        </p:nvCxnSpPr>
        <p:spPr>
          <a:xfrm>
            <a:off x="6068607" y="2323548"/>
            <a:ext cx="0" cy="69866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7C53589-36B6-E534-02D0-0DCFB4945F14}"/>
              </a:ext>
            </a:extLst>
          </p:cNvPr>
          <p:cNvCxnSpPr>
            <a:cxnSpLocks/>
          </p:cNvCxnSpPr>
          <p:nvPr/>
        </p:nvCxnSpPr>
        <p:spPr>
          <a:xfrm>
            <a:off x="6135282" y="2253684"/>
            <a:ext cx="0" cy="139731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AA5C1C48-3460-2861-C66B-9CBB75810117}"/>
              </a:ext>
            </a:extLst>
          </p:cNvPr>
          <p:cNvCxnSpPr>
            <a:cxnSpLocks/>
          </p:cNvCxnSpPr>
          <p:nvPr/>
        </p:nvCxnSpPr>
        <p:spPr>
          <a:xfrm>
            <a:off x="6369597" y="2141196"/>
            <a:ext cx="0" cy="252219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68806708-CC45-E2E0-9491-BCB113FCABF4}"/>
              </a:ext>
            </a:extLst>
          </p:cNvPr>
          <p:cNvCxnSpPr>
            <a:cxnSpLocks/>
          </p:cNvCxnSpPr>
          <p:nvPr/>
        </p:nvCxnSpPr>
        <p:spPr>
          <a:xfrm>
            <a:off x="6301017" y="2268402"/>
            <a:ext cx="0" cy="139731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7A06CA80-62C7-5005-8F98-0A7DFDF162F3}"/>
              </a:ext>
            </a:extLst>
          </p:cNvPr>
          <p:cNvCxnSpPr>
            <a:cxnSpLocks/>
          </p:cNvCxnSpPr>
          <p:nvPr/>
        </p:nvCxnSpPr>
        <p:spPr>
          <a:xfrm>
            <a:off x="5989234" y="2403103"/>
            <a:ext cx="515427" cy="0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ight Brace 211">
            <a:extLst>
              <a:ext uri="{FF2B5EF4-FFF2-40B4-BE49-F238E27FC236}">
                <a16:creationId xmlns:a16="http://schemas.microsoft.com/office/drawing/2014/main" id="{2A98CE85-CAD9-7793-67C5-BA1A449578F7}"/>
              </a:ext>
            </a:extLst>
          </p:cNvPr>
          <p:cNvSpPr/>
          <p:nvPr/>
        </p:nvSpPr>
        <p:spPr>
          <a:xfrm>
            <a:off x="6594768" y="1793247"/>
            <a:ext cx="225434" cy="1392697"/>
          </a:xfrm>
          <a:prstGeom prst="rightBrace">
            <a:avLst>
              <a:gd name="adj1" fmla="val 40367"/>
              <a:gd name="adj2" fmla="val 31762"/>
            </a:avLst>
          </a:prstGeom>
          <a:noFill/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2DFC1CC-3CA7-8D0B-40F1-BA5E131B6579}"/>
              </a:ext>
            </a:extLst>
          </p:cNvPr>
          <p:cNvCxnSpPr>
            <a:cxnSpLocks/>
          </p:cNvCxnSpPr>
          <p:nvPr/>
        </p:nvCxnSpPr>
        <p:spPr>
          <a:xfrm flipH="1">
            <a:off x="6998971" y="2365129"/>
            <a:ext cx="116205" cy="360045"/>
          </a:xfrm>
          <a:prstGeom prst="straightConnector1">
            <a:avLst/>
          </a:prstGeom>
          <a:ln w="12700">
            <a:solidFill>
              <a:srgbClr val="767171"/>
            </a:solidFill>
            <a:prstDash val="sysDash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538C72F5-1EF2-04D2-477A-3BB5B7FF6039}"/>
              </a:ext>
            </a:extLst>
          </p:cNvPr>
          <p:cNvCxnSpPr>
            <a:cxnSpLocks/>
          </p:cNvCxnSpPr>
          <p:nvPr/>
        </p:nvCxnSpPr>
        <p:spPr>
          <a:xfrm>
            <a:off x="7181850" y="2367033"/>
            <a:ext cx="281940" cy="358140"/>
          </a:xfrm>
          <a:prstGeom prst="straightConnector1">
            <a:avLst/>
          </a:prstGeom>
          <a:ln w="12700">
            <a:solidFill>
              <a:srgbClr val="767171"/>
            </a:solidFill>
            <a:prstDash val="sysDash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40D06989-A1FD-B1F2-D496-05F89D805328}"/>
              </a:ext>
            </a:extLst>
          </p:cNvPr>
          <p:cNvCxnSpPr>
            <a:cxnSpLocks/>
          </p:cNvCxnSpPr>
          <p:nvPr/>
        </p:nvCxnSpPr>
        <p:spPr>
          <a:xfrm>
            <a:off x="7414260" y="2365129"/>
            <a:ext cx="285750" cy="360045"/>
          </a:xfrm>
          <a:prstGeom prst="straightConnector1">
            <a:avLst/>
          </a:prstGeom>
          <a:ln w="12700">
            <a:solidFill>
              <a:srgbClr val="3B3838"/>
            </a:solidFill>
            <a:prstDash val="sysDash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60" name="Table 259">
            <a:extLst>
              <a:ext uri="{FF2B5EF4-FFF2-40B4-BE49-F238E27FC236}">
                <a16:creationId xmlns:a16="http://schemas.microsoft.com/office/drawing/2014/main" id="{C0EA1119-4BA9-7A4B-DF2F-068A74B8B8AE}"/>
              </a:ext>
            </a:extLst>
          </p:cNvPr>
          <p:cNvGraphicFramePr>
            <a:graphicFrameLocks noGrp="1"/>
          </p:cNvGraphicFramePr>
          <p:nvPr/>
        </p:nvGraphicFramePr>
        <p:xfrm>
          <a:off x="6769881" y="3799139"/>
          <a:ext cx="930776" cy="25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347">
                  <a:extLst>
                    <a:ext uri="{9D8B030D-6E8A-4147-A177-3AD203B41FA5}">
                      <a16:colId xmlns:a16="http://schemas.microsoft.com/office/drawing/2014/main" val="2628322234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780877997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94991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212599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403466052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562347433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385866380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413710772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1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426529"/>
                  </a:ext>
                </a:extLst>
              </a:tr>
            </a:tbl>
          </a:graphicData>
        </a:graphic>
      </p:graphicFrame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4F7AE198-73CE-34BC-D203-84C7FDEE7DED}"/>
              </a:ext>
            </a:extLst>
          </p:cNvPr>
          <p:cNvCxnSpPr>
            <a:cxnSpLocks/>
          </p:cNvCxnSpPr>
          <p:nvPr/>
        </p:nvCxnSpPr>
        <p:spPr>
          <a:xfrm>
            <a:off x="6058126" y="4406988"/>
            <a:ext cx="0" cy="292388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B593BFDA-C6CD-4377-59C3-01A7804512BE}"/>
              </a:ext>
            </a:extLst>
          </p:cNvPr>
          <p:cNvCxnSpPr>
            <a:cxnSpLocks/>
          </p:cNvCxnSpPr>
          <p:nvPr/>
        </p:nvCxnSpPr>
        <p:spPr>
          <a:xfrm>
            <a:off x="6058126" y="3791911"/>
            <a:ext cx="0" cy="292388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33" name="Table 332">
            <a:extLst>
              <a:ext uri="{FF2B5EF4-FFF2-40B4-BE49-F238E27FC236}">
                <a16:creationId xmlns:a16="http://schemas.microsoft.com/office/drawing/2014/main" id="{B9413B6F-A307-E90C-C7C8-C828F5BA64A6}"/>
              </a:ext>
            </a:extLst>
          </p:cNvPr>
          <p:cNvGraphicFramePr>
            <a:graphicFrameLocks noGrp="1"/>
          </p:cNvGraphicFramePr>
          <p:nvPr/>
        </p:nvGraphicFramePr>
        <p:xfrm>
          <a:off x="8545028" y="2793540"/>
          <a:ext cx="930776" cy="25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347">
                  <a:extLst>
                    <a:ext uri="{9D8B030D-6E8A-4147-A177-3AD203B41FA5}">
                      <a16:colId xmlns:a16="http://schemas.microsoft.com/office/drawing/2014/main" val="2628322234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780877997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94991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212599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403466052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562347433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385866380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413710772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426529"/>
                  </a:ext>
                </a:extLst>
              </a:tr>
            </a:tbl>
          </a:graphicData>
        </a:graphic>
      </p:graphicFrame>
      <p:graphicFrame>
        <p:nvGraphicFramePr>
          <p:cNvPr id="334" name="Table 333">
            <a:extLst>
              <a:ext uri="{FF2B5EF4-FFF2-40B4-BE49-F238E27FC236}">
                <a16:creationId xmlns:a16="http://schemas.microsoft.com/office/drawing/2014/main" id="{A1A0260C-567D-6A50-EA13-6BF66129CE13}"/>
              </a:ext>
            </a:extLst>
          </p:cNvPr>
          <p:cNvGraphicFramePr>
            <a:graphicFrameLocks noGrp="1"/>
          </p:cNvGraphicFramePr>
          <p:nvPr/>
        </p:nvGraphicFramePr>
        <p:xfrm>
          <a:off x="8545028" y="4012194"/>
          <a:ext cx="930776" cy="25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347">
                  <a:extLst>
                    <a:ext uri="{9D8B030D-6E8A-4147-A177-3AD203B41FA5}">
                      <a16:colId xmlns:a16="http://schemas.microsoft.com/office/drawing/2014/main" val="2628322234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780877997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94991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212599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403466052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562347433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385866380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413710772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1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426529"/>
                  </a:ext>
                </a:extLst>
              </a:tr>
            </a:tbl>
          </a:graphicData>
        </a:graphic>
      </p:graphicFrame>
      <p:sp>
        <p:nvSpPr>
          <p:cNvPr id="69" name="Pentagon 68">
            <a:extLst>
              <a:ext uri="{FF2B5EF4-FFF2-40B4-BE49-F238E27FC236}">
                <a16:creationId xmlns:a16="http://schemas.microsoft.com/office/drawing/2014/main" id="{68640AB5-999C-EE4B-5E3B-F52337BAF51B}"/>
              </a:ext>
            </a:extLst>
          </p:cNvPr>
          <p:cNvSpPr/>
          <p:nvPr/>
        </p:nvSpPr>
        <p:spPr>
          <a:xfrm>
            <a:off x="4543985" y="2249496"/>
            <a:ext cx="432000" cy="432000"/>
          </a:xfrm>
          <a:prstGeom prst="pentago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19066E9-E06E-0384-64E2-7650B41BE4A9}"/>
              </a:ext>
            </a:extLst>
          </p:cNvPr>
          <p:cNvSpPr/>
          <p:nvPr/>
        </p:nvSpPr>
        <p:spPr>
          <a:xfrm>
            <a:off x="4465271" y="1598048"/>
            <a:ext cx="3374402" cy="1764000"/>
          </a:xfrm>
          <a:prstGeom prst="roundRect">
            <a:avLst/>
          </a:prstGeom>
          <a:noFill/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575272-4D4C-8BA2-3405-1D1C9A974C9E}"/>
              </a:ext>
            </a:extLst>
          </p:cNvPr>
          <p:cNvSpPr txBox="1"/>
          <p:nvPr/>
        </p:nvSpPr>
        <p:spPr>
          <a:xfrm>
            <a:off x="5670661" y="1443091"/>
            <a:ext cx="963622" cy="307777"/>
          </a:xfrm>
          <a:prstGeom prst="rect">
            <a:avLst/>
          </a:prstGeom>
          <a:solidFill>
            <a:srgbClr val="BAFDB1"/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Training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9199FE2-DF26-5C4C-0C45-49FF5B9E7949}"/>
              </a:ext>
            </a:extLst>
          </p:cNvPr>
          <p:cNvSpPr/>
          <p:nvPr/>
        </p:nvSpPr>
        <p:spPr>
          <a:xfrm>
            <a:off x="4465273" y="3587128"/>
            <a:ext cx="3374401" cy="1548001"/>
          </a:xfrm>
          <a:prstGeom prst="roundRect">
            <a:avLst/>
          </a:prstGeom>
          <a:noFill/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88E28F-1200-C706-2184-ECC76D9B7EBC}"/>
              </a:ext>
            </a:extLst>
          </p:cNvPr>
          <p:cNvSpPr txBox="1"/>
          <p:nvPr/>
        </p:nvSpPr>
        <p:spPr>
          <a:xfrm>
            <a:off x="5616864" y="3433912"/>
            <a:ext cx="1071216" cy="307777"/>
          </a:xfrm>
          <a:prstGeom prst="rect">
            <a:avLst/>
          </a:prstGeom>
          <a:solidFill>
            <a:srgbClr val="BAFDB1"/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Test</a:t>
            </a:r>
          </a:p>
        </p:txBody>
      </p:sp>
      <p:sp>
        <p:nvSpPr>
          <p:cNvPr id="51" name="Arc 50">
            <a:extLst>
              <a:ext uri="{FF2B5EF4-FFF2-40B4-BE49-F238E27FC236}">
                <a16:creationId xmlns:a16="http://schemas.microsoft.com/office/drawing/2014/main" id="{2EB1CCD8-7ADD-5ACD-7E12-3CEABCF94034}"/>
              </a:ext>
            </a:extLst>
          </p:cNvPr>
          <p:cNvSpPr/>
          <p:nvPr/>
        </p:nvSpPr>
        <p:spPr>
          <a:xfrm rot="18582686">
            <a:off x="4926379" y="3977736"/>
            <a:ext cx="432000" cy="393426"/>
          </a:xfrm>
          <a:prstGeom prst="arc">
            <a:avLst>
              <a:gd name="adj1" fmla="val 15588711"/>
              <a:gd name="adj2" fmla="val 1121401"/>
            </a:avLst>
          </a:prstGeom>
          <a:ln w="381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333FBBA8-4B34-B762-AD36-3354D6BA00E8}"/>
              </a:ext>
            </a:extLst>
          </p:cNvPr>
          <p:cNvSpPr/>
          <p:nvPr/>
        </p:nvSpPr>
        <p:spPr>
          <a:xfrm rot="2839795" flipV="1">
            <a:off x="5471056" y="4114166"/>
            <a:ext cx="432000" cy="415246"/>
          </a:xfrm>
          <a:prstGeom prst="arc">
            <a:avLst>
              <a:gd name="adj1" fmla="val 15588711"/>
              <a:gd name="adj2" fmla="val 1456719"/>
            </a:avLst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7" name="Graphic 56" descr="Database outline">
            <a:extLst>
              <a:ext uri="{FF2B5EF4-FFF2-40B4-BE49-F238E27FC236}">
                <a16:creationId xmlns:a16="http://schemas.microsoft.com/office/drawing/2014/main" id="{52095BA3-5109-1861-66E4-73B6C88B88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02691" y="3979177"/>
            <a:ext cx="507514" cy="507514"/>
          </a:xfrm>
          <a:prstGeom prst="rect">
            <a:avLst/>
          </a:prstGeom>
        </p:spPr>
      </p:pic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DB89E42F-C296-A5EC-5559-01C74C0B8D6B}"/>
              </a:ext>
            </a:extLst>
          </p:cNvPr>
          <p:cNvGraphicFramePr>
            <a:graphicFrameLocks noGrp="1"/>
          </p:cNvGraphicFramePr>
          <p:nvPr/>
        </p:nvGraphicFramePr>
        <p:xfrm>
          <a:off x="6769881" y="4416022"/>
          <a:ext cx="930776" cy="25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347">
                  <a:extLst>
                    <a:ext uri="{9D8B030D-6E8A-4147-A177-3AD203B41FA5}">
                      <a16:colId xmlns:a16="http://schemas.microsoft.com/office/drawing/2014/main" val="2628322234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780877997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94991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212599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403466052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562347433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385866380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413710772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1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1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426529"/>
                  </a:ext>
                </a:extLst>
              </a:tr>
            </a:tbl>
          </a:graphicData>
        </a:graphic>
      </p:graphicFrame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2EF6916-7548-64D7-5B1E-301649C13462}"/>
              </a:ext>
            </a:extLst>
          </p:cNvPr>
          <p:cNvSpPr/>
          <p:nvPr/>
        </p:nvSpPr>
        <p:spPr>
          <a:xfrm>
            <a:off x="8396370" y="4526588"/>
            <a:ext cx="1742522" cy="468494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A196F69-743A-8A36-BB43-EF66CF3BE18A}"/>
              </a:ext>
            </a:extLst>
          </p:cNvPr>
          <p:cNvSpPr txBox="1"/>
          <p:nvPr/>
        </p:nvSpPr>
        <p:spPr>
          <a:xfrm>
            <a:off x="9515311" y="4576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62" name="Cloud 61">
            <a:extLst>
              <a:ext uri="{FF2B5EF4-FFF2-40B4-BE49-F238E27FC236}">
                <a16:creationId xmlns:a16="http://schemas.microsoft.com/office/drawing/2014/main" id="{00B4FFED-3631-EA04-FC10-AB04296E6AEF}"/>
              </a:ext>
            </a:extLst>
          </p:cNvPr>
          <p:cNvSpPr/>
          <p:nvPr/>
        </p:nvSpPr>
        <p:spPr>
          <a:xfrm>
            <a:off x="9794173" y="4652835"/>
            <a:ext cx="252000" cy="216000"/>
          </a:xfrm>
          <a:prstGeom prst="cloud">
            <a:avLst/>
          </a:prstGeom>
          <a:solidFill>
            <a:srgbClr val="FFD966"/>
          </a:solidFill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0DB3A7E1-1A39-A904-87EA-88036A938D80}"/>
              </a:ext>
            </a:extLst>
          </p:cNvPr>
          <p:cNvSpPr/>
          <p:nvPr/>
        </p:nvSpPr>
        <p:spPr>
          <a:xfrm>
            <a:off x="10752138" y="4628776"/>
            <a:ext cx="512742" cy="26411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75000"/>
                <a:alpha val="69804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3CB39A-5AAA-A3AB-0690-04D609159076}"/>
              </a:ext>
            </a:extLst>
          </p:cNvPr>
          <p:cNvSpPr txBox="1"/>
          <p:nvPr/>
        </p:nvSpPr>
        <p:spPr>
          <a:xfrm>
            <a:off x="10752138" y="4633877"/>
            <a:ext cx="51274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Cambria" panose="02040503050406030204" pitchFamily="18" charset="0"/>
                <a:ea typeface="Cambria" panose="02040503050406030204" pitchFamily="18" charset="0"/>
              </a:rPr>
              <a:t>3.10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358A43B-E671-DD26-5811-AA5CB2C479D0}"/>
              </a:ext>
            </a:extLst>
          </p:cNvPr>
          <p:cNvCxnSpPr>
            <a:cxnSpLocks/>
          </p:cNvCxnSpPr>
          <p:nvPr/>
        </p:nvCxnSpPr>
        <p:spPr>
          <a:xfrm>
            <a:off x="10265793" y="4760835"/>
            <a:ext cx="371632" cy="0"/>
          </a:xfrm>
          <a:prstGeom prst="straightConnector1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E4CFC99D-D783-02AC-C234-715031A3455A}"/>
              </a:ext>
            </a:extLst>
          </p:cNvPr>
          <p:cNvGraphicFramePr>
            <a:graphicFrameLocks noGrp="1"/>
          </p:cNvGraphicFramePr>
          <p:nvPr/>
        </p:nvGraphicFramePr>
        <p:xfrm>
          <a:off x="8545028" y="4623675"/>
          <a:ext cx="930776" cy="25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347">
                  <a:extLst>
                    <a:ext uri="{9D8B030D-6E8A-4147-A177-3AD203B41FA5}">
                      <a16:colId xmlns:a16="http://schemas.microsoft.com/office/drawing/2014/main" val="2628322234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780877997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94991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212599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403466052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562347433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385866380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413710772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1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671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426529"/>
                  </a:ext>
                </a:extLst>
              </a:tr>
            </a:tbl>
          </a:graphicData>
        </a:graphic>
      </p:graphicFrame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A6D2190C-E785-092A-DFC4-B3AFC348BCCD}"/>
              </a:ext>
            </a:extLst>
          </p:cNvPr>
          <p:cNvCxnSpPr>
            <a:cxnSpLocks/>
            <a:endCxn id="81" idx="2"/>
          </p:cNvCxnSpPr>
          <p:nvPr/>
        </p:nvCxnSpPr>
        <p:spPr>
          <a:xfrm>
            <a:off x="6256021" y="4070103"/>
            <a:ext cx="804863" cy="2554"/>
          </a:xfrm>
          <a:prstGeom prst="bentConnector4">
            <a:avLst>
              <a:gd name="adj1" fmla="val -118"/>
              <a:gd name="adj2" fmla="val 3978622"/>
            </a:avLst>
          </a:prstGeom>
          <a:ln w="15875">
            <a:solidFill>
              <a:srgbClr val="767171"/>
            </a:solidFill>
            <a:prstDash val="sysDash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1107D66B-5978-534F-2C85-2AC52F23987C}"/>
              </a:ext>
            </a:extLst>
          </p:cNvPr>
          <p:cNvSpPr/>
          <p:nvPr/>
        </p:nvSpPr>
        <p:spPr>
          <a:xfrm>
            <a:off x="7004686" y="3798337"/>
            <a:ext cx="112395" cy="274320"/>
          </a:xfrm>
          <a:prstGeom prst="rect">
            <a:avLst/>
          </a:prstGeom>
          <a:noFill/>
          <a:ln>
            <a:solidFill>
              <a:srgbClr val="000000">
                <a:alpha val="1961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FB886AD-00B2-C7D3-F30A-DAD818475920}"/>
              </a:ext>
            </a:extLst>
          </p:cNvPr>
          <p:cNvSpPr/>
          <p:nvPr/>
        </p:nvSpPr>
        <p:spPr>
          <a:xfrm>
            <a:off x="6886576" y="4415557"/>
            <a:ext cx="112395" cy="274320"/>
          </a:xfrm>
          <a:prstGeom prst="rect">
            <a:avLst/>
          </a:prstGeom>
          <a:noFill/>
          <a:ln>
            <a:solidFill>
              <a:srgbClr val="000000">
                <a:alpha val="1961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809EB41-D120-6353-714E-919E9C6B4C6C}"/>
              </a:ext>
            </a:extLst>
          </p:cNvPr>
          <p:cNvSpPr/>
          <p:nvPr/>
        </p:nvSpPr>
        <p:spPr>
          <a:xfrm>
            <a:off x="7000876" y="4415557"/>
            <a:ext cx="112395" cy="274320"/>
          </a:xfrm>
          <a:prstGeom prst="rect">
            <a:avLst/>
          </a:prstGeom>
          <a:noFill/>
          <a:ln>
            <a:solidFill>
              <a:srgbClr val="000000">
                <a:alpha val="1961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BA5FD2E-1FAF-86CE-88A3-8D9CA9EAA474}"/>
              </a:ext>
            </a:extLst>
          </p:cNvPr>
          <p:cNvSpPr/>
          <p:nvPr/>
        </p:nvSpPr>
        <p:spPr>
          <a:xfrm>
            <a:off x="7587616" y="4417462"/>
            <a:ext cx="112395" cy="274320"/>
          </a:xfrm>
          <a:prstGeom prst="rect">
            <a:avLst/>
          </a:prstGeom>
          <a:noFill/>
          <a:ln>
            <a:solidFill>
              <a:srgbClr val="000000">
                <a:alpha val="1961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8322807A-E6EF-F7AC-ACC9-EC6924C1972B}"/>
              </a:ext>
            </a:extLst>
          </p:cNvPr>
          <p:cNvCxnSpPr>
            <a:cxnSpLocks/>
          </p:cNvCxnSpPr>
          <p:nvPr/>
        </p:nvCxnSpPr>
        <p:spPr>
          <a:xfrm>
            <a:off x="6196540" y="4630535"/>
            <a:ext cx="0" cy="50349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214CA40F-8431-6665-A1C5-CCDD766DC24F}"/>
              </a:ext>
            </a:extLst>
          </p:cNvPr>
          <p:cNvCxnSpPr>
            <a:cxnSpLocks/>
          </p:cNvCxnSpPr>
          <p:nvPr/>
        </p:nvCxnSpPr>
        <p:spPr>
          <a:xfrm>
            <a:off x="6254340" y="4542337"/>
            <a:ext cx="0" cy="139731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2A069C6C-2651-6AEC-393B-D9366895F56E}"/>
              </a:ext>
            </a:extLst>
          </p:cNvPr>
          <p:cNvCxnSpPr>
            <a:cxnSpLocks/>
          </p:cNvCxnSpPr>
          <p:nvPr/>
        </p:nvCxnSpPr>
        <p:spPr>
          <a:xfrm>
            <a:off x="6323555" y="4429849"/>
            <a:ext cx="0" cy="252219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51FBE785-0E83-9F88-1BBA-A4C5A13C4916}"/>
              </a:ext>
            </a:extLst>
          </p:cNvPr>
          <p:cNvCxnSpPr>
            <a:cxnSpLocks/>
          </p:cNvCxnSpPr>
          <p:nvPr/>
        </p:nvCxnSpPr>
        <p:spPr>
          <a:xfrm>
            <a:off x="6254974" y="3927260"/>
            <a:ext cx="0" cy="139731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784726A4-F661-96E4-0F7F-E5DFE8A28337}"/>
              </a:ext>
            </a:extLst>
          </p:cNvPr>
          <p:cNvCxnSpPr>
            <a:cxnSpLocks/>
          </p:cNvCxnSpPr>
          <p:nvPr/>
        </p:nvCxnSpPr>
        <p:spPr>
          <a:xfrm>
            <a:off x="6323555" y="3814772"/>
            <a:ext cx="0" cy="252219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44B86B65-375D-2780-397A-7FBC4F22D78C}"/>
              </a:ext>
            </a:extLst>
          </p:cNvPr>
          <p:cNvCxnSpPr>
            <a:cxnSpLocks/>
            <a:endCxn id="82" idx="2"/>
          </p:cNvCxnSpPr>
          <p:nvPr/>
        </p:nvCxnSpPr>
        <p:spPr>
          <a:xfrm>
            <a:off x="6322696" y="4072009"/>
            <a:ext cx="1319213" cy="649"/>
          </a:xfrm>
          <a:prstGeom prst="bentConnector4">
            <a:avLst>
              <a:gd name="adj1" fmla="val -72"/>
              <a:gd name="adj2" fmla="val 24756394"/>
            </a:avLst>
          </a:prstGeom>
          <a:ln w="15875">
            <a:solidFill>
              <a:srgbClr val="A6A6A6"/>
            </a:solidFill>
            <a:prstDash val="sysDash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DD45B4C5-A999-B959-CB47-86F7E658EAD9}"/>
              </a:ext>
            </a:extLst>
          </p:cNvPr>
          <p:cNvSpPr/>
          <p:nvPr/>
        </p:nvSpPr>
        <p:spPr>
          <a:xfrm>
            <a:off x="7585711" y="3798337"/>
            <a:ext cx="112395" cy="274320"/>
          </a:xfrm>
          <a:prstGeom prst="rect">
            <a:avLst/>
          </a:prstGeom>
          <a:noFill/>
          <a:ln>
            <a:solidFill>
              <a:srgbClr val="000000">
                <a:alpha val="1961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09ED9B64-D287-7661-CB89-EB630FBA1CE7}"/>
              </a:ext>
            </a:extLst>
          </p:cNvPr>
          <p:cNvCxnSpPr>
            <a:cxnSpLocks/>
            <a:endCxn id="83" idx="2"/>
          </p:cNvCxnSpPr>
          <p:nvPr/>
        </p:nvCxnSpPr>
        <p:spPr>
          <a:xfrm>
            <a:off x="6198871" y="4687323"/>
            <a:ext cx="743903" cy="2554"/>
          </a:xfrm>
          <a:prstGeom prst="bentConnector4">
            <a:avLst>
              <a:gd name="adj1" fmla="val -384"/>
              <a:gd name="adj2" fmla="val 3531088"/>
            </a:avLst>
          </a:prstGeom>
          <a:ln w="15875">
            <a:solidFill>
              <a:srgbClr val="767171"/>
            </a:solidFill>
            <a:prstDash val="sysDash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18DA5F24-DB29-2445-2480-9A2BAFA34E45}"/>
              </a:ext>
            </a:extLst>
          </p:cNvPr>
          <p:cNvCxnSpPr>
            <a:cxnSpLocks/>
            <a:endCxn id="84" idx="2"/>
          </p:cNvCxnSpPr>
          <p:nvPr/>
        </p:nvCxnSpPr>
        <p:spPr>
          <a:xfrm>
            <a:off x="6256021" y="4687323"/>
            <a:ext cx="801053" cy="2554"/>
          </a:xfrm>
          <a:prstGeom prst="bentConnector4">
            <a:avLst>
              <a:gd name="adj1" fmla="val -595"/>
              <a:gd name="adj2" fmla="val 5246633"/>
            </a:avLst>
          </a:prstGeom>
          <a:ln w="15875">
            <a:solidFill>
              <a:srgbClr val="767171"/>
            </a:solidFill>
            <a:prstDash val="sysDash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90F1144-4976-BC6F-C78F-00EA69C40402}"/>
              </a:ext>
            </a:extLst>
          </p:cNvPr>
          <p:cNvCxnSpPr>
            <a:cxnSpLocks/>
            <a:endCxn id="85" idx="2"/>
          </p:cNvCxnSpPr>
          <p:nvPr/>
        </p:nvCxnSpPr>
        <p:spPr>
          <a:xfrm>
            <a:off x="6324601" y="4688864"/>
            <a:ext cx="1319213" cy="2919"/>
          </a:xfrm>
          <a:prstGeom prst="bentConnector4">
            <a:avLst>
              <a:gd name="adj1" fmla="val 217"/>
              <a:gd name="adj2" fmla="val 6169373"/>
            </a:avLst>
          </a:prstGeom>
          <a:ln w="15875">
            <a:solidFill>
              <a:srgbClr val="A6A6A6"/>
            </a:solidFill>
            <a:prstDash val="sysDash"/>
            <a:headEnd type="none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C602C719-982C-8299-57AF-7BAE94347015}"/>
              </a:ext>
            </a:extLst>
          </p:cNvPr>
          <p:cNvCxnSpPr>
            <a:cxnSpLocks/>
          </p:cNvCxnSpPr>
          <p:nvPr/>
        </p:nvCxnSpPr>
        <p:spPr>
          <a:xfrm>
            <a:off x="6047332" y="4076679"/>
            <a:ext cx="515427" cy="0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9B7D48D6-560E-98A2-1DAC-AE0E24B6568C}"/>
              </a:ext>
            </a:extLst>
          </p:cNvPr>
          <p:cNvCxnSpPr>
            <a:cxnSpLocks/>
          </p:cNvCxnSpPr>
          <p:nvPr/>
        </p:nvCxnSpPr>
        <p:spPr>
          <a:xfrm>
            <a:off x="6047332" y="4691756"/>
            <a:ext cx="515427" cy="0"/>
          </a:xfrm>
          <a:prstGeom prst="line">
            <a:avLst/>
          </a:prstGeom>
          <a:ln w="28575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C2944B6-AA8F-6357-7B11-09C6DA54716A}"/>
              </a:ext>
            </a:extLst>
          </p:cNvPr>
          <p:cNvGrpSpPr/>
          <p:nvPr/>
        </p:nvGrpSpPr>
        <p:grpSpPr>
          <a:xfrm>
            <a:off x="7032504" y="2078683"/>
            <a:ext cx="515427" cy="292388"/>
            <a:chOff x="7011436" y="2473900"/>
            <a:chExt cx="515427" cy="292388"/>
          </a:xfrm>
        </p:grpSpPr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1C73C910-9F2C-39C8-3612-3DEEBB79B13F}"/>
                </a:ext>
              </a:extLst>
            </p:cNvPr>
            <p:cNvCxnSpPr>
              <a:cxnSpLocks/>
            </p:cNvCxnSpPr>
            <p:nvPr/>
          </p:nvCxnSpPr>
          <p:spPr>
            <a:xfrm>
              <a:off x="7022231" y="2473900"/>
              <a:ext cx="0" cy="292388"/>
            </a:xfrm>
            <a:prstGeom prst="line">
              <a:avLst/>
            </a:prstGeom>
            <a:ln w="28575">
              <a:solidFill>
                <a:srgbClr val="333F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3CEFECFB-F68C-73AF-597E-B946E2EE03A1}"/>
                </a:ext>
              </a:extLst>
            </p:cNvPr>
            <p:cNvCxnSpPr>
              <a:cxnSpLocks/>
            </p:cNvCxnSpPr>
            <p:nvPr/>
          </p:nvCxnSpPr>
          <p:spPr>
            <a:xfrm>
              <a:off x="7090810" y="2679113"/>
              <a:ext cx="0" cy="69866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FC9A5477-A47E-DA88-4AFB-67CC64333978}"/>
                </a:ext>
              </a:extLst>
            </p:cNvPr>
            <p:cNvCxnSpPr>
              <a:cxnSpLocks/>
            </p:cNvCxnSpPr>
            <p:nvPr/>
          </p:nvCxnSpPr>
          <p:spPr>
            <a:xfrm>
              <a:off x="7157485" y="2609248"/>
              <a:ext cx="0" cy="139731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9FDE655B-79E4-0520-4ABB-BC7A5B930319}"/>
                </a:ext>
              </a:extLst>
            </p:cNvPr>
            <p:cNvCxnSpPr>
              <a:cxnSpLocks/>
            </p:cNvCxnSpPr>
            <p:nvPr/>
          </p:nvCxnSpPr>
          <p:spPr>
            <a:xfrm>
              <a:off x="7391800" y="2496760"/>
              <a:ext cx="0" cy="252219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A54A7D68-505B-8FDE-6085-1F80EB2305F2}"/>
                </a:ext>
              </a:extLst>
            </p:cNvPr>
            <p:cNvCxnSpPr>
              <a:cxnSpLocks/>
            </p:cNvCxnSpPr>
            <p:nvPr/>
          </p:nvCxnSpPr>
          <p:spPr>
            <a:xfrm>
              <a:off x="7011436" y="2758668"/>
              <a:ext cx="515427" cy="0"/>
            </a:xfrm>
            <a:prstGeom prst="line">
              <a:avLst/>
            </a:prstGeom>
            <a:ln w="28575">
              <a:solidFill>
                <a:srgbClr val="333F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B420D1F3-5027-46B8-CAA9-24531DC96952}"/>
              </a:ext>
            </a:extLst>
          </p:cNvPr>
          <p:cNvSpPr/>
          <p:nvPr/>
        </p:nvSpPr>
        <p:spPr>
          <a:xfrm>
            <a:off x="4981065" y="2884340"/>
            <a:ext cx="950766" cy="2746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Mass spectra Database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222ED33-41C9-CC07-F5C8-88D5E0D48CE7}"/>
              </a:ext>
            </a:extLst>
          </p:cNvPr>
          <p:cNvSpPr/>
          <p:nvPr/>
        </p:nvSpPr>
        <p:spPr>
          <a:xfrm>
            <a:off x="4981065" y="4624748"/>
            <a:ext cx="950766" cy="2746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Mass spectra Database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B888354-4FA6-85EC-4B97-D62403DC0E27}"/>
              </a:ext>
            </a:extLst>
          </p:cNvPr>
          <p:cNvSpPr/>
          <p:nvPr/>
        </p:nvSpPr>
        <p:spPr>
          <a:xfrm>
            <a:off x="6824829" y="1753574"/>
            <a:ext cx="930776" cy="2746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Consensus spectra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8E3DD0-BB48-0E1F-F3BF-59809C05F4AA}"/>
              </a:ext>
            </a:extLst>
          </p:cNvPr>
          <p:cNvSpPr/>
          <p:nvPr/>
        </p:nvSpPr>
        <p:spPr>
          <a:xfrm>
            <a:off x="10451107" y="1755938"/>
            <a:ext cx="1114804" cy="3044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logIE value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CCD17CD-0D08-6CBC-8B36-FCD897BCE630}"/>
              </a:ext>
            </a:extLst>
          </p:cNvPr>
          <p:cNvSpPr/>
          <p:nvPr/>
        </p:nvSpPr>
        <p:spPr>
          <a:xfrm>
            <a:off x="6758941" y="4921754"/>
            <a:ext cx="940726" cy="1687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CNL Vector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477395E-4FEC-8DE8-176F-98FE71DC990D}"/>
              </a:ext>
            </a:extLst>
          </p:cNvPr>
          <p:cNvSpPr/>
          <p:nvPr/>
        </p:nvSpPr>
        <p:spPr>
          <a:xfrm>
            <a:off x="6824829" y="3039014"/>
            <a:ext cx="930776" cy="1909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CNL Vector</a:t>
            </a:r>
          </a:p>
        </p:txBody>
      </p:sp>
      <p:sp>
        <p:nvSpPr>
          <p:cNvPr id="44" name="Right Brace 43">
            <a:extLst>
              <a:ext uri="{FF2B5EF4-FFF2-40B4-BE49-F238E27FC236}">
                <a16:creationId xmlns:a16="http://schemas.microsoft.com/office/drawing/2014/main" id="{2C191CB2-B754-DC4F-A5DA-04145D8FC745}"/>
              </a:ext>
            </a:extLst>
          </p:cNvPr>
          <p:cNvSpPr/>
          <p:nvPr/>
        </p:nvSpPr>
        <p:spPr>
          <a:xfrm rot="16200000">
            <a:off x="8885062" y="1669663"/>
            <a:ext cx="131166" cy="813437"/>
          </a:xfrm>
          <a:prstGeom prst="rightBrace">
            <a:avLst>
              <a:gd name="adj1" fmla="val 56351"/>
              <a:gd name="adj2" fmla="val 50576"/>
            </a:avLst>
          </a:prstGeom>
          <a:noFill/>
          <a:ln w="12700">
            <a:solidFill>
              <a:srgbClr val="333F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BAD474-9113-DFF0-F389-9893954F19E0}"/>
              </a:ext>
            </a:extLst>
          </p:cNvPr>
          <p:cNvSpPr/>
          <p:nvPr/>
        </p:nvSpPr>
        <p:spPr>
          <a:xfrm>
            <a:off x="8569326" y="1785268"/>
            <a:ext cx="762638" cy="2458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CNLs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4AF3677-48D6-7CD1-2A4D-49D317117F6D}"/>
              </a:ext>
            </a:extLst>
          </p:cNvPr>
          <p:cNvSpPr/>
          <p:nvPr/>
        </p:nvSpPr>
        <p:spPr>
          <a:xfrm>
            <a:off x="9305731" y="1785067"/>
            <a:ext cx="224066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MW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2D4CF32-429E-B5BE-4DA0-C896698FFAF4}"/>
              </a:ext>
            </a:extLst>
          </p:cNvPr>
          <p:cNvSpPr/>
          <p:nvPr/>
        </p:nvSpPr>
        <p:spPr>
          <a:xfrm>
            <a:off x="9810781" y="1785067"/>
            <a:ext cx="224066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pH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EB07531E-FDFF-6C5B-66F6-374DF3A3CB70}"/>
              </a:ext>
            </a:extLst>
          </p:cNvPr>
          <p:cNvCxnSpPr>
            <a:cxnSpLocks/>
          </p:cNvCxnSpPr>
          <p:nvPr/>
        </p:nvCxnSpPr>
        <p:spPr>
          <a:xfrm flipH="1" flipV="1">
            <a:off x="9417764" y="1998176"/>
            <a:ext cx="0" cy="164426"/>
          </a:xfrm>
          <a:prstGeom prst="straightConnector1">
            <a:avLst/>
          </a:prstGeom>
          <a:ln w="12700">
            <a:solidFill>
              <a:srgbClr val="3B3838"/>
            </a:solidFill>
            <a:prstDash val="sysDash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1D01479-87D0-F95E-6EA8-263E66E6864D}"/>
              </a:ext>
            </a:extLst>
          </p:cNvPr>
          <p:cNvCxnSpPr>
            <a:cxnSpLocks/>
          </p:cNvCxnSpPr>
          <p:nvPr/>
        </p:nvCxnSpPr>
        <p:spPr>
          <a:xfrm flipH="1" flipV="1">
            <a:off x="9920173" y="1998177"/>
            <a:ext cx="0" cy="200835"/>
          </a:xfrm>
          <a:prstGeom prst="straightConnector1">
            <a:avLst/>
          </a:prstGeom>
          <a:ln w="12700">
            <a:solidFill>
              <a:srgbClr val="3B3838"/>
            </a:solidFill>
            <a:prstDash val="sysDash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32" name="Table 331">
            <a:extLst>
              <a:ext uri="{FF2B5EF4-FFF2-40B4-BE49-F238E27FC236}">
                <a16:creationId xmlns:a16="http://schemas.microsoft.com/office/drawing/2014/main" id="{23A0A3D5-7042-0566-9FE0-D7A35153CD63}"/>
              </a:ext>
            </a:extLst>
          </p:cNvPr>
          <p:cNvGraphicFramePr>
            <a:graphicFrameLocks noGrp="1"/>
          </p:cNvGraphicFramePr>
          <p:nvPr/>
        </p:nvGraphicFramePr>
        <p:xfrm>
          <a:off x="8545028" y="2157501"/>
          <a:ext cx="930776" cy="25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347">
                  <a:extLst>
                    <a:ext uri="{9D8B030D-6E8A-4147-A177-3AD203B41FA5}">
                      <a16:colId xmlns:a16="http://schemas.microsoft.com/office/drawing/2014/main" val="2628322234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780877997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94991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12125991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403466052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562347433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1385866380"/>
                    </a:ext>
                  </a:extLst>
                </a:gridCol>
                <a:gridCol w="116347">
                  <a:extLst>
                    <a:ext uri="{9D8B030D-6E8A-4147-A177-3AD203B41FA5}">
                      <a16:colId xmlns:a16="http://schemas.microsoft.com/office/drawing/2014/main" val="413710772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426529"/>
                  </a:ext>
                </a:extLst>
              </a:tr>
            </a:tbl>
          </a:graphicData>
        </a:graphic>
      </p:graphicFrame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D20550-5036-2828-7767-21B7990C43DD}"/>
              </a:ext>
            </a:extLst>
          </p:cNvPr>
          <p:cNvSpPr/>
          <p:nvPr/>
        </p:nvSpPr>
        <p:spPr>
          <a:xfrm>
            <a:off x="420835" y="1230125"/>
            <a:ext cx="3714725" cy="3886016"/>
          </a:xfrm>
          <a:prstGeom prst="roundRect">
            <a:avLst>
              <a:gd name="adj" fmla="val 4189"/>
            </a:avLst>
          </a:prstGeom>
          <a:solidFill>
            <a:srgbClr val="BAFDB1"/>
          </a:solidFill>
          <a:ln w="38100">
            <a:solidFill>
              <a:srgbClr val="00B050">
                <a:alpha val="69804"/>
              </a:srgb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ED9A6C-9658-8E20-2CE6-33E25D729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7211140"/>
              </p:ext>
            </p:extLst>
          </p:nvPr>
        </p:nvGraphicFramePr>
        <p:xfrm>
          <a:off x="633867" y="1877903"/>
          <a:ext cx="1692000" cy="1872002"/>
        </p:xfrm>
        <a:graphic>
          <a:graphicData uri="http://schemas.openxmlformats.org/drawingml/2006/table">
            <a:tbl>
              <a:tblPr first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{F5AB1C69-6EDB-4FF4-983F-18BD219EF322}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1780877997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194991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2125991"/>
                    </a:ext>
                  </a:extLst>
                </a:gridCol>
              </a:tblGrid>
              <a:tr h="359078"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chemeClr val="tx1"/>
                          </a:solidFill>
                        </a:rPr>
                        <a:t>Compound</a:t>
                      </a:r>
                      <a:endParaRPr lang="en-US" sz="11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chemeClr val="tx1"/>
                          </a:solidFill>
                        </a:rPr>
                        <a:t>pH</a:t>
                      </a:r>
                      <a:endParaRPr lang="en-US" sz="11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chemeClr val="tx1"/>
                          </a:solidFill>
                        </a:rPr>
                        <a:t>log</a:t>
                      </a:r>
                      <a:r>
                        <a:rPr lang="en-US" sz="1100" b="0" i="1" dirty="0">
                          <a:solidFill>
                            <a:schemeClr val="tx1"/>
                          </a:solidFill>
                        </a:rPr>
                        <a:t>IE</a:t>
                      </a:r>
                      <a:endParaRPr lang="en-US" sz="1100" b="0" i="1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426529"/>
                  </a:ext>
                </a:extLst>
              </a:tr>
              <a:tr h="216132">
                <a:tc rowSpan="2">
                  <a:txBody>
                    <a:bodyPr/>
                    <a:lstStyle/>
                    <a:p>
                      <a:pPr algn="ctr"/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Verdana" panose="020B0604030504040204" pitchFamily="34" charset="0"/>
                          <a:cs typeface="+mn-cs"/>
                        </a:rPr>
                        <a:t>2.80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8908126"/>
                  </a:ext>
                </a:extLst>
              </a:tr>
              <a:tr h="21613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Verdana" panose="020B0604030504040204" pitchFamily="34" charset="0"/>
                          <a:cs typeface="+mn-cs"/>
                        </a:rPr>
                        <a:t>3.40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274169"/>
                  </a:ext>
                </a:extLst>
              </a:tr>
              <a:tr h="216132">
                <a:tc rowSpan="4">
                  <a:txBody>
                    <a:bodyPr/>
                    <a:lstStyle/>
                    <a:p>
                      <a:pPr algn="ctr"/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/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Verdana" panose="020B0604030504040204" pitchFamily="34" charset="0"/>
                          <a:cs typeface="+mn-cs"/>
                        </a:rPr>
                        <a:t>1.55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5333209"/>
                  </a:ext>
                </a:extLst>
              </a:tr>
              <a:tr h="21613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/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Verdana" panose="020B0604030504040204" pitchFamily="34" charset="0"/>
                          <a:cs typeface="+mn-cs"/>
                        </a:rPr>
                        <a:t>1.00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4259059"/>
                  </a:ext>
                </a:extLst>
              </a:tr>
              <a:tr h="21613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/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Verdana" panose="020B0604030504040204" pitchFamily="34" charset="0"/>
                          <a:cs typeface="+mn-cs"/>
                        </a:rPr>
                        <a:t>1.75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2581406"/>
                  </a:ext>
                </a:extLst>
              </a:tr>
              <a:tr h="21613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Verdana" panose="020B0604030504040204" pitchFamily="34" charset="0"/>
                          <a:cs typeface="+mn-cs"/>
                        </a:rPr>
                        <a:t>0.52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43054"/>
                  </a:ext>
                </a:extLst>
              </a:tr>
              <a:tr h="216132">
                <a:tc>
                  <a:txBody>
                    <a:bodyPr/>
                    <a:lstStyle/>
                    <a:p>
                      <a:pPr marL="0" marR="0" lvl="0" indent="0" algn="ctr" defTabSz="76791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Verdana" panose="020B0604030504040204" pitchFamily="34" charset="0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Verdana" panose="020B0604030504040204" pitchFamily="34" charset="0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Verdana" panose="020B0604030504040204" pitchFamily="34" charset="0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38201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DBFA23B-9E31-B392-A459-72CD72948866}"/>
              </a:ext>
            </a:extLst>
          </p:cNvPr>
          <p:cNvSpPr txBox="1"/>
          <p:nvPr/>
        </p:nvSpPr>
        <p:spPr>
          <a:xfrm>
            <a:off x="1278453" y="1282426"/>
            <a:ext cx="1999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Dataset summary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E77989-9CF9-8B20-EC03-F27E7827CB0E}"/>
              </a:ext>
            </a:extLst>
          </p:cNvPr>
          <p:cNvSpPr/>
          <p:nvPr/>
        </p:nvSpPr>
        <p:spPr>
          <a:xfrm>
            <a:off x="1041269" y="3872581"/>
            <a:ext cx="877196" cy="154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IE library</a:t>
            </a:r>
          </a:p>
        </p:txBody>
      </p:sp>
      <p:sp>
        <p:nvSpPr>
          <p:cNvPr id="8" name="Cloud 7">
            <a:extLst>
              <a:ext uri="{FF2B5EF4-FFF2-40B4-BE49-F238E27FC236}">
                <a16:creationId xmlns:a16="http://schemas.microsoft.com/office/drawing/2014/main" id="{71FB3DD4-BCE9-F5B5-DEEC-4C2F24533B9F}"/>
              </a:ext>
            </a:extLst>
          </p:cNvPr>
          <p:cNvSpPr/>
          <p:nvPr/>
        </p:nvSpPr>
        <p:spPr>
          <a:xfrm>
            <a:off x="1620227" y="2360474"/>
            <a:ext cx="216000" cy="180000"/>
          </a:xfrm>
          <a:prstGeom prst="cloud">
            <a:avLst/>
          </a:prstGeom>
          <a:solidFill>
            <a:srgbClr val="FFD966"/>
          </a:solidFill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loud 8">
            <a:extLst>
              <a:ext uri="{FF2B5EF4-FFF2-40B4-BE49-F238E27FC236}">
                <a16:creationId xmlns:a16="http://schemas.microsoft.com/office/drawing/2014/main" id="{48D3B502-2CEA-1BDB-51E5-15565FA10488}"/>
              </a:ext>
            </a:extLst>
          </p:cNvPr>
          <p:cNvSpPr/>
          <p:nvPr/>
        </p:nvSpPr>
        <p:spPr>
          <a:xfrm>
            <a:off x="1620227" y="2898953"/>
            <a:ext cx="216000" cy="180000"/>
          </a:xfrm>
          <a:prstGeom prst="cloud">
            <a:avLst/>
          </a:prstGeom>
          <a:solidFill>
            <a:srgbClr val="DE0000"/>
          </a:solidFill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laque 9">
            <a:extLst>
              <a:ext uri="{FF2B5EF4-FFF2-40B4-BE49-F238E27FC236}">
                <a16:creationId xmlns:a16="http://schemas.microsoft.com/office/drawing/2014/main" id="{05DD7170-4D85-00F2-A9C9-EE8D7FA48AF5}"/>
              </a:ext>
            </a:extLst>
          </p:cNvPr>
          <p:cNvSpPr/>
          <p:nvPr/>
        </p:nvSpPr>
        <p:spPr>
          <a:xfrm rot="2700000">
            <a:off x="917862" y="2909544"/>
            <a:ext cx="360000" cy="360000"/>
          </a:xfrm>
          <a:prstGeom prst="plaque">
            <a:avLst>
              <a:gd name="adj" fmla="val 4036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" dirty="0"/>
          </a:p>
        </p:txBody>
      </p:sp>
      <p:sp>
        <p:nvSpPr>
          <p:cNvPr id="11" name="Pentagon 10">
            <a:extLst>
              <a:ext uri="{FF2B5EF4-FFF2-40B4-BE49-F238E27FC236}">
                <a16:creationId xmlns:a16="http://schemas.microsoft.com/office/drawing/2014/main" id="{2189D2D6-7062-DB46-EA6E-197485620E3D}"/>
              </a:ext>
            </a:extLst>
          </p:cNvPr>
          <p:cNvSpPr/>
          <p:nvPr/>
        </p:nvSpPr>
        <p:spPr>
          <a:xfrm>
            <a:off x="930334" y="2278465"/>
            <a:ext cx="335056" cy="335054"/>
          </a:xfrm>
          <a:prstGeom prst="pentago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" dirty="0"/>
          </a:p>
        </p:txBody>
      </p:sp>
      <p:sp>
        <p:nvSpPr>
          <p:cNvPr id="12" name="Cloud 11">
            <a:extLst>
              <a:ext uri="{FF2B5EF4-FFF2-40B4-BE49-F238E27FC236}">
                <a16:creationId xmlns:a16="http://schemas.microsoft.com/office/drawing/2014/main" id="{F88C4F7E-06B0-E010-CEA2-04C03D608AF0}"/>
              </a:ext>
            </a:extLst>
          </p:cNvPr>
          <p:cNvSpPr/>
          <p:nvPr/>
        </p:nvSpPr>
        <p:spPr>
          <a:xfrm>
            <a:off x="1620227" y="3331428"/>
            <a:ext cx="216000" cy="180000"/>
          </a:xfrm>
          <a:prstGeom prst="cloud">
            <a:avLst/>
          </a:prstGeom>
          <a:solidFill>
            <a:srgbClr val="FFD966"/>
          </a:solidFill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221A36C-52B6-A3B3-D095-BC0B2944412F}"/>
              </a:ext>
            </a:extLst>
          </p:cNvPr>
          <p:cNvSpPr/>
          <p:nvPr/>
        </p:nvSpPr>
        <p:spPr>
          <a:xfrm>
            <a:off x="2405590" y="2255529"/>
            <a:ext cx="144000" cy="396000"/>
          </a:xfrm>
          <a:prstGeom prst="rightBrace">
            <a:avLst>
              <a:gd name="adj1" fmla="val 38030"/>
              <a:gd name="adj2" fmla="val 50000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82E95B63-A76D-8DF0-7FF6-FAC886DB55FA}"/>
              </a:ext>
            </a:extLst>
          </p:cNvPr>
          <p:cNvSpPr/>
          <p:nvPr/>
        </p:nvSpPr>
        <p:spPr>
          <a:xfrm>
            <a:off x="2405590" y="2681614"/>
            <a:ext cx="144000" cy="603250"/>
          </a:xfrm>
          <a:prstGeom prst="rightBrace">
            <a:avLst>
              <a:gd name="adj1" fmla="val 38030"/>
              <a:gd name="adj2" fmla="val 32917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8BD89AE7-4AA0-17BB-161A-74082C1AF80E}"/>
              </a:ext>
            </a:extLst>
          </p:cNvPr>
          <p:cNvSpPr/>
          <p:nvPr/>
        </p:nvSpPr>
        <p:spPr>
          <a:xfrm>
            <a:off x="2405590" y="3322964"/>
            <a:ext cx="144000" cy="186768"/>
          </a:xfrm>
          <a:prstGeom prst="rightBrace">
            <a:avLst>
              <a:gd name="adj1" fmla="val 38030"/>
              <a:gd name="adj2" fmla="val 30960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71A68DCF-B79A-B536-290A-4EB77653E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959050"/>
              </p:ext>
            </p:extLst>
          </p:nvPr>
        </p:nvGraphicFramePr>
        <p:xfrm>
          <a:off x="2593916" y="1876543"/>
          <a:ext cx="1368000" cy="1873362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{073A0DAA-6AF3-43AB-8588-CEC1D06C72B9}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11949911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212599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1100" b="0" kern="1200" dirty="0">
                          <a:solidFill>
                            <a:schemeClr val="tx1"/>
                          </a:solidFill>
                          <a:latin typeface="Calibri (Body)"/>
                          <a:ea typeface="Verdana" panose="020B0604030504040204" pitchFamily="34" charset="0"/>
                          <a:cs typeface="+mn-cs"/>
                        </a:rPr>
                        <a:t>Comp + pH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9C9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6791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Calibri (Body)"/>
                          <a:ea typeface="Verdana" panose="020B0604030504040204" pitchFamily="34" charset="0"/>
                        </a:rPr>
                        <a:t>log</a:t>
                      </a:r>
                      <a:r>
                        <a:rPr lang="en-US" sz="1100" i="1" dirty="0">
                          <a:latin typeface="Calibri (Body)"/>
                          <a:ea typeface="Verdana" panose="020B0604030504040204" pitchFamily="34" charset="0"/>
                        </a:rPr>
                        <a:t>IE </a:t>
                      </a:r>
                      <a:r>
                        <a:rPr lang="en-US" sz="1100" i="0" dirty="0">
                          <a:latin typeface="Calibri (Body)"/>
                          <a:ea typeface="Verdana" panose="020B0604030504040204" pitchFamily="34" charset="0"/>
                        </a:rPr>
                        <a:t>(average)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9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641917"/>
                  </a:ext>
                </a:extLst>
              </a:tr>
              <a:tr h="432908">
                <a:tc>
                  <a:txBody>
                    <a:bodyPr/>
                    <a:lstStyle/>
                    <a:p>
                      <a:pPr algn="ctr"/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</a:rPr>
                        <a:t>3.10</a:t>
                      </a:r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90812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</a:rPr>
                        <a:t>1.45</a:t>
                      </a:r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3332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/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</a:rPr>
                        <a:t>0.52</a:t>
                      </a:r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143054"/>
                  </a:ext>
                </a:extLst>
              </a:tr>
              <a:tr h="216454"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kern="12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000" b="0" kern="12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82011"/>
                  </a:ext>
                </a:extLst>
              </a:tr>
            </a:tbl>
          </a:graphicData>
        </a:graphic>
      </p:graphicFrame>
      <p:sp>
        <p:nvSpPr>
          <p:cNvPr id="17" name="Plaque 16">
            <a:extLst>
              <a:ext uri="{FF2B5EF4-FFF2-40B4-BE49-F238E27FC236}">
                <a16:creationId xmlns:a16="http://schemas.microsoft.com/office/drawing/2014/main" id="{97F97B1D-F671-8AE0-0880-FD2E55EFC171}"/>
              </a:ext>
            </a:extLst>
          </p:cNvPr>
          <p:cNvSpPr/>
          <p:nvPr/>
        </p:nvSpPr>
        <p:spPr>
          <a:xfrm rot="2700000">
            <a:off x="2838320" y="3163918"/>
            <a:ext cx="300520" cy="300518"/>
          </a:xfrm>
          <a:prstGeom prst="plaque">
            <a:avLst>
              <a:gd name="adj" fmla="val 40364"/>
            </a:avLst>
          </a:prstGeom>
          <a:solidFill>
            <a:srgbClr val="FFD966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" dirty="0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C6592E7A-9C73-A557-6AEB-4D895A847C27}"/>
              </a:ext>
            </a:extLst>
          </p:cNvPr>
          <p:cNvSpPr/>
          <p:nvPr/>
        </p:nvSpPr>
        <p:spPr>
          <a:xfrm>
            <a:off x="2839764" y="2303357"/>
            <a:ext cx="297632" cy="297630"/>
          </a:xfrm>
          <a:prstGeom prst="pentagon">
            <a:avLst/>
          </a:prstGeom>
          <a:solidFill>
            <a:srgbClr val="FFD966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" dirty="0"/>
          </a:p>
        </p:txBody>
      </p:sp>
      <p:sp>
        <p:nvSpPr>
          <p:cNvPr id="20" name="Plaque 19">
            <a:extLst>
              <a:ext uri="{FF2B5EF4-FFF2-40B4-BE49-F238E27FC236}">
                <a16:creationId xmlns:a16="http://schemas.microsoft.com/office/drawing/2014/main" id="{B637C364-385F-F732-3B77-A1A1B017BCDC}"/>
              </a:ext>
            </a:extLst>
          </p:cNvPr>
          <p:cNvSpPr/>
          <p:nvPr/>
        </p:nvSpPr>
        <p:spPr>
          <a:xfrm rot="2700000">
            <a:off x="2838320" y="2734010"/>
            <a:ext cx="300520" cy="300518"/>
          </a:xfrm>
          <a:prstGeom prst="plaque">
            <a:avLst>
              <a:gd name="adj" fmla="val 40364"/>
            </a:avLst>
          </a:prstGeom>
          <a:solidFill>
            <a:srgbClr val="DE0000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DFFFD97-8557-265A-8447-A254F66F050A}"/>
              </a:ext>
            </a:extLst>
          </p:cNvPr>
          <p:cNvGrpSpPr/>
          <p:nvPr/>
        </p:nvGrpSpPr>
        <p:grpSpPr>
          <a:xfrm>
            <a:off x="1118281" y="3909266"/>
            <a:ext cx="2319833" cy="1090014"/>
            <a:chOff x="1181557" y="3890842"/>
            <a:chExt cx="2319833" cy="109001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BDFCABD-6A35-42CF-7086-921967518183}"/>
                </a:ext>
              </a:extLst>
            </p:cNvPr>
            <p:cNvSpPr txBox="1"/>
            <p:nvPr/>
          </p:nvSpPr>
          <p:spPr>
            <a:xfrm>
              <a:off x="1782918" y="4219869"/>
              <a:ext cx="171847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>
                  <a:latin typeface="Aptos" panose="020B0004020202020204" pitchFamily="34" charset="0"/>
                  <a:ea typeface="Cambria" panose="02040503050406030204" pitchFamily="18" charset="0"/>
                </a:rPr>
                <a:t>Type of compound (shape)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C2B227C-CC55-4380-F444-40BEE1A5FB57}"/>
                </a:ext>
              </a:extLst>
            </p:cNvPr>
            <p:cNvSpPr/>
            <p:nvPr/>
          </p:nvSpPr>
          <p:spPr>
            <a:xfrm>
              <a:off x="1181557" y="4176198"/>
              <a:ext cx="2305469" cy="73809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Gelijkbenige driehoek 51">
              <a:extLst>
                <a:ext uri="{FF2B5EF4-FFF2-40B4-BE49-F238E27FC236}">
                  <a16:creationId xmlns:a16="http://schemas.microsoft.com/office/drawing/2014/main" id="{16AE2537-F8E1-0C8C-4BC0-64E3F20F86DC}"/>
                </a:ext>
              </a:extLst>
            </p:cNvPr>
            <p:cNvSpPr/>
            <p:nvPr/>
          </p:nvSpPr>
          <p:spPr>
            <a:xfrm rot="7639531">
              <a:off x="2445458" y="3890842"/>
              <a:ext cx="0" cy="0"/>
            </a:xfrm>
            <a:prstGeom prst="triangle">
              <a:avLst/>
            </a:prstGeom>
            <a:solidFill>
              <a:srgbClr val="849398">
                <a:alpha val="5000"/>
              </a:srgbClr>
            </a:solidFill>
            <a:ln w="36000">
              <a:solidFill>
                <a:srgbClr val="84939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 anchorCtr="1"/>
            <a:lstStyle/>
            <a:p>
              <a:endParaRPr lang="es-ES" dirty="0">
                <a:solidFill>
                  <a:srgbClr val="849398"/>
                </a:solidFill>
              </a:endParaRPr>
            </a:p>
          </p:txBody>
        </p:sp>
        <p:sp>
          <p:nvSpPr>
            <p:cNvPr id="25" name="Pentagon 24">
              <a:extLst>
                <a:ext uri="{FF2B5EF4-FFF2-40B4-BE49-F238E27FC236}">
                  <a16:creationId xmlns:a16="http://schemas.microsoft.com/office/drawing/2014/main" id="{F1FB17E2-DF44-998F-1AF0-D7D1CE841B13}"/>
                </a:ext>
              </a:extLst>
            </p:cNvPr>
            <p:cNvSpPr/>
            <p:nvPr/>
          </p:nvSpPr>
          <p:spPr>
            <a:xfrm>
              <a:off x="1266408" y="4303271"/>
              <a:ext cx="459874" cy="459870"/>
            </a:xfrm>
            <a:prstGeom prst="pentagon">
              <a:avLst/>
            </a:prstGeom>
            <a:solidFill>
              <a:srgbClr val="FFD966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" dirty="0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09591E49-897F-8B69-FCDD-057838DD17B9}"/>
                </a:ext>
              </a:extLst>
            </p:cNvPr>
            <p:cNvSpPr/>
            <p:nvPr/>
          </p:nvSpPr>
          <p:spPr>
            <a:xfrm rot="3190960" flipV="1">
              <a:off x="1518490" y="4017625"/>
              <a:ext cx="673127" cy="739758"/>
            </a:xfrm>
            <a:prstGeom prst="arc">
              <a:avLst>
                <a:gd name="adj1" fmla="val 16654307"/>
                <a:gd name="adj2" fmla="val 19162302"/>
              </a:avLst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F2266CD-99B4-3212-C8E7-0423B57CE1B1}"/>
                </a:ext>
              </a:extLst>
            </p:cNvPr>
            <p:cNvSpPr txBox="1"/>
            <p:nvPr/>
          </p:nvSpPr>
          <p:spPr>
            <a:xfrm>
              <a:off x="1790836" y="4592824"/>
              <a:ext cx="83044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>
                  <a:latin typeface="Aptos" panose="020B0004020202020204" pitchFamily="34" charset="0"/>
                  <a:ea typeface="Cambria" panose="02040503050406030204" pitchFamily="18" charset="0"/>
                </a:rPr>
                <a:t>pH (colour)</a:t>
              </a:r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CBCB00FF-53BD-94CC-4574-E165F5A59974}"/>
                </a:ext>
              </a:extLst>
            </p:cNvPr>
            <p:cNvSpPr/>
            <p:nvPr/>
          </p:nvSpPr>
          <p:spPr>
            <a:xfrm rot="18900000">
              <a:off x="1521633" y="4328270"/>
              <a:ext cx="593808" cy="652586"/>
            </a:xfrm>
            <a:prstGeom prst="arc">
              <a:avLst>
                <a:gd name="adj1" fmla="val 17007455"/>
                <a:gd name="adj2" fmla="val 19065717"/>
              </a:avLst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E7518397-6A15-7051-E7FA-BD201315F491}"/>
              </a:ext>
            </a:extLst>
          </p:cNvPr>
          <p:cNvSpPr/>
          <p:nvPr/>
        </p:nvSpPr>
        <p:spPr>
          <a:xfrm>
            <a:off x="2851470" y="3820480"/>
            <a:ext cx="803106" cy="242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IE dataset</a:t>
            </a:r>
          </a:p>
        </p:txBody>
      </p:sp>
    </p:spTree>
    <p:extLst>
      <p:ext uri="{BB962C8B-B14F-4D97-AF65-F5344CB8AC3E}">
        <p14:creationId xmlns:p14="http://schemas.microsoft.com/office/powerpoint/2010/main" val="1934706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1319</TotalTime>
  <Words>74</Words>
  <Application>Microsoft Office PowerPoint</Application>
  <PresentationFormat>Custom</PresentationFormat>
  <Paragraphs>49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Arial</vt:lpstr>
      <vt:lpstr>Calibri</vt:lpstr>
      <vt:lpstr>Calibri (Body)</vt:lpstr>
      <vt:lpstr>Calibri Light</vt:lpstr>
      <vt:lpstr>Cambria</vt:lpstr>
      <vt:lpstr>Consolas</vt:lpstr>
      <vt:lpstr>Lato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 Nikolopoulos</dc:creator>
  <cp:lastModifiedBy>alex nikolopoulos</cp:lastModifiedBy>
  <cp:revision>33</cp:revision>
  <dcterms:created xsi:type="dcterms:W3CDTF">2024-03-03T20:53:48Z</dcterms:created>
  <dcterms:modified xsi:type="dcterms:W3CDTF">2025-07-06T18:42:27Z</dcterms:modified>
</cp:coreProperties>
</file>