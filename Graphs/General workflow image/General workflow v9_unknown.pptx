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0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NL model" id="{83EE92EA-3E31-4A7D-93A5-0ED36B90E84F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 varScale="1">
        <p:scale>
          <a:sx n="101" d="100"/>
          <a:sy n="101" d="100"/>
        </p:scale>
        <p:origin x="168" y="62"/>
      </p:cViewPr>
      <p:guideLst>
        <p:guide orient="horz" pos="181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BBBD3-068D-D6E0-D67D-EB05586DE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E01E5C-3E58-6BA8-139E-C4B725160F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ADCD6-6C85-4949-4D28-EEE60996B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D21B8-3DE4-6582-F674-0FA0BBC83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65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0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5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9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5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4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4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3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5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4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2/25/2025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5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C81A6-11FE-70A9-EE6C-83D21E58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925EAFB6-61A5-FD68-2205-C40992C1F955}"/>
              </a:ext>
            </a:extLst>
          </p:cNvPr>
          <p:cNvSpPr/>
          <p:nvPr/>
        </p:nvSpPr>
        <p:spPr>
          <a:xfrm>
            <a:off x="0" y="2024887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F39CDE-E4AE-B298-5211-C7224BB53367}"/>
              </a:ext>
            </a:extLst>
          </p:cNvPr>
          <p:cNvSpPr/>
          <p:nvPr/>
        </p:nvSpPr>
        <p:spPr>
          <a:xfrm>
            <a:off x="428754" y="1035169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F93C7D-626D-0EA8-3A87-E8D43B5011D1}"/>
              </a:ext>
            </a:extLst>
          </p:cNvPr>
          <p:cNvSpPr txBox="1"/>
          <p:nvPr/>
        </p:nvSpPr>
        <p:spPr>
          <a:xfrm>
            <a:off x="1332605" y="4299196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B4E3AB-72F2-4EF7-DEB7-75AC00EB9713}"/>
              </a:ext>
            </a:extLst>
          </p:cNvPr>
          <p:cNvGrpSpPr/>
          <p:nvPr/>
        </p:nvGrpSpPr>
        <p:grpSpPr>
          <a:xfrm>
            <a:off x="2244325" y="2037011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5351941-5B7F-6C1C-6BC7-34D4FF499375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4115276-2E49-32DE-0AD7-54C0E1CB9B8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B5AA2DF-DA15-5E33-84F5-DB2458B6AF47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B82AA18A-002A-DFDD-A26F-8AD7E552CCB8}"/>
              </a:ext>
            </a:extLst>
          </p:cNvPr>
          <p:cNvSpPr/>
          <p:nvPr/>
        </p:nvSpPr>
        <p:spPr>
          <a:xfrm>
            <a:off x="608286" y="2127864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7E740B-4DEF-FD1F-DFFC-20D3B67F1D63}"/>
              </a:ext>
            </a:extLst>
          </p:cNvPr>
          <p:cNvSpPr txBox="1"/>
          <p:nvPr/>
        </p:nvSpPr>
        <p:spPr>
          <a:xfrm>
            <a:off x="1286371" y="108977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EF0AEB6-066E-8DA6-B2D6-2D539DD037AE}"/>
              </a:ext>
            </a:extLst>
          </p:cNvPr>
          <p:cNvGrpSpPr/>
          <p:nvPr/>
        </p:nvGrpSpPr>
        <p:grpSpPr>
          <a:xfrm>
            <a:off x="2145609" y="1753311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395CE1B-2ACD-E9D1-37D3-7A574E89546C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62ECA11-7EA4-FBFC-FF9D-587AE88E501B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FA39EAA-9483-57A7-D52D-706114449038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458C7D4D-534C-D981-B6D8-6097E56F14FD}"/>
              </a:ext>
            </a:extLst>
          </p:cNvPr>
          <p:cNvSpPr/>
          <p:nvPr/>
        </p:nvSpPr>
        <p:spPr>
          <a:xfrm>
            <a:off x="814558" y="302440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74B6AF48-3D8C-34F3-57CE-DCED1B778876}"/>
              </a:ext>
            </a:extLst>
          </p:cNvPr>
          <p:cNvSpPr/>
          <p:nvPr/>
        </p:nvSpPr>
        <p:spPr>
          <a:xfrm>
            <a:off x="1616929" y="2935910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4A0E142-567A-A904-BD91-1422C710DA9D}"/>
              </a:ext>
            </a:extLst>
          </p:cNvPr>
          <p:cNvSpPr/>
          <p:nvPr/>
        </p:nvSpPr>
        <p:spPr>
          <a:xfrm>
            <a:off x="1239836" y="3187831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23DF39B0-4662-288E-501E-83B1626F73F6}"/>
              </a:ext>
            </a:extLst>
          </p:cNvPr>
          <p:cNvSpPr/>
          <p:nvPr/>
        </p:nvSpPr>
        <p:spPr>
          <a:xfrm>
            <a:off x="1636015" y="2496931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C5D7B7B4-E24D-903D-7A26-C010A6DD2EBE}"/>
              </a:ext>
            </a:extLst>
          </p:cNvPr>
          <p:cNvSpPr/>
          <p:nvPr/>
        </p:nvSpPr>
        <p:spPr>
          <a:xfrm>
            <a:off x="732324" y="2503324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BD8D37-A7B9-4563-01D4-4CF6F3319854}"/>
              </a:ext>
            </a:extLst>
          </p:cNvPr>
          <p:cNvSpPr txBox="1"/>
          <p:nvPr/>
        </p:nvSpPr>
        <p:spPr>
          <a:xfrm>
            <a:off x="1568528" y="2549891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381B5A-921F-D6B9-A8FD-3F1474659EAA}"/>
              </a:ext>
            </a:extLst>
          </p:cNvPr>
          <p:cNvSpPr txBox="1"/>
          <p:nvPr/>
        </p:nvSpPr>
        <p:spPr>
          <a:xfrm>
            <a:off x="1541357" y="298378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30AD2-BA6D-1231-3108-73B6F2D56EBA}"/>
              </a:ext>
            </a:extLst>
          </p:cNvPr>
          <p:cNvSpPr txBox="1"/>
          <p:nvPr/>
        </p:nvSpPr>
        <p:spPr>
          <a:xfrm>
            <a:off x="1166251" y="322291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A601BF-D690-94FD-53D2-111BED7A8DE8}"/>
              </a:ext>
            </a:extLst>
          </p:cNvPr>
          <p:cNvSpPr txBox="1"/>
          <p:nvPr/>
        </p:nvSpPr>
        <p:spPr>
          <a:xfrm>
            <a:off x="734956" y="306384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DF2533-B3D2-302D-C1CA-944F4929312B}"/>
              </a:ext>
            </a:extLst>
          </p:cNvPr>
          <p:cNvSpPr txBox="1"/>
          <p:nvPr/>
        </p:nvSpPr>
        <p:spPr>
          <a:xfrm>
            <a:off x="685540" y="257015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7A9FE999-FFEB-8B73-2EFC-58DA3CBD582E}"/>
              </a:ext>
            </a:extLst>
          </p:cNvPr>
          <p:cNvSpPr/>
          <p:nvPr/>
        </p:nvSpPr>
        <p:spPr>
          <a:xfrm>
            <a:off x="1176105" y="2289509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D0651E-9DF1-479F-F8C2-7FBF2B925D67}"/>
              </a:ext>
            </a:extLst>
          </p:cNvPr>
          <p:cNvSpPr txBox="1"/>
          <p:nvPr/>
        </p:nvSpPr>
        <p:spPr>
          <a:xfrm>
            <a:off x="1129321" y="2356340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DAD5529-97D9-631E-FC84-6286896F09D6}"/>
              </a:ext>
            </a:extLst>
          </p:cNvPr>
          <p:cNvGrpSpPr/>
          <p:nvPr/>
        </p:nvGrpSpPr>
        <p:grpSpPr>
          <a:xfrm>
            <a:off x="2900065" y="1569825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3735F3A-9698-2E22-F705-C7847370ADD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5ABEA6D7-24AD-455C-8221-6ED796A630F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AF3078FE-0B3C-31D1-9633-453712E1377D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4E530E23-D512-1F0E-0DD8-15C698622EFC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1438BED-9874-3904-D5B4-91BD61DA3A9F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9DD3198-0820-189C-B44A-DDEB1D88B6A7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C3302D-3604-083F-FAC0-61E117A73BB8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69828F-7B2D-FD6E-9C59-B0C3E491A4D8}"/>
              </a:ext>
            </a:extLst>
          </p:cNvPr>
          <p:cNvGrpSpPr/>
          <p:nvPr/>
        </p:nvGrpSpPr>
        <p:grpSpPr>
          <a:xfrm>
            <a:off x="2900065" y="2519884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DE6F4B0-C2FE-F465-07F1-45A6D0F2DEBA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F302BC0B-38B0-51AA-8198-8183AD30792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92CEF6B-EDBF-39B6-D12D-3026BBFB40A0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7EE40256-3476-B04C-FFCF-0D499E6D9E9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5398617-517A-D9B2-FAAD-0118A65F87FE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E4D51D7-A565-56D1-6B19-70568D47C75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7CA18B7-31E3-639C-7ABF-DE81111FBC6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2D4CCA1-58E1-DC07-1D71-F7D65581B49E}"/>
              </a:ext>
            </a:extLst>
          </p:cNvPr>
          <p:cNvGrpSpPr/>
          <p:nvPr/>
        </p:nvGrpSpPr>
        <p:grpSpPr>
          <a:xfrm>
            <a:off x="2900065" y="3469943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54B366F-7B30-B4BE-E352-AB8A180329BC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2E5E0914-4E04-B4C9-22F1-3366E6C5432E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9521D84B-5B2D-2FE7-4C15-74E53048504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F7272CFD-C998-05EE-29C6-96E893EAD3AC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4D68FEB-2DF5-829D-AFC3-9B72E25CB89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0D1C1BE-6DBB-ED3A-EAF6-7C1E9A4F58C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A362621-0BA0-9AB8-6AFC-EC6CB94E0468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D3C40772-E232-A57B-D5FA-5844174F0026}"/>
              </a:ext>
            </a:extLst>
          </p:cNvPr>
          <p:cNvSpPr/>
          <p:nvPr/>
        </p:nvSpPr>
        <p:spPr>
          <a:xfrm>
            <a:off x="752687" y="4262176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B51E5E6A-5651-0B08-388A-B4A4E99C88CD}"/>
              </a:ext>
            </a:extLst>
          </p:cNvPr>
          <p:cNvSpPr/>
          <p:nvPr/>
        </p:nvSpPr>
        <p:spPr>
          <a:xfrm rot="7639531">
            <a:off x="1810852" y="4330645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1445F480-0032-E615-00DE-7888B24E4D1B}"/>
              </a:ext>
            </a:extLst>
          </p:cNvPr>
          <p:cNvSpPr/>
          <p:nvPr/>
        </p:nvSpPr>
        <p:spPr>
          <a:xfrm rot="18409040">
            <a:off x="1207231" y="4367257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121DE4B3-2C5E-FA67-3DBD-4101EC048B89}"/>
              </a:ext>
            </a:extLst>
          </p:cNvPr>
          <p:cNvSpPr/>
          <p:nvPr/>
        </p:nvSpPr>
        <p:spPr>
          <a:xfrm>
            <a:off x="838512" y="4460005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54178F-EF6A-5C1A-6AF4-C44AD4EBCDC5}"/>
              </a:ext>
            </a:extLst>
          </p:cNvPr>
          <p:cNvSpPr txBox="1"/>
          <p:nvPr/>
        </p:nvSpPr>
        <p:spPr>
          <a:xfrm>
            <a:off x="820920" y="456413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6137950-8710-B5E7-546C-CF751E68BFAA}"/>
              </a:ext>
            </a:extLst>
          </p:cNvPr>
          <p:cNvSpPr/>
          <p:nvPr/>
        </p:nvSpPr>
        <p:spPr>
          <a:xfrm rot="3190960" flipV="1">
            <a:off x="1074489" y="4400784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3C56317-E41D-533C-FF6A-2966E4960A8F}"/>
              </a:ext>
            </a:extLst>
          </p:cNvPr>
          <p:cNvCxnSpPr>
            <a:cxnSpLocks/>
          </p:cNvCxnSpPr>
          <p:nvPr/>
        </p:nvCxnSpPr>
        <p:spPr>
          <a:xfrm flipV="1">
            <a:off x="1231331" y="4693991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FC698D3-272A-8249-D5A2-76ABD9F9C199}"/>
              </a:ext>
            </a:extLst>
          </p:cNvPr>
          <p:cNvSpPr txBox="1"/>
          <p:nvPr/>
        </p:nvSpPr>
        <p:spPr>
          <a:xfrm>
            <a:off x="1422337" y="4586425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1F626B-A972-E6C0-F4F3-8111C6B1BBAC}"/>
              </a:ext>
            </a:extLst>
          </p:cNvPr>
          <p:cNvSpPr txBox="1"/>
          <p:nvPr/>
        </p:nvSpPr>
        <p:spPr>
          <a:xfrm>
            <a:off x="1193196" y="4850153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79BE8AB-E916-3D56-C520-82B3AA95A52D}"/>
              </a:ext>
            </a:extLst>
          </p:cNvPr>
          <p:cNvSpPr/>
          <p:nvPr/>
        </p:nvSpPr>
        <p:spPr>
          <a:xfrm>
            <a:off x="8161467" y="1035169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94B92-62C6-7ECA-2ABE-7D53210B9B6D}"/>
              </a:ext>
            </a:extLst>
          </p:cNvPr>
          <p:cNvSpPr txBox="1"/>
          <p:nvPr/>
        </p:nvSpPr>
        <p:spPr>
          <a:xfrm>
            <a:off x="9212490" y="1089770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6816D712-1B8C-83ED-0FED-EDAB40282952}"/>
              </a:ext>
            </a:extLst>
          </p:cNvPr>
          <p:cNvSpPr/>
          <p:nvPr/>
        </p:nvSpPr>
        <p:spPr>
          <a:xfrm>
            <a:off x="8289911" y="1580268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711A919A-6A9D-E411-23CC-0092319B02A2}"/>
              </a:ext>
            </a:extLst>
          </p:cNvPr>
          <p:cNvSpPr/>
          <p:nvPr/>
        </p:nvSpPr>
        <p:spPr>
          <a:xfrm>
            <a:off x="8396370" y="2012154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FC01A97-EEAB-F45E-8858-2D2A971675B2}"/>
              </a:ext>
            </a:extLst>
          </p:cNvPr>
          <p:cNvSpPr txBox="1"/>
          <p:nvPr/>
        </p:nvSpPr>
        <p:spPr>
          <a:xfrm>
            <a:off x="9515311" y="206173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607CBED1-E63F-3533-BBE8-3C7122B782B8}"/>
              </a:ext>
            </a:extLst>
          </p:cNvPr>
          <p:cNvSpPr/>
          <p:nvPr/>
        </p:nvSpPr>
        <p:spPr>
          <a:xfrm>
            <a:off x="9794972" y="2138401"/>
            <a:ext cx="250402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2A2A64B-2EDE-77FE-4816-2370DB1F978C}"/>
              </a:ext>
            </a:extLst>
          </p:cNvPr>
          <p:cNvSpPr/>
          <p:nvPr/>
        </p:nvSpPr>
        <p:spPr>
          <a:xfrm>
            <a:off x="8396370" y="2648193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97E9F9F-B8D0-397F-2B79-DDAEEE2E98E0}"/>
              </a:ext>
            </a:extLst>
          </p:cNvPr>
          <p:cNvSpPr txBox="1"/>
          <p:nvPr/>
        </p:nvSpPr>
        <p:spPr>
          <a:xfrm>
            <a:off x="9515311" y="26977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755A0426-958D-C81F-FD4A-E46AE2B2AAF6}"/>
              </a:ext>
            </a:extLst>
          </p:cNvPr>
          <p:cNvSpPr/>
          <p:nvPr/>
        </p:nvSpPr>
        <p:spPr>
          <a:xfrm>
            <a:off x="9794173" y="2774440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23EBE9-0CF1-D827-FD39-950A35E4E24A}"/>
              </a:ext>
            </a:extLst>
          </p:cNvPr>
          <p:cNvSpPr txBox="1"/>
          <p:nvPr/>
        </p:nvSpPr>
        <p:spPr>
          <a:xfrm>
            <a:off x="9491696" y="1425311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2C9716E8-2C29-A8B4-DD18-6324FD9914B8}"/>
              </a:ext>
            </a:extLst>
          </p:cNvPr>
          <p:cNvSpPr/>
          <p:nvPr/>
        </p:nvSpPr>
        <p:spPr>
          <a:xfrm>
            <a:off x="8396370" y="386684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EE3815B-DA76-A054-C895-721F7C638A2F}"/>
              </a:ext>
            </a:extLst>
          </p:cNvPr>
          <p:cNvSpPr txBox="1"/>
          <p:nvPr/>
        </p:nvSpPr>
        <p:spPr>
          <a:xfrm>
            <a:off x="9515311" y="39164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4407B3B3-EFD1-E3F2-7C04-03A142DD7FE8}"/>
              </a:ext>
            </a:extLst>
          </p:cNvPr>
          <p:cNvSpPr/>
          <p:nvPr/>
        </p:nvSpPr>
        <p:spPr>
          <a:xfrm>
            <a:off x="9794173" y="3993094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AEBE5575-ECC2-CBA6-51B7-E4AD862A8FF3}"/>
              </a:ext>
            </a:extLst>
          </p:cNvPr>
          <p:cNvSpPr/>
          <p:nvPr/>
        </p:nvSpPr>
        <p:spPr>
          <a:xfrm>
            <a:off x="8308444" y="3538868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8DCFA83-A76E-F095-9A67-4CB84D595500}"/>
              </a:ext>
            </a:extLst>
          </p:cNvPr>
          <p:cNvSpPr txBox="1"/>
          <p:nvPr/>
        </p:nvSpPr>
        <p:spPr>
          <a:xfrm>
            <a:off x="9392303" y="3385652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808CD72-752C-C815-B065-5049898084F2}"/>
              </a:ext>
            </a:extLst>
          </p:cNvPr>
          <p:cNvCxnSpPr>
            <a:cxnSpLocks/>
          </p:cNvCxnSpPr>
          <p:nvPr/>
        </p:nvCxnSpPr>
        <p:spPr>
          <a:xfrm>
            <a:off x="10214993" y="2246401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8C61327-B662-4416-DE07-B70AA0A713EF}"/>
              </a:ext>
            </a:extLst>
          </p:cNvPr>
          <p:cNvSpPr/>
          <p:nvPr/>
        </p:nvSpPr>
        <p:spPr>
          <a:xfrm>
            <a:off x="10643332" y="2114342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87395923-F9A5-116D-01AA-AD39DC41A3BC}"/>
              </a:ext>
            </a:extLst>
          </p:cNvPr>
          <p:cNvSpPr/>
          <p:nvPr/>
        </p:nvSpPr>
        <p:spPr>
          <a:xfrm>
            <a:off x="10643332" y="2750381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02C3AF08-003B-7959-CF76-9383A2669C10}"/>
              </a:ext>
            </a:extLst>
          </p:cNvPr>
          <p:cNvSpPr/>
          <p:nvPr/>
        </p:nvSpPr>
        <p:spPr>
          <a:xfrm>
            <a:off x="10643332" y="396903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9F24F24-08B8-6165-2EDD-1022B4B9CDF4}"/>
              </a:ext>
            </a:extLst>
          </p:cNvPr>
          <p:cNvSpPr txBox="1"/>
          <p:nvPr/>
        </p:nvSpPr>
        <p:spPr>
          <a:xfrm>
            <a:off x="10618913" y="2119443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F4B9F07-7F79-8855-1C74-739EE898FF37}"/>
              </a:ext>
            </a:extLst>
          </p:cNvPr>
          <p:cNvSpPr txBox="1"/>
          <p:nvPr/>
        </p:nvSpPr>
        <p:spPr>
          <a:xfrm>
            <a:off x="10607901" y="2755482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BE8DF2-0578-0959-A4C6-998143130E51}"/>
              </a:ext>
            </a:extLst>
          </p:cNvPr>
          <p:cNvSpPr txBox="1"/>
          <p:nvPr/>
        </p:nvSpPr>
        <p:spPr>
          <a:xfrm>
            <a:off x="10607901" y="397413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EC9BC24-855D-0BF5-D1AF-18F524598D84}"/>
              </a:ext>
            </a:extLst>
          </p:cNvPr>
          <p:cNvCxnSpPr>
            <a:cxnSpLocks/>
          </p:cNvCxnSpPr>
          <p:nvPr/>
        </p:nvCxnSpPr>
        <p:spPr>
          <a:xfrm>
            <a:off x="10214993" y="2882440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6193C3D-EC41-C496-2CE6-528A709C006F}"/>
              </a:ext>
            </a:extLst>
          </p:cNvPr>
          <p:cNvCxnSpPr>
            <a:cxnSpLocks/>
          </p:cNvCxnSpPr>
          <p:nvPr/>
        </p:nvCxnSpPr>
        <p:spPr>
          <a:xfrm>
            <a:off x="10214993" y="410109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CDE599CB-0C4A-1B67-E4DC-C33692AF1F79}"/>
              </a:ext>
            </a:extLst>
          </p:cNvPr>
          <p:cNvSpPr txBox="1"/>
          <p:nvPr/>
        </p:nvSpPr>
        <p:spPr>
          <a:xfrm>
            <a:off x="4409271" y="186742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313BB4C-8217-2CDC-69B7-5AB6F6895D60}"/>
              </a:ext>
            </a:extLst>
          </p:cNvPr>
          <p:cNvSpPr/>
          <p:nvPr/>
        </p:nvSpPr>
        <p:spPr>
          <a:xfrm>
            <a:off x="4280472" y="1035169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4A2270-37CB-CAAF-380F-CE4BA818901A}"/>
              </a:ext>
            </a:extLst>
          </p:cNvPr>
          <p:cNvSpPr txBox="1"/>
          <p:nvPr/>
        </p:nvSpPr>
        <p:spPr>
          <a:xfrm>
            <a:off x="5152728" y="108977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4B5E7EE9-D18E-93AA-6B09-904397F254AE}"/>
              </a:ext>
            </a:extLst>
          </p:cNvPr>
          <p:cNvSpPr/>
          <p:nvPr/>
        </p:nvSpPr>
        <p:spPr>
          <a:xfrm>
            <a:off x="4549065" y="3968674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4A694DA5-AD34-8106-1101-BA4DE65CC9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738064"/>
              </p:ext>
            </p:extLst>
          </p:nvPr>
        </p:nvGraphicFramePr>
        <p:xfrm>
          <a:off x="6824828" y="2677478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9C3BCF77-6EC4-E4FF-16C1-377B3CFA3979}"/>
              </a:ext>
            </a:extLst>
          </p:cNvPr>
          <p:cNvSpPr/>
          <p:nvPr/>
        </p:nvSpPr>
        <p:spPr>
          <a:xfrm rot="18582686">
            <a:off x="4921299" y="2161452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0A2FBBEC-F0CC-0236-DA1C-F26FBE69642E}"/>
              </a:ext>
            </a:extLst>
          </p:cNvPr>
          <p:cNvSpPr/>
          <p:nvPr/>
        </p:nvSpPr>
        <p:spPr>
          <a:xfrm rot="2839795" flipV="1">
            <a:off x="5465976" y="2297882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D74C6EC6-B500-B518-C542-BE9069224F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2163479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6AD080D-322F-D859-0CF6-2FFB4FD80E27}"/>
              </a:ext>
            </a:extLst>
          </p:cNvPr>
          <p:cNvCxnSpPr>
            <a:cxnSpLocks/>
          </p:cNvCxnSpPr>
          <p:nvPr/>
        </p:nvCxnSpPr>
        <p:spPr>
          <a:xfrm>
            <a:off x="6000028" y="1719587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FB905860-3DD7-9F15-2252-9B6E8C56132A}"/>
              </a:ext>
            </a:extLst>
          </p:cNvPr>
          <p:cNvCxnSpPr>
            <a:cxnSpLocks/>
          </p:cNvCxnSpPr>
          <p:nvPr/>
        </p:nvCxnSpPr>
        <p:spPr>
          <a:xfrm>
            <a:off x="6135282" y="185493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5FE692A-DD71-7D63-58A1-01AACEBA0D34}"/>
              </a:ext>
            </a:extLst>
          </p:cNvPr>
          <p:cNvCxnSpPr>
            <a:cxnSpLocks/>
          </p:cNvCxnSpPr>
          <p:nvPr/>
        </p:nvCxnSpPr>
        <p:spPr>
          <a:xfrm>
            <a:off x="6369597" y="174244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4BBD30D-E70A-DED9-2B79-823F294642B2}"/>
              </a:ext>
            </a:extLst>
          </p:cNvPr>
          <p:cNvCxnSpPr>
            <a:cxnSpLocks/>
          </p:cNvCxnSpPr>
          <p:nvPr/>
        </p:nvCxnSpPr>
        <p:spPr>
          <a:xfrm>
            <a:off x="5989234" y="2004355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546D9A7C-ACC0-0748-F868-6E90E081C24A}"/>
              </a:ext>
            </a:extLst>
          </p:cNvPr>
          <p:cNvCxnSpPr>
            <a:cxnSpLocks/>
          </p:cNvCxnSpPr>
          <p:nvPr/>
        </p:nvCxnSpPr>
        <p:spPr>
          <a:xfrm>
            <a:off x="6000028" y="2420563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990BFADC-448C-CF74-A645-07AACC927126}"/>
              </a:ext>
            </a:extLst>
          </p:cNvPr>
          <p:cNvCxnSpPr>
            <a:cxnSpLocks/>
          </p:cNvCxnSpPr>
          <p:nvPr/>
        </p:nvCxnSpPr>
        <p:spPr>
          <a:xfrm>
            <a:off x="6068607" y="2625776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0A34C53F-E517-B89E-7FFF-6727C2331AEC}"/>
              </a:ext>
            </a:extLst>
          </p:cNvPr>
          <p:cNvCxnSpPr>
            <a:cxnSpLocks/>
          </p:cNvCxnSpPr>
          <p:nvPr/>
        </p:nvCxnSpPr>
        <p:spPr>
          <a:xfrm>
            <a:off x="6369597" y="244342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5B8B8A82-32C3-48D5-C434-24A9FAB26F74}"/>
              </a:ext>
            </a:extLst>
          </p:cNvPr>
          <p:cNvCxnSpPr>
            <a:cxnSpLocks/>
          </p:cNvCxnSpPr>
          <p:nvPr/>
        </p:nvCxnSpPr>
        <p:spPr>
          <a:xfrm>
            <a:off x="5989234" y="2705331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F5EA8CAF-5E5B-50B1-2821-4C1F7795BD27}"/>
              </a:ext>
            </a:extLst>
          </p:cNvPr>
          <p:cNvCxnSpPr>
            <a:cxnSpLocks/>
          </p:cNvCxnSpPr>
          <p:nvPr/>
        </p:nvCxnSpPr>
        <p:spPr>
          <a:xfrm>
            <a:off x="6000028" y="277105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662D83FC-1420-9557-4B8E-52ACBD848441}"/>
              </a:ext>
            </a:extLst>
          </p:cNvPr>
          <p:cNvCxnSpPr>
            <a:cxnSpLocks/>
          </p:cNvCxnSpPr>
          <p:nvPr/>
        </p:nvCxnSpPr>
        <p:spPr>
          <a:xfrm>
            <a:off x="6068607" y="2976264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5E1A17E7-0280-83AA-87C1-D9A0298FE659}"/>
              </a:ext>
            </a:extLst>
          </p:cNvPr>
          <p:cNvCxnSpPr>
            <a:cxnSpLocks/>
          </p:cNvCxnSpPr>
          <p:nvPr/>
        </p:nvCxnSpPr>
        <p:spPr>
          <a:xfrm>
            <a:off x="6135282" y="290640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A5D1279-4457-85AA-2B22-DC5FCC26ED27}"/>
              </a:ext>
            </a:extLst>
          </p:cNvPr>
          <p:cNvCxnSpPr>
            <a:cxnSpLocks/>
          </p:cNvCxnSpPr>
          <p:nvPr/>
        </p:nvCxnSpPr>
        <p:spPr>
          <a:xfrm>
            <a:off x="6369597" y="279391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2EDA53CD-E36B-9DB5-C9A0-76D2BB168940}"/>
              </a:ext>
            </a:extLst>
          </p:cNvPr>
          <p:cNvCxnSpPr>
            <a:cxnSpLocks/>
          </p:cNvCxnSpPr>
          <p:nvPr/>
        </p:nvCxnSpPr>
        <p:spPr>
          <a:xfrm>
            <a:off x="5989234" y="305581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7F3401D-47FD-8403-0C25-2B64C4519F03}"/>
              </a:ext>
            </a:extLst>
          </p:cNvPr>
          <p:cNvCxnSpPr>
            <a:cxnSpLocks/>
          </p:cNvCxnSpPr>
          <p:nvPr/>
        </p:nvCxnSpPr>
        <p:spPr>
          <a:xfrm>
            <a:off x="6000028" y="207007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3AF51B5-DCDF-F26D-8357-9E16BA512B53}"/>
              </a:ext>
            </a:extLst>
          </p:cNvPr>
          <p:cNvCxnSpPr>
            <a:cxnSpLocks/>
          </p:cNvCxnSpPr>
          <p:nvPr/>
        </p:nvCxnSpPr>
        <p:spPr>
          <a:xfrm>
            <a:off x="6068607" y="2275288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C686EC84-89D8-F22F-0BE5-CDD726B7A59C}"/>
              </a:ext>
            </a:extLst>
          </p:cNvPr>
          <p:cNvCxnSpPr>
            <a:cxnSpLocks/>
          </p:cNvCxnSpPr>
          <p:nvPr/>
        </p:nvCxnSpPr>
        <p:spPr>
          <a:xfrm>
            <a:off x="6135282" y="2205424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2C9FEE0-CACA-B1D7-F97B-6AE9AC826AF8}"/>
              </a:ext>
            </a:extLst>
          </p:cNvPr>
          <p:cNvCxnSpPr>
            <a:cxnSpLocks/>
          </p:cNvCxnSpPr>
          <p:nvPr/>
        </p:nvCxnSpPr>
        <p:spPr>
          <a:xfrm>
            <a:off x="6369597" y="2092936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A717286-EE19-695B-276A-0694706C41CB}"/>
              </a:ext>
            </a:extLst>
          </p:cNvPr>
          <p:cNvCxnSpPr>
            <a:cxnSpLocks/>
          </p:cNvCxnSpPr>
          <p:nvPr/>
        </p:nvCxnSpPr>
        <p:spPr>
          <a:xfrm>
            <a:off x="6301017" y="222014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8DEEE26-8BC9-B567-10F9-F47B68173A22}"/>
              </a:ext>
            </a:extLst>
          </p:cNvPr>
          <p:cNvCxnSpPr>
            <a:cxnSpLocks/>
          </p:cNvCxnSpPr>
          <p:nvPr/>
        </p:nvCxnSpPr>
        <p:spPr>
          <a:xfrm>
            <a:off x="5989234" y="235484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68C34699-578C-6B20-6729-815698FF072A}"/>
              </a:ext>
            </a:extLst>
          </p:cNvPr>
          <p:cNvSpPr/>
          <p:nvPr/>
        </p:nvSpPr>
        <p:spPr>
          <a:xfrm>
            <a:off x="6594768" y="1744987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0D22332E-22E9-A461-1249-AD7FF78BD732}"/>
              </a:ext>
            </a:extLst>
          </p:cNvPr>
          <p:cNvCxnSpPr>
            <a:cxnSpLocks/>
          </p:cNvCxnSpPr>
          <p:nvPr/>
        </p:nvCxnSpPr>
        <p:spPr>
          <a:xfrm flipH="1">
            <a:off x="6998971" y="2316869"/>
            <a:ext cx="116205" cy="36004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A304D874-E803-3656-17BF-A3BA3B229BF5}"/>
              </a:ext>
            </a:extLst>
          </p:cNvPr>
          <p:cNvCxnSpPr>
            <a:cxnSpLocks/>
          </p:cNvCxnSpPr>
          <p:nvPr/>
        </p:nvCxnSpPr>
        <p:spPr>
          <a:xfrm>
            <a:off x="7181850" y="2318773"/>
            <a:ext cx="281940" cy="35814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20A36DFB-E0EF-4B84-6439-183EDE8EB96C}"/>
              </a:ext>
            </a:extLst>
          </p:cNvPr>
          <p:cNvCxnSpPr>
            <a:cxnSpLocks/>
          </p:cNvCxnSpPr>
          <p:nvPr/>
        </p:nvCxnSpPr>
        <p:spPr>
          <a:xfrm>
            <a:off x="7414260" y="2316869"/>
            <a:ext cx="285750" cy="36004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7F1F1652-6F10-8957-D729-4808C510C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728754"/>
              </p:ext>
            </p:extLst>
          </p:nvPr>
        </p:nvGraphicFramePr>
        <p:xfrm>
          <a:off x="6769881" y="3750879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95257B1E-2903-5FBD-327B-9EF8986EE50F}"/>
              </a:ext>
            </a:extLst>
          </p:cNvPr>
          <p:cNvCxnSpPr>
            <a:cxnSpLocks/>
          </p:cNvCxnSpPr>
          <p:nvPr/>
        </p:nvCxnSpPr>
        <p:spPr>
          <a:xfrm>
            <a:off x="6058126" y="43587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507A1DEB-9122-0E31-0180-B79A067EDBCF}"/>
              </a:ext>
            </a:extLst>
          </p:cNvPr>
          <p:cNvCxnSpPr>
            <a:cxnSpLocks/>
          </p:cNvCxnSpPr>
          <p:nvPr/>
        </p:nvCxnSpPr>
        <p:spPr>
          <a:xfrm>
            <a:off x="6058126" y="374365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D8CA725A-619A-DC77-AB14-6F771BE2F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469163"/>
              </p:ext>
            </p:extLst>
          </p:nvPr>
        </p:nvGraphicFramePr>
        <p:xfrm>
          <a:off x="8545028" y="2745280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A9706669-1241-B598-409C-288429B17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039677"/>
              </p:ext>
            </p:extLst>
          </p:nvPr>
        </p:nvGraphicFramePr>
        <p:xfrm>
          <a:off x="8545028" y="3963934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0E08260C-0897-039D-23BE-C5BF85BCF1B7}"/>
              </a:ext>
            </a:extLst>
          </p:cNvPr>
          <p:cNvSpPr/>
          <p:nvPr/>
        </p:nvSpPr>
        <p:spPr>
          <a:xfrm>
            <a:off x="4543985" y="2201236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42AF9B-DD46-B9B5-0CD7-95A4428360A7}"/>
              </a:ext>
            </a:extLst>
          </p:cNvPr>
          <p:cNvSpPr/>
          <p:nvPr/>
        </p:nvSpPr>
        <p:spPr>
          <a:xfrm>
            <a:off x="4465271" y="1549788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4A8A8-5DAC-9227-879E-4565024B8A99}"/>
              </a:ext>
            </a:extLst>
          </p:cNvPr>
          <p:cNvSpPr txBox="1"/>
          <p:nvPr/>
        </p:nvSpPr>
        <p:spPr>
          <a:xfrm>
            <a:off x="5670661" y="1394831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AED6C1-A871-8929-CDAE-E3CF707F0A71}"/>
              </a:ext>
            </a:extLst>
          </p:cNvPr>
          <p:cNvSpPr/>
          <p:nvPr/>
        </p:nvSpPr>
        <p:spPr>
          <a:xfrm>
            <a:off x="4465273" y="3538868"/>
            <a:ext cx="3374401" cy="154800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2FE184-B61B-ADE0-624F-3DED98FD0A70}"/>
              </a:ext>
            </a:extLst>
          </p:cNvPr>
          <p:cNvSpPr txBox="1"/>
          <p:nvPr/>
        </p:nvSpPr>
        <p:spPr>
          <a:xfrm>
            <a:off x="5616864" y="3385652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099EDC08-886F-E2C1-DF6E-B7A0B9E04E5C}"/>
              </a:ext>
            </a:extLst>
          </p:cNvPr>
          <p:cNvSpPr/>
          <p:nvPr/>
        </p:nvSpPr>
        <p:spPr>
          <a:xfrm rot="18582686">
            <a:off x="4926379" y="3929476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7315358E-C439-F38B-700A-A9C95D0BB2C6}"/>
              </a:ext>
            </a:extLst>
          </p:cNvPr>
          <p:cNvSpPr/>
          <p:nvPr/>
        </p:nvSpPr>
        <p:spPr>
          <a:xfrm rot="2839795" flipV="1">
            <a:off x="5471056" y="4065906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524E95B8-4346-78C6-039B-6C05DA259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3930917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C978346-D813-7534-9BA1-2182717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149479"/>
              </p:ext>
            </p:extLst>
          </p:nvPr>
        </p:nvGraphicFramePr>
        <p:xfrm>
          <a:off x="6769881" y="4367762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B139824-B16B-6C20-C348-158BC158768B}"/>
              </a:ext>
            </a:extLst>
          </p:cNvPr>
          <p:cNvSpPr/>
          <p:nvPr/>
        </p:nvSpPr>
        <p:spPr>
          <a:xfrm>
            <a:off x="8396370" y="4478328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17D5DC8-DE19-6FB6-F273-D2D85DB944F2}"/>
              </a:ext>
            </a:extLst>
          </p:cNvPr>
          <p:cNvSpPr txBox="1"/>
          <p:nvPr/>
        </p:nvSpPr>
        <p:spPr>
          <a:xfrm>
            <a:off x="9515311" y="45279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FC802019-5F48-3CBA-55EF-882450355CC8}"/>
              </a:ext>
            </a:extLst>
          </p:cNvPr>
          <p:cNvSpPr/>
          <p:nvPr/>
        </p:nvSpPr>
        <p:spPr>
          <a:xfrm>
            <a:off x="9794173" y="4604575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35D3972C-423E-30C5-A0DB-17B7EA4AFD28}"/>
              </a:ext>
            </a:extLst>
          </p:cNvPr>
          <p:cNvSpPr/>
          <p:nvPr/>
        </p:nvSpPr>
        <p:spPr>
          <a:xfrm>
            <a:off x="10643332" y="458051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54A8651-AAB0-E982-C764-7A4661C62032}"/>
              </a:ext>
            </a:extLst>
          </p:cNvPr>
          <p:cNvSpPr txBox="1"/>
          <p:nvPr/>
        </p:nvSpPr>
        <p:spPr>
          <a:xfrm>
            <a:off x="10607901" y="4585617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F6D29D7-3448-47A1-4638-26A2A456792C}"/>
              </a:ext>
            </a:extLst>
          </p:cNvPr>
          <p:cNvCxnSpPr>
            <a:cxnSpLocks/>
          </p:cNvCxnSpPr>
          <p:nvPr/>
        </p:nvCxnSpPr>
        <p:spPr>
          <a:xfrm>
            <a:off x="10214993" y="4712575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75535F3C-3355-8DC8-8FBC-00C505F3C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350989"/>
              </p:ext>
            </p:extLst>
          </p:nvPr>
        </p:nvGraphicFramePr>
        <p:xfrm>
          <a:off x="8545028" y="4575415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FADE6C3A-8860-3D3B-31E7-3EAE8EB1F3CB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1" y="4021843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AA4B705-63F4-4677-1C3F-9B2AE105B91F}"/>
              </a:ext>
            </a:extLst>
          </p:cNvPr>
          <p:cNvSpPr/>
          <p:nvPr/>
        </p:nvSpPr>
        <p:spPr>
          <a:xfrm>
            <a:off x="7004686" y="375007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57DE130-6C8F-D65D-8E44-1FDFB3F4A2C1}"/>
              </a:ext>
            </a:extLst>
          </p:cNvPr>
          <p:cNvSpPr/>
          <p:nvPr/>
        </p:nvSpPr>
        <p:spPr>
          <a:xfrm>
            <a:off x="6886576" y="436729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59907AF-8520-37E0-8ADE-B6C669212EB5}"/>
              </a:ext>
            </a:extLst>
          </p:cNvPr>
          <p:cNvSpPr/>
          <p:nvPr/>
        </p:nvSpPr>
        <p:spPr>
          <a:xfrm>
            <a:off x="7000876" y="436729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AFA78D3-89EB-4648-7DBD-FCE7F627589C}"/>
              </a:ext>
            </a:extLst>
          </p:cNvPr>
          <p:cNvSpPr/>
          <p:nvPr/>
        </p:nvSpPr>
        <p:spPr>
          <a:xfrm>
            <a:off x="7587616" y="4369202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EDC706DB-A992-DC3D-D083-54CDACE31D93}"/>
              </a:ext>
            </a:extLst>
          </p:cNvPr>
          <p:cNvCxnSpPr>
            <a:cxnSpLocks/>
          </p:cNvCxnSpPr>
          <p:nvPr/>
        </p:nvCxnSpPr>
        <p:spPr>
          <a:xfrm>
            <a:off x="6196540" y="4582275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B5C87723-F9A7-5A5F-CF8F-D7F7053B08B5}"/>
              </a:ext>
            </a:extLst>
          </p:cNvPr>
          <p:cNvCxnSpPr>
            <a:cxnSpLocks/>
          </p:cNvCxnSpPr>
          <p:nvPr/>
        </p:nvCxnSpPr>
        <p:spPr>
          <a:xfrm>
            <a:off x="6254340" y="4494077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38BC02B6-9F4B-50C3-3796-49BD5510B170}"/>
              </a:ext>
            </a:extLst>
          </p:cNvPr>
          <p:cNvCxnSpPr>
            <a:cxnSpLocks/>
          </p:cNvCxnSpPr>
          <p:nvPr/>
        </p:nvCxnSpPr>
        <p:spPr>
          <a:xfrm>
            <a:off x="6323555" y="4381589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1ED19878-3A16-0247-A6C7-DFCCF193F104}"/>
              </a:ext>
            </a:extLst>
          </p:cNvPr>
          <p:cNvCxnSpPr>
            <a:cxnSpLocks/>
          </p:cNvCxnSpPr>
          <p:nvPr/>
        </p:nvCxnSpPr>
        <p:spPr>
          <a:xfrm>
            <a:off x="6254974" y="387900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CF89A4B-C3DB-1334-FE94-C0903A3FEAD3}"/>
              </a:ext>
            </a:extLst>
          </p:cNvPr>
          <p:cNvCxnSpPr>
            <a:cxnSpLocks/>
          </p:cNvCxnSpPr>
          <p:nvPr/>
        </p:nvCxnSpPr>
        <p:spPr>
          <a:xfrm>
            <a:off x="6323555" y="376651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AAE6CCE0-9867-861A-36F9-F733863B7685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6" y="4023749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FF0622B-78E7-58FE-2868-D981D48DA771}"/>
              </a:ext>
            </a:extLst>
          </p:cNvPr>
          <p:cNvSpPr/>
          <p:nvPr/>
        </p:nvSpPr>
        <p:spPr>
          <a:xfrm>
            <a:off x="7585711" y="375007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F39A1B8F-53B9-7CE7-FF37-6AA49B143318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1" y="4639063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4F26969A-B9C6-EFFC-AAA1-60978DFA9CC3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1" y="4639063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9B52AF1D-8E74-021B-E5FD-9C1F2ED8FFD4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1" y="4640604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EBF2628B-2C32-A355-1B93-E144CD8E3177}"/>
              </a:ext>
            </a:extLst>
          </p:cNvPr>
          <p:cNvCxnSpPr>
            <a:cxnSpLocks/>
          </p:cNvCxnSpPr>
          <p:nvPr/>
        </p:nvCxnSpPr>
        <p:spPr>
          <a:xfrm>
            <a:off x="6047332" y="402841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56783DB7-C9AA-25C5-2DD0-70168FF94E3E}"/>
              </a:ext>
            </a:extLst>
          </p:cNvPr>
          <p:cNvCxnSpPr>
            <a:cxnSpLocks/>
          </p:cNvCxnSpPr>
          <p:nvPr/>
        </p:nvCxnSpPr>
        <p:spPr>
          <a:xfrm>
            <a:off x="6047332" y="46434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D706E73-49CE-A402-7EFB-0DD580979FED}"/>
              </a:ext>
            </a:extLst>
          </p:cNvPr>
          <p:cNvGrpSpPr/>
          <p:nvPr/>
        </p:nvGrpSpPr>
        <p:grpSpPr>
          <a:xfrm>
            <a:off x="7032504" y="2030423"/>
            <a:ext cx="515427" cy="292388"/>
            <a:chOff x="7011436" y="2473900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412AEB37-CFD1-AAD9-AB0C-A57F4411C6A1}"/>
                </a:ext>
              </a:extLst>
            </p:cNvPr>
            <p:cNvCxnSpPr>
              <a:cxnSpLocks/>
            </p:cNvCxnSpPr>
            <p:nvPr/>
          </p:nvCxnSpPr>
          <p:spPr>
            <a:xfrm>
              <a:off x="7022231" y="2473900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4A526EC-C790-415D-509B-27F71C0A1BCB}"/>
                </a:ext>
              </a:extLst>
            </p:cNvPr>
            <p:cNvCxnSpPr>
              <a:cxnSpLocks/>
            </p:cNvCxnSpPr>
            <p:nvPr/>
          </p:nvCxnSpPr>
          <p:spPr>
            <a:xfrm>
              <a:off x="7090810" y="2679113"/>
              <a:ext cx="0" cy="69866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199A109-22B9-0776-645D-50B395CF43DD}"/>
                </a:ext>
              </a:extLst>
            </p:cNvPr>
            <p:cNvCxnSpPr>
              <a:cxnSpLocks/>
            </p:cNvCxnSpPr>
            <p:nvPr/>
          </p:nvCxnSpPr>
          <p:spPr>
            <a:xfrm>
              <a:off x="7157485" y="2609248"/>
              <a:ext cx="0" cy="13973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16CAA637-D1DD-2AC7-4EB2-7720BD8E9541}"/>
                </a:ext>
              </a:extLst>
            </p:cNvPr>
            <p:cNvCxnSpPr>
              <a:cxnSpLocks/>
            </p:cNvCxnSpPr>
            <p:nvPr/>
          </p:nvCxnSpPr>
          <p:spPr>
            <a:xfrm>
              <a:off x="7391800" y="2496760"/>
              <a:ext cx="0" cy="25221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7497B933-2B6A-FBAB-36EF-B43C5904E5D3}"/>
                </a:ext>
              </a:extLst>
            </p:cNvPr>
            <p:cNvCxnSpPr>
              <a:cxnSpLocks/>
            </p:cNvCxnSpPr>
            <p:nvPr/>
          </p:nvCxnSpPr>
          <p:spPr>
            <a:xfrm>
              <a:off x="7011436" y="2758668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338D18D8-69B7-EBF1-E292-E3DD239BEE1D}"/>
              </a:ext>
            </a:extLst>
          </p:cNvPr>
          <p:cNvSpPr/>
          <p:nvPr/>
        </p:nvSpPr>
        <p:spPr>
          <a:xfrm>
            <a:off x="4981065" y="2836080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89907E-60A1-E8C2-3306-6CEB4E97344E}"/>
              </a:ext>
            </a:extLst>
          </p:cNvPr>
          <p:cNvSpPr/>
          <p:nvPr/>
        </p:nvSpPr>
        <p:spPr>
          <a:xfrm>
            <a:off x="4981065" y="4576488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27E2A20-DE72-C395-C353-6B0EBFBBFD42}"/>
              </a:ext>
            </a:extLst>
          </p:cNvPr>
          <p:cNvSpPr/>
          <p:nvPr/>
        </p:nvSpPr>
        <p:spPr>
          <a:xfrm>
            <a:off x="6824829" y="1705314"/>
            <a:ext cx="93077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Consensus spectra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3F13247-01BC-6EA9-FA5A-BEE9445345B1}"/>
              </a:ext>
            </a:extLst>
          </p:cNvPr>
          <p:cNvSpPr/>
          <p:nvPr/>
        </p:nvSpPr>
        <p:spPr>
          <a:xfrm>
            <a:off x="10451107" y="1707678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2913FC6-DBEA-AEE6-184C-88614B6F4046}"/>
              </a:ext>
            </a:extLst>
          </p:cNvPr>
          <p:cNvSpPr/>
          <p:nvPr/>
        </p:nvSpPr>
        <p:spPr>
          <a:xfrm>
            <a:off x="6758941" y="4873494"/>
            <a:ext cx="940726" cy="168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F6ADE0B-5FEF-7180-CC8A-AFDD221AFF54}"/>
              </a:ext>
            </a:extLst>
          </p:cNvPr>
          <p:cNvSpPr/>
          <p:nvPr/>
        </p:nvSpPr>
        <p:spPr>
          <a:xfrm>
            <a:off x="6824829" y="2990754"/>
            <a:ext cx="930776" cy="190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19CD67E4-9FEA-49F4-627A-7D329CBEB228}"/>
              </a:ext>
            </a:extLst>
          </p:cNvPr>
          <p:cNvSpPr/>
          <p:nvPr/>
        </p:nvSpPr>
        <p:spPr>
          <a:xfrm rot="16200000">
            <a:off x="8885062" y="1621403"/>
            <a:ext cx="131166" cy="8134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2DB98D-C77F-0327-D4E3-8BC4D3818224}"/>
              </a:ext>
            </a:extLst>
          </p:cNvPr>
          <p:cNvSpPr/>
          <p:nvPr/>
        </p:nvSpPr>
        <p:spPr>
          <a:xfrm>
            <a:off x="8569326" y="1737008"/>
            <a:ext cx="76263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D749800-3F7D-A2A4-5E63-57A41AD8A740}"/>
              </a:ext>
            </a:extLst>
          </p:cNvPr>
          <p:cNvSpPr/>
          <p:nvPr/>
        </p:nvSpPr>
        <p:spPr>
          <a:xfrm>
            <a:off x="9305731" y="173680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MW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364A13D-296E-0F37-7653-74CA1D223557}"/>
              </a:ext>
            </a:extLst>
          </p:cNvPr>
          <p:cNvSpPr/>
          <p:nvPr/>
        </p:nvSpPr>
        <p:spPr>
          <a:xfrm>
            <a:off x="9810781" y="173680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A559BCA-E88D-6B1C-EA9E-93ECBCC2D5B1}"/>
              </a:ext>
            </a:extLst>
          </p:cNvPr>
          <p:cNvCxnSpPr>
            <a:cxnSpLocks/>
          </p:cNvCxnSpPr>
          <p:nvPr/>
        </p:nvCxnSpPr>
        <p:spPr>
          <a:xfrm flipH="1" flipV="1">
            <a:off x="9417764" y="1949916"/>
            <a:ext cx="0" cy="164426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2856D8E-E9D6-B5FD-5B7A-4BDC33C34984}"/>
              </a:ext>
            </a:extLst>
          </p:cNvPr>
          <p:cNvCxnSpPr>
            <a:cxnSpLocks/>
          </p:cNvCxnSpPr>
          <p:nvPr/>
        </p:nvCxnSpPr>
        <p:spPr>
          <a:xfrm flipH="1" flipV="1">
            <a:off x="9920173" y="1949917"/>
            <a:ext cx="0" cy="20083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515EBCA1-08D4-4696-4148-915AA5963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610061"/>
              </p:ext>
            </p:extLst>
          </p:nvPr>
        </p:nvGraphicFramePr>
        <p:xfrm>
          <a:off x="8545028" y="2109241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08" name="Rectangle 107">
            <a:extLst>
              <a:ext uri="{FF2B5EF4-FFF2-40B4-BE49-F238E27FC236}">
                <a16:creationId xmlns:a16="http://schemas.microsoft.com/office/drawing/2014/main" id="{94CCC45E-8BD3-4BF5-4DFF-D233BD17BA5C}"/>
              </a:ext>
            </a:extLst>
          </p:cNvPr>
          <p:cNvSpPr/>
          <p:nvPr/>
        </p:nvSpPr>
        <p:spPr>
          <a:xfrm>
            <a:off x="582745" y="3703924"/>
            <a:ext cx="1563082" cy="3277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</p:spTree>
    <p:extLst>
      <p:ext uri="{BB962C8B-B14F-4D97-AF65-F5344CB8AC3E}">
        <p14:creationId xmlns:p14="http://schemas.microsoft.com/office/powerpoint/2010/main" val="2300528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1141</TotalTime>
  <Words>70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</vt:lpstr>
      <vt:lpstr>Lato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29</cp:revision>
  <dcterms:created xsi:type="dcterms:W3CDTF">2024-03-03T20:53:48Z</dcterms:created>
  <dcterms:modified xsi:type="dcterms:W3CDTF">2025-02-25T13:48:49Z</dcterms:modified>
</cp:coreProperties>
</file>