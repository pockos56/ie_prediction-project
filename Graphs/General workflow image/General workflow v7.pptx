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1" r:id="rId3"/>
    <p:sldId id="265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vious figures" id="{9C7A7C0A-E6DC-4EEF-B330-236E5F6F293C}">
          <p14:sldIdLst>
            <p14:sldId id="257"/>
            <p14:sldId id="261"/>
          </p14:sldIdLst>
        </p14:section>
        <p14:section name="FP model" id="{1B42616A-2B09-4BA8-A4B2-CD3BE1E7681C}">
          <p14:sldIdLst>
            <p14:sldId id="265"/>
          </p14:sldIdLst>
        </p14:section>
        <p14:section name="CNL model" id="{83EE92EA-3E31-4A7D-93A5-0ED36B90E84F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B4E6"/>
    <a:srgbClr val="767171"/>
    <a:srgbClr val="3B3838"/>
    <a:srgbClr val="A6A6A6"/>
    <a:srgbClr val="000000"/>
    <a:srgbClr val="FFBC15"/>
    <a:srgbClr val="DEAE00"/>
    <a:srgbClr val="BAFDB1"/>
    <a:srgbClr val="F2BE00"/>
    <a:srgbClr val="DEF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6" autoAdjust="0"/>
    <p:restoredTop sz="95172" autoAdjust="0"/>
  </p:normalViewPr>
  <p:slideViewPr>
    <p:cSldViewPr snapToGrid="0">
      <p:cViewPr varScale="1">
        <p:scale>
          <a:sx n="85" d="100"/>
          <a:sy n="85" d="100"/>
        </p:scale>
        <p:origin x="77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3E52-901C-73DA-5B16-7697F3F3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21D0-BE67-38DD-9623-82AE1B59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25A4-0A6D-21B1-7859-57017ECD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E420-C97B-2D87-D5F3-2C40DECB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56F86-2323-C982-6951-BE437EAA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A7DE5-65A5-1563-CE66-F0363645C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5E676-7789-9B80-0E47-8FB9CF98B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D1893-0D23-A445-E4EA-61CC2709A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9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536EE-F862-C41A-18E6-6905556C2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A739-25C2-618F-A37B-D8DC1CB82C02}"/>
              </a:ext>
            </a:extLst>
          </p:cNvPr>
          <p:cNvSpPr txBox="1"/>
          <p:nvPr/>
        </p:nvSpPr>
        <p:spPr>
          <a:xfrm>
            <a:off x="205269" y="154064"/>
            <a:ext cx="473889" cy="5687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1361-A44D-7CCB-380D-6480B8746E15}"/>
              </a:ext>
            </a:extLst>
          </p:cNvPr>
          <p:cNvSpPr/>
          <p:nvPr/>
        </p:nvSpPr>
        <p:spPr>
          <a:xfrm>
            <a:off x="1956650" y="1161028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ECB69-006B-A98F-CCF3-680803DE8108}"/>
              </a:ext>
            </a:extLst>
          </p:cNvPr>
          <p:cNvSpPr txBox="1"/>
          <p:nvPr/>
        </p:nvSpPr>
        <p:spPr>
          <a:xfrm>
            <a:off x="5878134" y="156595"/>
            <a:ext cx="461474" cy="5637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1094-971B-69A7-C7F5-16BE07BD041E}"/>
              </a:ext>
            </a:extLst>
          </p:cNvPr>
          <p:cNvSpPr/>
          <p:nvPr/>
        </p:nvSpPr>
        <p:spPr>
          <a:xfrm>
            <a:off x="1956650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1DFFC-91FC-1DA0-D67B-32BB032268BB}"/>
              </a:ext>
            </a:extLst>
          </p:cNvPr>
          <p:cNvSpPr/>
          <p:nvPr/>
        </p:nvSpPr>
        <p:spPr>
          <a:xfrm>
            <a:off x="3139352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67867-044D-B8ED-D4F0-A5EE390ABE51}"/>
              </a:ext>
            </a:extLst>
          </p:cNvPr>
          <p:cNvSpPr/>
          <p:nvPr/>
        </p:nvSpPr>
        <p:spPr>
          <a:xfrm>
            <a:off x="4322054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5A528-477D-5C22-5A61-BEB5A99BC0D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460650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4F426-332A-4A32-DC1E-CF9E3B09FC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643352" y="1630728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88485-0108-9748-B036-86F4286F5F1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43352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C3FC3-28F0-FFFE-B277-51FB2C8B6D52}"/>
              </a:ext>
            </a:extLst>
          </p:cNvPr>
          <p:cNvSpPr/>
          <p:nvPr/>
        </p:nvSpPr>
        <p:spPr>
          <a:xfrm>
            <a:off x="1956650" y="290185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7EADAF-0442-7FAB-DD7E-22C6FFB98A6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60650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162E0-3A24-E7A6-8884-C17A039D1A4A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643352" y="257478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63200A-E938-52F0-F866-A50721854B5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826054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A041-CAA5-FD40-3C5D-755A1D0CFD60}"/>
              </a:ext>
            </a:extLst>
          </p:cNvPr>
          <p:cNvSpPr/>
          <p:nvPr/>
        </p:nvSpPr>
        <p:spPr>
          <a:xfrm>
            <a:off x="1956650" y="369614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913A9-31F7-707C-2E02-3258A5BC1C07}"/>
              </a:ext>
            </a:extLst>
          </p:cNvPr>
          <p:cNvCxnSpPr>
            <a:cxnSpLocks/>
          </p:cNvCxnSpPr>
          <p:nvPr/>
        </p:nvCxnSpPr>
        <p:spPr>
          <a:xfrm>
            <a:off x="2442650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FB69B5-9134-1A81-5CE2-6777FEEF090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643352" y="3371555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B5951-CE11-C1F3-51F5-84EC16613B84}"/>
              </a:ext>
            </a:extLst>
          </p:cNvPr>
          <p:cNvCxnSpPr>
            <a:cxnSpLocks/>
          </p:cNvCxnSpPr>
          <p:nvPr/>
        </p:nvCxnSpPr>
        <p:spPr>
          <a:xfrm>
            <a:off x="4808054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7E76003-CD37-83A9-873A-A4D283A1A4D0}"/>
              </a:ext>
            </a:extLst>
          </p:cNvPr>
          <p:cNvSpPr/>
          <p:nvPr/>
        </p:nvSpPr>
        <p:spPr>
          <a:xfrm>
            <a:off x="195659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10A11-39BC-58C9-7C0F-697F5075BD54}"/>
              </a:ext>
            </a:extLst>
          </p:cNvPr>
          <p:cNvSpPr/>
          <p:nvPr/>
        </p:nvSpPr>
        <p:spPr>
          <a:xfrm>
            <a:off x="313932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88BC2-A17F-1C9A-874A-A193E122EC80}"/>
              </a:ext>
            </a:extLst>
          </p:cNvPr>
          <p:cNvSpPr/>
          <p:nvPr/>
        </p:nvSpPr>
        <p:spPr>
          <a:xfrm>
            <a:off x="4322054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835211-54C6-FED6-90EC-CD9385A892FF}"/>
              </a:ext>
            </a:extLst>
          </p:cNvPr>
          <p:cNvCxnSpPr>
            <a:cxnSpLocks/>
          </p:cNvCxnSpPr>
          <p:nvPr/>
        </p:nvCxnSpPr>
        <p:spPr>
          <a:xfrm>
            <a:off x="2460650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6E879F-7D33-DBA3-334E-5DDE87897C51}"/>
              </a:ext>
            </a:extLst>
          </p:cNvPr>
          <p:cNvCxnSpPr>
            <a:cxnSpLocks/>
          </p:cNvCxnSpPr>
          <p:nvPr/>
        </p:nvCxnSpPr>
        <p:spPr>
          <a:xfrm>
            <a:off x="3643352" y="416584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638A4E-B33C-3557-3D01-DB83626ECCE2}"/>
              </a:ext>
            </a:extLst>
          </p:cNvPr>
          <p:cNvCxnSpPr>
            <a:cxnSpLocks/>
          </p:cNvCxnSpPr>
          <p:nvPr/>
        </p:nvCxnSpPr>
        <p:spPr>
          <a:xfrm>
            <a:off x="4826054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0E2253-66BA-7651-27A1-0790872D988C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CE7B603-CECF-702A-5428-51F20C6F6EEB}"/>
              </a:ext>
            </a:extLst>
          </p:cNvPr>
          <p:cNvSpPr/>
          <p:nvPr/>
        </p:nvSpPr>
        <p:spPr>
          <a:xfrm>
            <a:off x="302914" y="3660995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0EBA8D-C366-B203-8CB4-27E862133EE2}"/>
              </a:ext>
            </a:extLst>
          </p:cNvPr>
          <p:cNvCxnSpPr>
            <a:cxnSpLocks/>
          </p:cNvCxnSpPr>
          <p:nvPr/>
        </p:nvCxnSpPr>
        <p:spPr>
          <a:xfrm flipH="1">
            <a:off x="1655686" y="3787474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E8EBE-017C-B05C-2F97-E663D803BDF4}"/>
              </a:ext>
            </a:extLst>
          </p:cNvPr>
          <p:cNvCxnSpPr>
            <a:cxnSpLocks/>
          </p:cNvCxnSpPr>
          <p:nvPr/>
        </p:nvCxnSpPr>
        <p:spPr>
          <a:xfrm>
            <a:off x="1686062" y="4049602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C12B4-1517-06EE-EA21-729A1528ECEC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112EC9-D0D0-BC20-FCF0-B62A66BB07C8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A1A2A7-D209-B642-11D9-3CB6F4167420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EC48795-1ED5-AFB0-78AF-D1AFA1CB63DF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D13D8B-B7FC-8EDF-C61D-D6222E558441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FFDAC-242D-A491-DC89-34915EA63C0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6DC2D4-A5C7-40D9-BB4C-0712D87C05B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6618D3-3B77-D945-5206-44141F14A3E2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11348D2-0B35-1DFE-62E3-1877DCDDF80A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F9DA76-5756-5433-A206-3572A4AC6C38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25C706-43E0-7FDD-046E-F36FB68CFC14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F75D14B-91A8-F27A-4AED-0D5FED102F85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C8A6B7-A13D-9776-D366-62425471E319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F33560-80AE-5515-3DC0-FDD7E9AC3553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C2ECC-B7F2-A28F-F69B-44162632A25B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B8004A-B3A1-DC08-6586-9066339C34B4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96A0836-5EFC-9967-8D5B-A70AC7F327E6}"/>
              </a:ext>
            </a:extLst>
          </p:cNvPr>
          <p:cNvCxnSpPr>
            <a:cxnSpLocks/>
          </p:cNvCxnSpPr>
          <p:nvPr/>
        </p:nvCxnSpPr>
        <p:spPr>
          <a:xfrm flipH="1">
            <a:off x="9763287" y="1901622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8B39461-35C0-CC94-8367-0AC7188E6FE2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B4123A6-8E45-B00B-992A-F1DE88CA2E78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C6E861-E374-EB12-6945-B9EC47516496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4545AC-957E-73E9-D76C-11D56E97199C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912EB0-9997-EEF3-0BDE-44C5B4C70276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8CE82C7-CF60-F5E7-B1BE-CFB6DF121618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9F75016-42B5-73F4-1611-C5D067A179D4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8276EBA-2D20-FC1D-45C9-514DAF74235F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CBC225B-8616-D7C7-B3E9-279262A2192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E45CD09-696C-7805-EF1D-7B73D55C8B1F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F4BD017-192D-1FBE-D896-9024C09012F9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C76B4CA-EA66-F0FF-AAA2-3EEB22E7C660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DE3CC2-328C-07E1-1AA5-D175E27E5AA8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3AEFA9F-26B0-FFE9-B5EE-F76D45D4B84D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97C40B8-5667-C22A-EC54-8CA1A3B98D65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72FFECC-4065-EEEC-92B3-08F3AAB922E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B51C242-B074-6B60-A7C9-B7FCB001F7D0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9AEE-8067-A407-D491-CFDC2836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B5AB459E-E9F5-FF42-DC99-1137B9E340BB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0F417B-F071-4206-62E1-F890B1F0801F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CED3A4A-236E-0E3B-FD78-07788D1EE1DA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0109445-BF3D-A88A-D737-E38549F2F1CA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2E9ED96-B741-0393-C771-8DC1DBED59DC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8EA62E6-0B23-7BD6-B7B6-1DEA715B6645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7C400A3-673B-ABB6-6D04-3C087A907F84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D497E21-DFFD-CF1A-3032-B925DCBB5F04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325FF79-C282-C353-F5E1-787B7CBECFEB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3DE76D0-C068-1B47-1253-64D73B43021C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DFF556B-FD68-2663-DEC1-D2DBD2C1192C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C41D0A-E1B6-7A5D-4CD5-7C1DBDF4F503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F689A58-BE04-49C9-4790-080700CC9F1C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C790199-7865-A127-E803-E640E3F33A8F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68A3B049-5789-799A-1C1F-E280DC819858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4F0C7FA-30BF-D4FF-E691-91BA68F0B1B2}"/>
              </a:ext>
            </a:extLst>
          </p:cNvPr>
          <p:cNvCxnSpPr>
            <a:cxnSpLocks/>
          </p:cNvCxnSpPr>
          <p:nvPr/>
        </p:nvCxnSpPr>
        <p:spPr>
          <a:xfrm flipH="1">
            <a:off x="9731350" y="1828526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34FD777-69B8-A5B9-BE4C-EB0AE8D8A8B7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7FB28E6-3132-029E-D77D-D09D8CE2126B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9338FFB-1402-671D-A41C-98831BE62215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49513A8-358B-8ABF-9FF0-5411EA1863F0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32FA765-63C5-C50A-108D-D3C22F31EEFC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E77498D-64B7-8E2B-08CC-55E5A0D3EA4F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0E9D329-1F1A-AD74-2EAF-3E06EDA20951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F7ADF17-8902-97D3-E11D-B1D8E419333D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D74B331-1120-78F1-3A4D-6E75137163B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ECAE5BB-F231-D778-98B6-FAC587A40639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B1E646A-ED2B-751A-AD73-06A86523CFFE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1828E881-58FC-3F6D-93BA-3D5F67687BAC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A4E6C436-5A21-B1B8-FDBD-0B885CB2A9BB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E8BB5A2-2320-1B0E-204D-C7F2E37D9DB0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C74F9EC7-EE9F-5A85-1769-E2D5A7379121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40058B8-7FAD-8F04-2473-50F0537F0FF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AE9B32E-D0DE-1DF4-F2A5-735F3E17E9CE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02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2370-8D69-BC8A-A908-5AD67F0C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1E79C6DE-CA7D-C064-6F2E-5F1811FC2EC0}"/>
              </a:ext>
            </a:extLst>
          </p:cNvPr>
          <p:cNvSpPr/>
          <p:nvPr/>
        </p:nvSpPr>
        <p:spPr>
          <a:xfrm>
            <a:off x="0" y="2470892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2A3DF-584A-2F43-5263-143E8FAEA182}"/>
              </a:ext>
            </a:extLst>
          </p:cNvPr>
          <p:cNvSpPr/>
          <p:nvPr/>
        </p:nvSpPr>
        <p:spPr>
          <a:xfrm>
            <a:off x="4546046" y="2005064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41476-19DF-B989-29E7-2773FBAB4DD7}"/>
              </a:ext>
            </a:extLst>
          </p:cNvPr>
          <p:cNvSpPr txBox="1"/>
          <p:nvPr/>
        </p:nvSpPr>
        <p:spPr>
          <a:xfrm>
            <a:off x="4859649" y="2143816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D2313F-1306-C733-7C28-5B4031F837E1}"/>
              </a:ext>
            </a:extLst>
          </p:cNvPr>
          <p:cNvSpPr/>
          <p:nvPr/>
        </p:nvSpPr>
        <p:spPr>
          <a:xfrm>
            <a:off x="507493" y="1534514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6152C44-8C50-E79E-A35F-788040BB92BD}"/>
              </a:ext>
            </a:extLst>
          </p:cNvPr>
          <p:cNvSpPr txBox="1"/>
          <p:nvPr/>
        </p:nvSpPr>
        <p:spPr>
          <a:xfrm>
            <a:off x="1411345" y="479601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437E3A-6AB3-8288-E55C-741BEE44460F}"/>
              </a:ext>
            </a:extLst>
          </p:cNvPr>
          <p:cNvGrpSpPr/>
          <p:nvPr/>
        </p:nvGrpSpPr>
        <p:grpSpPr>
          <a:xfrm>
            <a:off x="23230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171976-19B2-1313-F036-10D63A7EDF0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0E126F-5FF7-F834-6B71-2326E8E98FB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26CD638-9E9E-F4D8-2586-F27524CB0D9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225DB7-7EFA-59EB-ABAB-B8E764E5E825}"/>
              </a:ext>
            </a:extLst>
          </p:cNvPr>
          <p:cNvSpPr/>
          <p:nvPr/>
        </p:nvSpPr>
        <p:spPr>
          <a:xfrm>
            <a:off x="687026" y="262468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94159-C9AF-4A61-C6D0-2AD03DFE54B8}"/>
              </a:ext>
            </a:extLst>
          </p:cNvPr>
          <p:cNvSpPr txBox="1"/>
          <p:nvPr/>
        </p:nvSpPr>
        <p:spPr>
          <a:xfrm>
            <a:off x="1365111" y="161803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27262-482A-B348-8D25-F3D68597A5A3}"/>
              </a:ext>
            </a:extLst>
          </p:cNvPr>
          <p:cNvSpPr txBox="1"/>
          <p:nvPr/>
        </p:nvSpPr>
        <p:spPr>
          <a:xfrm>
            <a:off x="682682" y="414118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1843F8C-4A37-DD6B-A2EF-DC8894394C1D}"/>
              </a:ext>
            </a:extLst>
          </p:cNvPr>
          <p:cNvGrpSpPr/>
          <p:nvPr/>
        </p:nvGrpSpPr>
        <p:grpSpPr>
          <a:xfrm>
            <a:off x="22243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4CE352-C709-11C6-63B3-C5C34689BDD9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0DD5B1-8793-5838-A12E-4A35E4F831D4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CBD8AF-B969-09BC-79D7-FE0D144C9899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C1CBE4B1-6E19-D507-4DA6-27216347F7DA}"/>
              </a:ext>
            </a:extLst>
          </p:cNvPr>
          <p:cNvSpPr/>
          <p:nvPr/>
        </p:nvSpPr>
        <p:spPr>
          <a:xfrm>
            <a:off x="893298" y="35212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FC23530E-80F7-D525-8712-64EEB523872A}"/>
              </a:ext>
            </a:extLst>
          </p:cNvPr>
          <p:cNvSpPr/>
          <p:nvPr/>
        </p:nvSpPr>
        <p:spPr>
          <a:xfrm>
            <a:off x="1695669" y="343272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856354F-F7ED-B88E-F92C-E24A850C0F82}"/>
              </a:ext>
            </a:extLst>
          </p:cNvPr>
          <p:cNvSpPr/>
          <p:nvPr/>
        </p:nvSpPr>
        <p:spPr>
          <a:xfrm>
            <a:off x="1318576" y="36846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E573D639-27B6-BE64-029E-955FA020517C}"/>
              </a:ext>
            </a:extLst>
          </p:cNvPr>
          <p:cNvSpPr/>
          <p:nvPr/>
        </p:nvSpPr>
        <p:spPr>
          <a:xfrm>
            <a:off x="1714755" y="29937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F589163E-6999-0D6D-046B-2FF1D2EB2754}"/>
              </a:ext>
            </a:extLst>
          </p:cNvPr>
          <p:cNvSpPr/>
          <p:nvPr/>
        </p:nvSpPr>
        <p:spPr>
          <a:xfrm>
            <a:off x="811064" y="300014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A8AFE-C258-75AE-9237-E1F940D74C08}"/>
              </a:ext>
            </a:extLst>
          </p:cNvPr>
          <p:cNvSpPr txBox="1"/>
          <p:nvPr/>
        </p:nvSpPr>
        <p:spPr>
          <a:xfrm>
            <a:off x="1647268" y="304670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9041-7B15-D59A-2142-BF055E51E2F1}"/>
              </a:ext>
            </a:extLst>
          </p:cNvPr>
          <p:cNvSpPr txBox="1"/>
          <p:nvPr/>
        </p:nvSpPr>
        <p:spPr>
          <a:xfrm>
            <a:off x="1620097" y="348060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7BDF2-3423-CD25-6326-3BC1F4F0B108}"/>
              </a:ext>
            </a:extLst>
          </p:cNvPr>
          <p:cNvSpPr txBox="1"/>
          <p:nvPr/>
        </p:nvSpPr>
        <p:spPr>
          <a:xfrm>
            <a:off x="1244991" y="371972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9FDA1-2245-9F0C-068F-AB2D999E5363}"/>
              </a:ext>
            </a:extLst>
          </p:cNvPr>
          <p:cNvSpPr txBox="1"/>
          <p:nvPr/>
        </p:nvSpPr>
        <p:spPr>
          <a:xfrm>
            <a:off x="813696" y="356066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EB5C1-8C32-D4AC-B74E-694FCAE26C2E}"/>
              </a:ext>
            </a:extLst>
          </p:cNvPr>
          <p:cNvSpPr txBox="1"/>
          <p:nvPr/>
        </p:nvSpPr>
        <p:spPr>
          <a:xfrm>
            <a:off x="764280" y="306697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1EE0C09-A401-13EB-C777-B2683230CB51}"/>
              </a:ext>
            </a:extLst>
          </p:cNvPr>
          <p:cNvSpPr/>
          <p:nvPr/>
        </p:nvSpPr>
        <p:spPr>
          <a:xfrm>
            <a:off x="1254845" y="278632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D8FD53-9B3F-5B36-3FCE-76A8BB582421}"/>
              </a:ext>
            </a:extLst>
          </p:cNvPr>
          <p:cNvSpPr txBox="1"/>
          <p:nvPr/>
        </p:nvSpPr>
        <p:spPr>
          <a:xfrm>
            <a:off x="1208061" y="285315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32F57EA-F72B-47D3-C3AC-A3807201AC8F}"/>
              </a:ext>
            </a:extLst>
          </p:cNvPr>
          <p:cNvGrpSpPr/>
          <p:nvPr/>
        </p:nvGrpSpPr>
        <p:grpSpPr>
          <a:xfrm>
            <a:off x="29788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29A5197-2761-52AE-A4C2-23226C0DBA19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6737ECB6-D0FE-154B-BE01-EF874A8C7823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DFE272B-2E1A-E93A-1D12-6B3D1C4E40CB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01911FC3-7EBD-B36C-6380-824DDEE199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09B0B0-8456-C446-CC3B-83480651B44D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739BB0-4529-C40F-E211-94B68CA4D59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13DCEC-B0BE-A3FD-6A18-9D48A19E54E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5A374E-2625-EB59-6F50-054C9016EEA3}"/>
              </a:ext>
            </a:extLst>
          </p:cNvPr>
          <p:cNvGrpSpPr/>
          <p:nvPr/>
        </p:nvGrpSpPr>
        <p:grpSpPr>
          <a:xfrm>
            <a:off x="29788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8C999EA-2578-5C99-4352-474F691FF6A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D5BB8497-E5B7-C138-80C3-E4BD8FAE3B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2020473-8180-6E00-C21D-A91463D9286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357B7296-0AD8-F1E1-9B42-D73AE739974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CF8831-9F25-9DA1-2CA0-2DB83F4C0E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A08FCA-93CB-77D8-D876-9E1BDFBB46C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4E2503A-DE31-E109-E6FC-78329F83C96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813FC7-528A-9F76-AAFF-518213BA8705}"/>
              </a:ext>
            </a:extLst>
          </p:cNvPr>
          <p:cNvGrpSpPr/>
          <p:nvPr/>
        </p:nvGrpSpPr>
        <p:grpSpPr>
          <a:xfrm>
            <a:off x="29788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7B6D442-5894-7E0F-F8F2-2510400338A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424E0E7-2797-17F6-714D-DCBCF6888200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E8371840-A8CF-DEEB-3178-E6DAD68AC15E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722A78DF-2644-0B1B-F595-4AE5A6566C1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9B3CEAC-8BCF-F7CC-65A8-9C91F5995EA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4362AA8-4A16-849A-B5F3-A6741A0A180A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AA2D3E4-01F2-2935-FF4B-F1CB364BD60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C5FD21-CEB8-AB98-AA18-87DE64229B23}"/>
              </a:ext>
            </a:extLst>
          </p:cNvPr>
          <p:cNvSpPr/>
          <p:nvPr/>
        </p:nvSpPr>
        <p:spPr>
          <a:xfrm>
            <a:off x="831427" y="475899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7E06743-E468-5CCD-962B-F3B7F2163DDE}"/>
              </a:ext>
            </a:extLst>
          </p:cNvPr>
          <p:cNvSpPr/>
          <p:nvPr/>
        </p:nvSpPr>
        <p:spPr>
          <a:xfrm rot="7639531">
            <a:off x="18895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BD13D331-EC31-4544-BEB9-E2324C26B2E0}"/>
              </a:ext>
            </a:extLst>
          </p:cNvPr>
          <p:cNvSpPr/>
          <p:nvPr/>
        </p:nvSpPr>
        <p:spPr>
          <a:xfrm rot="18409040">
            <a:off x="1285970" y="486407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7797555A-CA37-1264-0126-5F7225488411}"/>
              </a:ext>
            </a:extLst>
          </p:cNvPr>
          <p:cNvSpPr/>
          <p:nvPr/>
        </p:nvSpPr>
        <p:spPr>
          <a:xfrm>
            <a:off x="917252" y="495682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A3BE3-7D49-BE8E-EF74-06F206BD3816}"/>
              </a:ext>
            </a:extLst>
          </p:cNvPr>
          <p:cNvSpPr txBox="1"/>
          <p:nvPr/>
        </p:nvSpPr>
        <p:spPr>
          <a:xfrm>
            <a:off x="899660" y="50609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6A282E3-68E3-385E-0283-8D822C0FCDC6}"/>
              </a:ext>
            </a:extLst>
          </p:cNvPr>
          <p:cNvSpPr/>
          <p:nvPr/>
        </p:nvSpPr>
        <p:spPr>
          <a:xfrm rot="3190960" flipV="1">
            <a:off x="1153228" y="489760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A9EE0-C67D-C8CE-B4A1-6C2A95451B5B}"/>
              </a:ext>
            </a:extLst>
          </p:cNvPr>
          <p:cNvCxnSpPr>
            <a:cxnSpLocks/>
          </p:cNvCxnSpPr>
          <p:nvPr/>
        </p:nvCxnSpPr>
        <p:spPr>
          <a:xfrm flipV="1">
            <a:off x="1310071" y="5190807"/>
            <a:ext cx="279554" cy="315"/>
          </a:xfrm>
          <a:prstGeom prst="straightConnector1">
            <a:avLst/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5C45F9-E686-C5AD-7635-630853153125}"/>
              </a:ext>
            </a:extLst>
          </p:cNvPr>
          <p:cNvSpPr txBox="1"/>
          <p:nvPr/>
        </p:nvSpPr>
        <p:spPr>
          <a:xfrm>
            <a:off x="1501077" y="508324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DC357-025E-ADFB-FDA7-5FD38D594BF2}"/>
              </a:ext>
            </a:extLst>
          </p:cNvPr>
          <p:cNvSpPr txBox="1"/>
          <p:nvPr/>
        </p:nvSpPr>
        <p:spPr>
          <a:xfrm>
            <a:off x="1271936" y="534697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443F59-6805-5EC7-2635-37205137C5CB}"/>
              </a:ext>
            </a:extLst>
          </p:cNvPr>
          <p:cNvSpPr/>
          <p:nvPr/>
        </p:nvSpPr>
        <p:spPr>
          <a:xfrm>
            <a:off x="7955727" y="1714500"/>
            <a:ext cx="3532888" cy="3816028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368E8-4446-DA60-3E1D-45B4798112C2}"/>
              </a:ext>
            </a:extLst>
          </p:cNvPr>
          <p:cNvSpPr txBox="1"/>
          <p:nvPr/>
        </p:nvSpPr>
        <p:spPr>
          <a:xfrm>
            <a:off x="8722427" y="189235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445BCD42-B18B-F1C3-6EEC-8A7DB3FCE4AF}"/>
              </a:ext>
            </a:extLst>
          </p:cNvPr>
          <p:cNvSpPr/>
          <p:nvPr/>
        </p:nvSpPr>
        <p:spPr>
          <a:xfrm>
            <a:off x="4744635" y="4223273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D05FA8-D7C4-4D60-EFDA-F942C60A1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65899"/>
              </p:ext>
            </p:extLst>
          </p:nvPr>
        </p:nvGraphicFramePr>
        <p:xfrm>
          <a:off x="6347860" y="305499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5B58B5AF-8BCF-D3CB-8757-8783BB25D26C}"/>
              </a:ext>
            </a:extLst>
          </p:cNvPr>
          <p:cNvSpPr/>
          <p:nvPr/>
        </p:nvSpPr>
        <p:spPr>
          <a:xfrm>
            <a:off x="4744635" y="2966015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96AD060-B1EE-1FDA-996D-E4D2B7025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193822"/>
              </p:ext>
            </p:extLst>
          </p:nvPr>
        </p:nvGraphicFramePr>
        <p:xfrm>
          <a:off x="6347860" y="4286941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656B3AA-D03C-D124-4931-23BBE1056143}"/>
              </a:ext>
            </a:extLst>
          </p:cNvPr>
          <p:cNvSpPr/>
          <p:nvPr/>
        </p:nvSpPr>
        <p:spPr>
          <a:xfrm rot="18582686">
            <a:off x="5169008" y="412815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81AA41-88DE-63CF-FAC9-BB7A73458952}"/>
              </a:ext>
            </a:extLst>
          </p:cNvPr>
          <p:cNvSpPr/>
          <p:nvPr/>
        </p:nvSpPr>
        <p:spPr>
          <a:xfrm rot="2839795" flipV="1">
            <a:off x="5887589" y="427789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3B7704B8-42D4-D0D6-5BB2-76744217B757}"/>
              </a:ext>
            </a:extLst>
          </p:cNvPr>
          <p:cNvGrpSpPr/>
          <p:nvPr/>
        </p:nvGrpSpPr>
        <p:grpSpPr>
          <a:xfrm>
            <a:off x="5617843" y="42221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9082BD-4EE6-88EA-2DAA-EA9C37EC83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CC0FB8-29AE-FCDD-BC26-D0DC8C2B82C4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FDE304-93F8-E532-7D2B-0B13F82DC8A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D8EEB93-11FA-3AA2-5140-26F64C21E481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6535E5-B575-526E-30E4-838FDF2B589D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4085C0-4197-44ED-AD34-A65D9ABD71E3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4A9E8B-D1C4-7C95-0092-FBE1728E9D88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AA89B-4451-E86E-DCAC-F0AB986CA731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2F3BBD-E30A-4E38-85C4-8F59B6CDE33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03602D79-9FA5-814E-27F0-93946181E316}"/>
              </a:ext>
            </a:extLst>
          </p:cNvPr>
          <p:cNvSpPr/>
          <p:nvPr/>
        </p:nvSpPr>
        <p:spPr>
          <a:xfrm rot="18582686">
            <a:off x="5169008" y="2898818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5A354-BBEB-4072-CB83-4A94E62C786C}"/>
              </a:ext>
            </a:extLst>
          </p:cNvPr>
          <p:cNvSpPr/>
          <p:nvPr/>
        </p:nvSpPr>
        <p:spPr>
          <a:xfrm rot="2839795" flipV="1">
            <a:off x="5887589" y="3048554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749479D3-86A2-19EA-890F-54DD7048D127}"/>
              </a:ext>
            </a:extLst>
          </p:cNvPr>
          <p:cNvGrpSpPr/>
          <p:nvPr/>
        </p:nvGrpSpPr>
        <p:grpSpPr>
          <a:xfrm>
            <a:off x="5617843" y="29927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CFD368-C785-F857-E5A1-F58D08B712D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2D84D7A-C57B-36CB-E476-D658DD1C340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76C582F-D7B7-A3C4-4352-7E66B966D18B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F8BC51-D4EA-42C2-4FB9-288EBD35FACB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939523-75FB-05F3-67DC-129674BE944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D9F08D1-CB76-67B0-59AB-2B2584254782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60CCCA-0CDA-FE76-1716-78696E33BD46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C0FD0F3-5DF6-BFFF-2BC3-957DAFFB878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BE87DB4-8A8C-0283-A277-D9A0CF4BFE4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4E521BF-5C3B-978D-59E2-AE528A90C482}"/>
              </a:ext>
            </a:extLst>
          </p:cNvPr>
          <p:cNvSpPr/>
          <p:nvPr/>
        </p:nvSpPr>
        <p:spPr>
          <a:xfrm>
            <a:off x="8102704" y="2586921"/>
            <a:ext cx="3238934" cy="1629962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7864A23-EAF6-A81C-A896-CE375EBCDA00}"/>
              </a:ext>
            </a:extLst>
          </p:cNvPr>
          <p:cNvSpPr/>
          <p:nvPr/>
        </p:nvSpPr>
        <p:spPr>
          <a:xfrm>
            <a:off x="8221110" y="2912652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C43A223-B4B7-4D28-CCFA-C9449F88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4821"/>
              </p:ext>
            </p:extLst>
          </p:nvPr>
        </p:nvGraphicFramePr>
        <p:xfrm>
          <a:off x="8273664" y="300973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ADB07D9A-5B3F-46D9-5A3B-5BB29EF3BC5B}"/>
              </a:ext>
            </a:extLst>
          </p:cNvPr>
          <p:cNvSpPr txBox="1"/>
          <p:nvPr/>
        </p:nvSpPr>
        <p:spPr>
          <a:xfrm>
            <a:off x="9406091" y="29622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9935F7E2-6887-A229-8C11-F1D6E252927D}"/>
              </a:ext>
            </a:extLst>
          </p:cNvPr>
          <p:cNvSpPr/>
          <p:nvPr/>
        </p:nvSpPr>
        <p:spPr>
          <a:xfrm>
            <a:off x="9666274" y="3064984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C72EE54-EB31-9E1D-7173-D9B5111F1746}"/>
              </a:ext>
            </a:extLst>
          </p:cNvPr>
          <p:cNvSpPr/>
          <p:nvPr/>
        </p:nvSpPr>
        <p:spPr>
          <a:xfrm>
            <a:off x="8221110" y="3566979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BC5A3A0-1BD4-5AD5-ED15-E061E6AE5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023552"/>
              </p:ext>
            </p:extLst>
          </p:nvPr>
        </p:nvGraphicFramePr>
        <p:xfrm>
          <a:off x="8273664" y="3664066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32D609-E347-6931-D2B4-F3C9D80C997B}"/>
              </a:ext>
            </a:extLst>
          </p:cNvPr>
          <p:cNvSpPr txBox="1"/>
          <p:nvPr/>
        </p:nvSpPr>
        <p:spPr>
          <a:xfrm>
            <a:off x="9406091" y="36165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37B09A2-A20E-4355-B7C6-87AF4E699401}"/>
              </a:ext>
            </a:extLst>
          </p:cNvPr>
          <p:cNvSpPr/>
          <p:nvPr/>
        </p:nvSpPr>
        <p:spPr>
          <a:xfrm>
            <a:off x="9666274" y="3719311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C99B43-F6D4-A3A1-92DA-A8F08403ED38}"/>
              </a:ext>
            </a:extLst>
          </p:cNvPr>
          <p:cNvSpPr txBox="1"/>
          <p:nvPr/>
        </p:nvSpPr>
        <p:spPr>
          <a:xfrm>
            <a:off x="9285956" y="2431803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32AE4F1-6D68-B363-D882-111E1DA355CF}"/>
              </a:ext>
            </a:extLst>
          </p:cNvPr>
          <p:cNvSpPr/>
          <p:nvPr/>
        </p:nvSpPr>
        <p:spPr>
          <a:xfrm>
            <a:off x="8221110" y="466523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3126FB9-E331-C314-BBF7-0F283A3ABE0E}"/>
              </a:ext>
            </a:extLst>
          </p:cNvPr>
          <p:cNvSpPr txBox="1"/>
          <p:nvPr/>
        </p:nvSpPr>
        <p:spPr>
          <a:xfrm>
            <a:off x="9406091" y="47148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01E6D4C6-5BEC-449E-88D3-1BA5A3E6168A}"/>
              </a:ext>
            </a:extLst>
          </p:cNvPr>
          <p:cNvSpPr/>
          <p:nvPr/>
        </p:nvSpPr>
        <p:spPr>
          <a:xfrm>
            <a:off x="9666274" y="481756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1F54073-F948-E7AC-1E61-C398FF694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854434"/>
              </p:ext>
            </p:extLst>
          </p:nvPr>
        </p:nvGraphicFramePr>
        <p:xfrm>
          <a:off x="8273664" y="4762324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E7F5635-70D4-EA56-3389-0C223C6A1BFB}"/>
              </a:ext>
            </a:extLst>
          </p:cNvPr>
          <p:cNvSpPr/>
          <p:nvPr/>
        </p:nvSpPr>
        <p:spPr>
          <a:xfrm>
            <a:off x="8102704" y="4426087"/>
            <a:ext cx="3238934" cy="911023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B6B03D9-F695-73B7-0B35-44ABFCA9FE16}"/>
              </a:ext>
            </a:extLst>
          </p:cNvPr>
          <p:cNvSpPr txBox="1"/>
          <p:nvPr/>
        </p:nvSpPr>
        <p:spPr>
          <a:xfrm>
            <a:off x="9186563" y="4270969"/>
            <a:ext cx="1071216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C917F-BA54-9EBC-A264-40E991DDF20C}"/>
              </a:ext>
            </a:extLst>
          </p:cNvPr>
          <p:cNvCxnSpPr>
            <a:cxnSpLocks/>
          </p:cNvCxnSpPr>
          <p:nvPr/>
        </p:nvCxnSpPr>
        <p:spPr>
          <a:xfrm>
            <a:off x="10039733" y="3146899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4FAB020-BA18-61ED-EEE5-D945B73D9F81}"/>
              </a:ext>
            </a:extLst>
          </p:cNvPr>
          <p:cNvSpPr/>
          <p:nvPr/>
        </p:nvSpPr>
        <p:spPr>
          <a:xfrm>
            <a:off x="10468073" y="30148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678DDFD-BFDD-3951-3DE3-CE5887CF255D}"/>
              </a:ext>
            </a:extLst>
          </p:cNvPr>
          <p:cNvSpPr/>
          <p:nvPr/>
        </p:nvSpPr>
        <p:spPr>
          <a:xfrm>
            <a:off x="10468073" y="3669167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3D7BD4C-3DEA-9109-2CBB-54336D5DE751}"/>
              </a:ext>
            </a:extLst>
          </p:cNvPr>
          <p:cNvSpPr/>
          <p:nvPr/>
        </p:nvSpPr>
        <p:spPr>
          <a:xfrm>
            <a:off x="10468073" y="476742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DACD58-DB5D-B196-9E16-A6334C9E0F12}"/>
              </a:ext>
            </a:extLst>
          </p:cNvPr>
          <p:cNvSpPr txBox="1"/>
          <p:nvPr/>
        </p:nvSpPr>
        <p:spPr>
          <a:xfrm>
            <a:off x="10443654" y="3019941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7CB4B-587B-FE53-8A0B-C6A60FFA99FA}"/>
              </a:ext>
            </a:extLst>
          </p:cNvPr>
          <p:cNvSpPr txBox="1"/>
          <p:nvPr/>
        </p:nvSpPr>
        <p:spPr>
          <a:xfrm>
            <a:off x="10432642" y="3674268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2E0D60-1E2D-DE8B-1FE2-6260C00ACF7A}"/>
              </a:ext>
            </a:extLst>
          </p:cNvPr>
          <p:cNvSpPr txBox="1"/>
          <p:nvPr/>
        </p:nvSpPr>
        <p:spPr>
          <a:xfrm>
            <a:off x="10432642" y="477252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D36EFA-570F-A045-66DE-818F56404B4A}"/>
              </a:ext>
            </a:extLst>
          </p:cNvPr>
          <p:cNvSpPr txBox="1"/>
          <p:nvPr/>
        </p:nvSpPr>
        <p:spPr>
          <a:xfrm>
            <a:off x="10399746" y="267166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37B4EC-F04D-62DC-F707-A29B82F9D523}"/>
              </a:ext>
            </a:extLst>
          </p:cNvPr>
          <p:cNvCxnSpPr>
            <a:cxnSpLocks/>
          </p:cNvCxnSpPr>
          <p:nvPr/>
        </p:nvCxnSpPr>
        <p:spPr>
          <a:xfrm>
            <a:off x="10039733" y="3801226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B57997D-8007-8ABF-9AA9-E29703295A25}"/>
              </a:ext>
            </a:extLst>
          </p:cNvPr>
          <p:cNvCxnSpPr>
            <a:cxnSpLocks/>
          </p:cNvCxnSpPr>
          <p:nvPr/>
        </p:nvCxnSpPr>
        <p:spPr>
          <a:xfrm>
            <a:off x="10039733" y="489948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3014D-7944-72D9-5B0F-563FE39F7D00}"/>
              </a:ext>
            </a:extLst>
          </p:cNvPr>
          <p:cNvSpPr txBox="1"/>
          <p:nvPr/>
        </p:nvSpPr>
        <p:spPr>
          <a:xfrm>
            <a:off x="4409270" y="62975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</p:spTree>
    <p:extLst>
      <p:ext uri="{BB962C8B-B14F-4D97-AF65-F5344CB8AC3E}">
        <p14:creationId xmlns:p14="http://schemas.microsoft.com/office/powerpoint/2010/main" val="351311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A247-F5AE-1C36-5CF4-47453595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56BBFED5-0832-3D9A-3A57-14B4BC30E991}"/>
              </a:ext>
            </a:extLst>
          </p:cNvPr>
          <p:cNvSpPr/>
          <p:nvPr/>
        </p:nvSpPr>
        <p:spPr>
          <a:xfrm>
            <a:off x="0" y="2468364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4B4570-DA8C-1A00-1A2C-637B0296542A}"/>
              </a:ext>
            </a:extLst>
          </p:cNvPr>
          <p:cNvSpPr/>
          <p:nvPr/>
        </p:nvSpPr>
        <p:spPr>
          <a:xfrm>
            <a:off x="428753" y="1478646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32B55DE-B49E-621D-D363-2C1E1C431A24}"/>
              </a:ext>
            </a:extLst>
          </p:cNvPr>
          <p:cNvSpPr txBox="1"/>
          <p:nvPr/>
        </p:nvSpPr>
        <p:spPr>
          <a:xfrm>
            <a:off x="1332605" y="47426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97F72C6-DF4D-AA9E-31FD-7D7938258C42}"/>
              </a:ext>
            </a:extLst>
          </p:cNvPr>
          <p:cNvGrpSpPr/>
          <p:nvPr/>
        </p:nvGrpSpPr>
        <p:grpSpPr>
          <a:xfrm>
            <a:off x="2244324" y="248048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1BE7FD3-1C08-B326-7320-A02C16EC3492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CA1DE0-C225-8F13-2BD6-360AFD5DC3CF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0E9D00F-58A6-F21A-9191-3A3A77A2C62E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39C5712-86D3-AD74-7667-0D2FDF60BDE6}"/>
              </a:ext>
            </a:extLst>
          </p:cNvPr>
          <p:cNvSpPr/>
          <p:nvPr/>
        </p:nvSpPr>
        <p:spPr>
          <a:xfrm>
            <a:off x="608286" y="257134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23788-FAE5-8B69-EBA4-643436869E1B}"/>
              </a:ext>
            </a:extLst>
          </p:cNvPr>
          <p:cNvSpPr txBox="1"/>
          <p:nvPr/>
        </p:nvSpPr>
        <p:spPr>
          <a:xfrm>
            <a:off x="1286371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6A6A10-5F3B-9C0A-5557-612AE9FDF1BA}"/>
              </a:ext>
            </a:extLst>
          </p:cNvPr>
          <p:cNvSpPr txBox="1"/>
          <p:nvPr/>
        </p:nvSpPr>
        <p:spPr>
          <a:xfrm>
            <a:off x="603942" y="408784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573F464-AF00-3E59-A3B4-9110B155A8B4}"/>
              </a:ext>
            </a:extLst>
          </p:cNvPr>
          <p:cNvGrpSpPr/>
          <p:nvPr/>
        </p:nvGrpSpPr>
        <p:grpSpPr>
          <a:xfrm>
            <a:off x="2145609" y="219678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AE0D59C-E8E9-5DE3-B977-1581213D5901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F425F6A-4C9D-74E3-986F-4B39E3584A7D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F677A97-0E77-3747-902B-1B899D747FF4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717401A3-DBE4-7785-5F8B-3AED58B5C36F}"/>
              </a:ext>
            </a:extLst>
          </p:cNvPr>
          <p:cNvSpPr/>
          <p:nvPr/>
        </p:nvSpPr>
        <p:spPr>
          <a:xfrm>
            <a:off x="814558" y="346788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88885489-9286-8ED6-EDC9-8517171B7BF8}"/>
              </a:ext>
            </a:extLst>
          </p:cNvPr>
          <p:cNvSpPr/>
          <p:nvPr/>
        </p:nvSpPr>
        <p:spPr>
          <a:xfrm>
            <a:off x="1616929" y="337938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6511012B-2ADB-9034-70A1-ACA3183219ED}"/>
              </a:ext>
            </a:extLst>
          </p:cNvPr>
          <p:cNvSpPr/>
          <p:nvPr/>
        </p:nvSpPr>
        <p:spPr>
          <a:xfrm>
            <a:off x="1239836" y="363130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72D2904-1419-93A0-7078-704B0CD98EEF}"/>
              </a:ext>
            </a:extLst>
          </p:cNvPr>
          <p:cNvSpPr/>
          <p:nvPr/>
        </p:nvSpPr>
        <p:spPr>
          <a:xfrm>
            <a:off x="1636015" y="294040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2257D341-10DA-DBFE-F249-DE972DFC0EE6}"/>
              </a:ext>
            </a:extLst>
          </p:cNvPr>
          <p:cNvSpPr/>
          <p:nvPr/>
        </p:nvSpPr>
        <p:spPr>
          <a:xfrm>
            <a:off x="732324" y="294680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25CE1-DFE2-2236-7313-EA07CF818B8A}"/>
              </a:ext>
            </a:extLst>
          </p:cNvPr>
          <p:cNvSpPr txBox="1"/>
          <p:nvPr/>
        </p:nvSpPr>
        <p:spPr>
          <a:xfrm>
            <a:off x="1568528" y="299336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FBAEA-9D83-3720-DE7E-83729D048718}"/>
              </a:ext>
            </a:extLst>
          </p:cNvPr>
          <p:cNvSpPr txBox="1"/>
          <p:nvPr/>
        </p:nvSpPr>
        <p:spPr>
          <a:xfrm>
            <a:off x="1541357" y="342726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1BB9C-F19D-6F45-3CA7-9D488520FB1A}"/>
              </a:ext>
            </a:extLst>
          </p:cNvPr>
          <p:cNvSpPr txBox="1"/>
          <p:nvPr/>
        </p:nvSpPr>
        <p:spPr>
          <a:xfrm>
            <a:off x="1166251" y="366638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9A281E-25D8-0593-F945-47590B2095FC}"/>
              </a:ext>
            </a:extLst>
          </p:cNvPr>
          <p:cNvSpPr txBox="1"/>
          <p:nvPr/>
        </p:nvSpPr>
        <p:spPr>
          <a:xfrm>
            <a:off x="734956" y="350732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6BE57-A02C-CB4E-AD6B-EF8F0B9247CE}"/>
              </a:ext>
            </a:extLst>
          </p:cNvPr>
          <p:cNvSpPr txBox="1"/>
          <p:nvPr/>
        </p:nvSpPr>
        <p:spPr>
          <a:xfrm>
            <a:off x="685540" y="301363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51B3DC3C-4FB2-6558-E965-5047ADF4D9BB}"/>
              </a:ext>
            </a:extLst>
          </p:cNvPr>
          <p:cNvSpPr/>
          <p:nvPr/>
        </p:nvSpPr>
        <p:spPr>
          <a:xfrm>
            <a:off x="1176105" y="273298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EF9E42-5CD8-0A97-0548-C8DAFDCECEA5}"/>
              </a:ext>
            </a:extLst>
          </p:cNvPr>
          <p:cNvSpPr txBox="1"/>
          <p:nvPr/>
        </p:nvSpPr>
        <p:spPr>
          <a:xfrm>
            <a:off x="1129321" y="279981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733CF2-A063-53E5-9A75-38BF2D5B2AE4}"/>
              </a:ext>
            </a:extLst>
          </p:cNvPr>
          <p:cNvGrpSpPr/>
          <p:nvPr/>
        </p:nvGrpSpPr>
        <p:grpSpPr>
          <a:xfrm>
            <a:off x="2900065" y="201330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C950979-D0A0-09F6-DF8F-23C2C1EF1210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73588FEF-2B44-B7A4-C6AD-A9642E0D2CD2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242FB7C-1C2C-2FEF-62B6-66373A0B20D9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29FD4239-71E1-6C8E-FF45-EDEFC2974FE2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32827C-CFC4-5A87-8238-3C9FDFACD38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DD1C0F-1297-EE66-A1AC-2382B7A33F03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6836F20-A903-8DB8-017A-BE21F5845560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C8D8080-A684-0258-32D6-72BE2D19BFBC}"/>
              </a:ext>
            </a:extLst>
          </p:cNvPr>
          <p:cNvGrpSpPr/>
          <p:nvPr/>
        </p:nvGrpSpPr>
        <p:grpSpPr>
          <a:xfrm>
            <a:off x="2900065" y="296336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E6E25E3-85E5-D46B-9289-00D4881018F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451A38E9-2F20-EADE-5D94-315A7A7E79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1CC6D67F-B58B-82B3-4C9A-C85BA1A25352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9275283F-98F8-1821-0F3B-194E4627CE0B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4484D86-1C84-EE5E-CEC9-3045A90226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E1238C9-FBBA-A2CE-EFCA-4C150F110D21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0E25ED8-665B-6BA1-C8C5-8923192370F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A946404-AD71-279C-655C-4861A8A3F3C8}"/>
              </a:ext>
            </a:extLst>
          </p:cNvPr>
          <p:cNvGrpSpPr/>
          <p:nvPr/>
        </p:nvGrpSpPr>
        <p:grpSpPr>
          <a:xfrm>
            <a:off x="2900065" y="391342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3E2EBBB-4331-358A-6F5B-4F3E6DF54CD1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371BDFB-DCB2-5CB7-AB27-57F0CCC78E34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3047BBF9-C23F-219B-20DE-4A5A9DF2658D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10351E53-31A6-285D-AF45-1178E24B72F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C9647F6-CAC7-6D14-6626-5C4C9F32C3E9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20B6919-4121-7E63-8065-7CA7739F28E9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29A09CB-B3AD-0039-FBD4-278149EFD44C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30E0EA9-EBDD-14AF-3ED3-8186B0469364}"/>
              </a:ext>
            </a:extLst>
          </p:cNvPr>
          <p:cNvSpPr/>
          <p:nvPr/>
        </p:nvSpPr>
        <p:spPr>
          <a:xfrm>
            <a:off x="752687" y="470565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F1B3F060-941B-E35B-C5E0-DD29C8EE8E3D}"/>
              </a:ext>
            </a:extLst>
          </p:cNvPr>
          <p:cNvSpPr/>
          <p:nvPr/>
        </p:nvSpPr>
        <p:spPr>
          <a:xfrm rot="7639531">
            <a:off x="1810852" y="477412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390B1D4E-9E6F-335C-0C90-05D5725D7A70}"/>
              </a:ext>
            </a:extLst>
          </p:cNvPr>
          <p:cNvSpPr/>
          <p:nvPr/>
        </p:nvSpPr>
        <p:spPr>
          <a:xfrm rot="18409040">
            <a:off x="1207230" y="48107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4523988D-DA39-2003-89F6-DF2904D86D60}"/>
              </a:ext>
            </a:extLst>
          </p:cNvPr>
          <p:cNvSpPr/>
          <p:nvPr/>
        </p:nvSpPr>
        <p:spPr>
          <a:xfrm>
            <a:off x="838512" y="490348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A6D78-E31B-5040-2864-A76AD0041FF8}"/>
              </a:ext>
            </a:extLst>
          </p:cNvPr>
          <p:cNvSpPr txBox="1"/>
          <p:nvPr/>
        </p:nvSpPr>
        <p:spPr>
          <a:xfrm>
            <a:off x="820920" y="500761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5CB607E-7423-DEBF-CFC4-066C3AEFD8D5}"/>
              </a:ext>
            </a:extLst>
          </p:cNvPr>
          <p:cNvSpPr/>
          <p:nvPr/>
        </p:nvSpPr>
        <p:spPr>
          <a:xfrm rot="3190960" flipV="1">
            <a:off x="1074488" y="484426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43FF686-A6DE-CC42-4A49-4066A9CBAAC3}"/>
              </a:ext>
            </a:extLst>
          </p:cNvPr>
          <p:cNvCxnSpPr>
            <a:cxnSpLocks/>
          </p:cNvCxnSpPr>
          <p:nvPr/>
        </p:nvCxnSpPr>
        <p:spPr>
          <a:xfrm flipV="1">
            <a:off x="1231331" y="513746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EA4464-8F26-8DB1-AD83-55D19537FC0F}"/>
              </a:ext>
            </a:extLst>
          </p:cNvPr>
          <p:cNvSpPr txBox="1"/>
          <p:nvPr/>
        </p:nvSpPr>
        <p:spPr>
          <a:xfrm>
            <a:off x="1422337" y="502990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F867FC-44C1-EF07-238C-E21CA1A6944D}"/>
              </a:ext>
            </a:extLst>
          </p:cNvPr>
          <p:cNvSpPr txBox="1"/>
          <p:nvPr/>
        </p:nvSpPr>
        <p:spPr>
          <a:xfrm>
            <a:off x="1193196" y="529363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5F5E703-9B63-E862-C0C9-3321677F121A}"/>
              </a:ext>
            </a:extLst>
          </p:cNvPr>
          <p:cNvSpPr/>
          <p:nvPr/>
        </p:nvSpPr>
        <p:spPr>
          <a:xfrm>
            <a:off x="8161467" y="1478646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709B50-72F7-9B56-B0C0-E36B111DF045}"/>
              </a:ext>
            </a:extLst>
          </p:cNvPr>
          <p:cNvSpPr txBox="1"/>
          <p:nvPr/>
        </p:nvSpPr>
        <p:spPr>
          <a:xfrm>
            <a:off x="9212490" y="1533247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19C47561-9A09-731B-20B5-ED04123FCB14}"/>
              </a:ext>
            </a:extLst>
          </p:cNvPr>
          <p:cNvSpPr/>
          <p:nvPr/>
        </p:nvSpPr>
        <p:spPr>
          <a:xfrm>
            <a:off x="8289911" y="1993265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828A2891-F2F8-84A5-0728-D2287F18D029}"/>
              </a:ext>
            </a:extLst>
          </p:cNvPr>
          <p:cNvSpPr/>
          <p:nvPr/>
        </p:nvSpPr>
        <p:spPr>
          <a:xfrm>
            <a:off x="8396370" y="2449535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4D25D05-31BC-C57E-5081-5D6E6CFFBFA6}"/>
              </a:ext>
            </a:extLst>
          </p:cNvPr>
          <p:cNvSpPr txBox="1"/>
          <p:nvPr/>
        </p:nvSpPr>
        <p:spPr>
          <a:xfrm>
            <a:off x="9581351" y="24991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A5D3EAD4-4B16-EC4B-8753-34A29255694E}"/>
              </a:ext>
            </a:extLst>
          </p:cNvPr>
          <p:cNvSpPr/>
          <p:nvPr/>
        </p:nvSpPr>
        <p:spPr>
          <a:xfrm>
            <a:off x="9841534" y="2601867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47AF2B08-9946-CD7F-3F68-6F8531C73715}"/>
              </a:ext>
            </a:extLst>
          </p:cNvPr>
          <p:cNvSpPr/>
          <p:nvPr/>
        </p:nvSpPr>
        <p:spPr>
          <a:xfrm>
            <a:off x="8396370" y="306119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548964-3C63-84D6-06BA-955A9896B50F}"/>
              </a:ext>
            </a:extLst>
          </p:cNvPr>
          <p:cNvSpPr txBox="1"/>
          <p:nvPr/>
        </p:nvSpPr>
        <p:spPr>
          <a:xfrm>
            <a:off x="9581351" y="31107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02D0647-BAB1-5B9E-1C3A-4221D1A85A46}"/>
              </a:ext>
            </a:extLst>
          </p:cNvPr>
          <p:cNvSpPr/>
          <p:nvPr/>
        </p:nvSpPr>
        <p:spPr>
          <a:xfrm>
            <a:off x="9841534" y="3213522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10BAB5F-32F1-F9E7-2EC1-2596F6D34CBB}"/>
              </a:ext>
            </a:extLst>
          </p:cNvPr>
          <p:cNvSpPr txBox="1"/>
          <p:nvPr/>
        </p:nvSpPr>
        <p:spPr>
          <a:xfrm>
            <a:off x="9491696" y="1838307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A43BE9-8360-DF7C-FF32-063CD5F00631}"/>
              </a:ext>
            </a:extLst>
          </p:cNvPr>
          <p:cNvSpPr/>
          <p:nvPr/>
        </p:nvSpPr>
        <p:spPr>
          <a:xfrm>
            <a:off x="8396370" y="427374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6D1908F-449C-230E-A9A3-94C3D7865F87}"/>
              </a:ext>
            </a:extLst>
          </p:cNvPr>
          <p:cNvSpPr txBox="1"/>
          <p:nvPr/>
        </p:nvSpPr>
        <p:spPr>
          <a:xfrm>
            <a:off x="9581351" y="43233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E3E9010D-7477-EB1C-5386-BFFA629FA5EA}"/>
              </a:ext>
            </a:extLst>
          </p:cNvPr>
          <p:cNvSpPr/>
          <p:nvPr/>
        </p:nvSpPr>
        <p:spPr>
          <a:xfrm>
            <a:off x="9841534" y="4426080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90583CC3-B680-8A32-2184-5AD0525D14A1}"/>
              </a:ext>
            </a:extLst>
          </p:cNvPr>
          <p:cNvSpPr/>
          <p:nvPr/>
        </p:nvSpPr>
        <p:spPr>
          <a:xfrm>
            <a:off x="8308444" y="3982345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2D8A2CC-DFBC-1B8D-C564-9657B6CDBC91}"/>
              </a:ext>
            </a:extLst>
          </p:cNvPr>
          <p:cNvSpPr txBox="1"/>
          <p:nvPr/>
        </p:nvSpPr>
        <p:spPr>
          <a:xfrm>
            <a:off x="9392303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B4CA63E-8D57-2DD3-CA9B-2BEB0F6AB7D9}"/>
              </a:ext>
            </a:extLst>
          </p:cNvPr>
          <p:cNvCxnSpPr>
            <a:cxnSpLocks/>
          </p:cNvCxnSpPr>
          <p:nvPr/>
        </p:nvCxnSpPr>
        <p:spPr>
          <a:xfrm>
            <a:off x="10214993" y="2683782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B9A3013-F459-E6BB-84BB-D99599F05DBD}"/>
              </a:ext>
            </a:extLst>
          </p:cNvPr>
          <p:cNvSpPr/>
          <p:nvPr/>
        </p:nvSpPr>
        <p:spPr>
          <a:xfrm>
            <a:off x="10643332" y="255172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3E6D93D3-EA9D-282F-DC40-CCA4F6941F9D}"/>
              </a:ext>
            </a:extLst>
          </p:cNvPr>
          <p:cNvSpPr/>
          <p:nvPr/>
        </p:nvSpPr>
        <p:spPr>
          <a:xfrm>
            <a:off x="10643332" y="316337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0EFB748C-F79B-0FE6-7DDC-3AA1C1908E1F}"/>
              </a:ext>
            </a:extLst>
          </p:cNvPr>
          <p:cNvSpPr/>
          <p:nvPr/>
        </p:nvSpPr>
        <p:spPr>
          <a:xfrm>
            <a:off x="10643332" y="43759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49DC0F-C511-E215-4B8F-C02BF04932AB}"/>
              </a:ext>
            </a:extLst>
          </p:cNvPr>
          <p:cNvSpPr txBox="1"/>
          <p:nvPr/>
        </p:nvSpPr>
        <p:spPr>
          <a:xfrm>
            <a:off x="10618913" y="2556824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D91172-1768-A4AD-604F-F4AD698DA54E}"/>
              </a:ext>
            </a:extLst>
          </p:cNvPr>
          <p:cNvSpPr txBox="1"/>
          <p:nvPr/>
        </p:nvSpPr>
        <p:spPr>
          <a:xfrm>
            <a:off x="10607901" y="3168479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8DAB6F-63A4-BE27-692F-91E048C86840}"/>
              </a:ext>
            </a:extLst>
          </p:cNvPr>
          <p:cNvSpPr txBox="1"/>
          <p:nvPr/>
        </p:nvSpPr>
        <p:spPr>
          <a:xfrm>
            <a:off x="10607901" y="4381037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408498-BB09-3DDD-19E8-5242130E5639}"/>
              </a:ext>
            </a:extLst>
          </p:cNvPr>
          <p:cNvSpPr txBox="1"/>
          <p:nvPr/>
        </p:nvSpPr>
        <p:spPr>
          <a:xfrm>
            <a:off x="10575006" y="2214643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D7292F0-5C4D-E0B3-9E8D-AFA16F63F153}"/>
              </a:ext>
            </a:extLst>
          </p:cNvPr>
          <p:cNvCxnSpPr>
            <a:cxnSpLocks/>
          </p:cNvCxnSpPr>
          <p:nvPr/>
        </p:nvCxnSpPr>
        <p:spPr>
          <a:xfrm>
            <a:off x="10214993" y="329543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23F63BB-79C0-4ADF-E3F8-7BCD716A28A0}"/>
              </a:ext>
            </a:extLst>
          </p:cNvPr>
          <p:cNvCxnSpPr>
            <a:cxnSpLocks/>
          </p:cNvCxnSpPr>
          <p:nvPr/>
        </p:nvCxnSpPr>
        <p:spPr>
          <a:xfrm>
            <a:off x="10214993" y="450799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BE5CA7E-F610-FC2C-1C44-8D7B5EEACAA1}"/>
              </a:ext>
            </a:extLst>
          </p:cNvPr>
          <p:cNvSpPr txBox="1"/>
          <p:nvPr/>
        </p:nvSpPr>
        <p:spPr>
          <a:xfrm>
            <a:off x="4409270" y="630219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B103CC1-B547-806F-34D1-B98CDCF75226}"/>
              </a:ext>
            </a:extLst>
          </p:cNvPr>
          <p:cNvSpPr/>
          <p:nvPr/>
        </p:nvSpPr>
        <p:spPr>
          <a:xfrm>
            <a:off x="4280472" y="1478646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80D703-F20E-F6F1-388C-8D77CA68DED2}"/>
              </a:ext>
            </a:extLst>
          </p:cNvPr>
          <p:cNvSpPr txBox="1"/>
          <p:nvPr/>
        </p:nvSpPr>
        <p:spPr>
          <a:xfrm>
            <a:off x="5152728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3E739EAD-5D5A-0D92-EDA9-60CE58AFCA69}"/>
              </a:ext>
            </a:extLst>
          </p:cNvPr>
          <p:cNvSpPr/>
          <p:nvPr/>
        </p:nvSpPr>
        <p:spPr>
          <a:xfrm>
            <a:off x="4549065" y="453026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F74082B6-2A73-0CF7-662B-12DF534D0294}"/>
              </a:ext>
            </a:extLst>
          </p:cNvPr>
          <p:cNvGraphicFramePr>
            <a:graphicFrameLocks noGrp="1"/>
          </p:cNvGraphicFramePr>
          <p:nvPr/>
        </p:nvGraphicFramePr>
        <p:xfrm>
          <a:off x="6824828" y="312095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47B8072F-4EF1-586E-4037-5E0C099BF212}"/>
              </a:ext>
            </a:extLst>
          </p:cNvPr>
          <p:cNvSpPr/>
          <p:nvPr/>
        </p:nvSpPr>
        <p:spPr>
          <a:xfrm rot="18582686">
            <a:off x="4921299" y="260492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D8483276-5E51-33E1-361D-5287967BC2FE}"/>
              </a:ext>
            </a:extLst>
          </p:cNvPr>
          <p:cNvSpPr/>
          <p:nvPr/>
        </p:nvSpPr>
        <p:spPr>
          <a:xfrm rot="2839795" flipV="1">
            <a:off x="5465976" y="274135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B12FDD8F-59D0-A6CA-9D65-E32E492D8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847" y="2606956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554C045-C237-5B9B-9488-E8EAD959EF2F}"/>
              </a:ext>
            </a:extLst>
          </p:cNvPr>
          <p:cNvCxnSpPr>
            <a:cxnSpLocks/>
          </p:cNvCxnSpPr>
          <p:nvPr/>
        </p:nvCxnSpPr>
        <p:spPr>
          <a:xfrm>
            <a:off x="6000028" y="2163064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B333D088-097B-C722-8268-F42BB43E191C}"/>
              </a:ext>
            </a:extLst>
          </p:cNvPr>
          <p:cNvCxnSpPr>
            <a:cxnSpLocks/>
          </p:cNvCxnSpPr>
          <p:nvPr/>
        </p:nvCxnSpPr>
        <p:spPr>
          <a:xfrm>
            <a:off x="6135282" y="229841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33AEFCF2-71BE-AC37-3EB3-578B25E1EBF3}"/>
              </a:ext>
            </a:extLst>
          </p:cNvPr>
          <p:cNvCxnSpPr>
            <a:cxnSpLocks/>
          </p:cNvCxnSpPr>
          <p:nvPr/>
        </p:nvCxnSpPr>
        <p:spPr>
          <a:xfrm>
            <a:off x="6369597" y="218592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8505D99-9543-8AA3-9884-FB9C9F70A219}"/>
              </a:ext>
            </a:extLst>
          </p:cNvPr>
          <p:cNvCxnSpPr>
            <a:cxnSpLocks/>
          </p:cNvCxnSpPr>
          <p:nvPr/>
        </p:nvCxnSpPr>
        <p:spPr>
          <a:xfrm>
            <a:off x="5989233" y="2447832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DA6938C-6D66-1CD7-167D-F56E29B94943}"/>
              </a:ext>
            </a:extLst>
          </p:cNvPr>
          <p:cNvCxnSpPr>
            <a:cxnSpLocks/>
          </p:cNvCxnSpPr>
          <p:nvPr/>
        </p:nvCxnSpPr>
        <p:spPr>
          <a:xfrm>
            <a:off x="6000028" y="286404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8BE2AFD-6E59-8F36-CC09-3DB0590E80A4}"/>
              </a:ext>
            </a:extLst>
          </p:cNvPr>
          <p:cNvCxnSpPr>
            <a:cxnSpLocks/>
          </p:cNvCxnSpPr>
          <p:nvPr/>
        </p:nvCxnSpPr>
        <p:spPr>
          <a:xfrm>
            <a:off x="6068607" y="306925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35B131E3-097D-A6FE-24E6-D04C2F43B781}"/>
              </a:ext>
            </a:extLst>
          </p:cNvPr>
          <p:cNvCxnSpPr>
            <a:cxnSpLocks/>
          </p:cNvCxnSpPr>
          <p:nvPr/>
        </p:nvCxnSpPr>
        <p:spPr>
          <a:xfrm>
            <a:off x="6369597" y="288690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0EF02D86-EC0B-05F3-2E7D-A091ECFE23D8}"/>
              </a:ext>
            </a:extLst>
          </p:cNvPr>
          <p:cNvCxnSpPr>
            <a:cxnSpLocks/>
          </p:cNvCxnSpPr>
          <p:nvPr/>
        </p:nvCxnSpPr>
        <p:spPr>
          <a:xfrm>
            <a:off x="5989233" y="314880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8EC13292-0E47-DF4B-32C9-4AB3DA39EB48}"/>
              </a:ext>
            </a:extLst>
          </p:cNvPr>
          <p:cNvCxnSpPr>
            <a:cxnSpLocks/>
          </p:cNvCxnSpPr>
          <p:nvPr/>
        </p:nvCxnSpPr>
        <p:spPr>
          <a:xfrm>
            <a:off x="6000028" y="32145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52A63DDD-708E-F248-7A2D-F66F962A6D50}"/>
              </a:ext>
            </a:extLst>
          </p:cNvPr>
          <p:cNvCxnSpPr>
            <a:cxnSpLocks/>
          </p:cNvCxnSpPr>
          <p:nvPr/>
        </p:nvCxnSpPr>
        <p:spPr>
          <a:xfrm>
            <a:off x="6068607" y="3419741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5F1ACD9-DA9B-8F4C-070B-659A725C2DEE}"/>
              </a:ext>
            </a:extLst>
          </p:cNvPr>
          <p:cNvCxnSpPr>
            <a:cxnSpLocks/>
          </p:cNvCxnSpPr>
          <p:nvPr/>
        </p:nvCxnSpPr>
        <p:spPr>
          <a:xfrm>
            <a:off x="6135282" y="33498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269807C-A768-BFE1-1028-1228EA466C0F}"/>
              </a:ext>
            </a:extLst>
          </p:cNvPr>
          <p:cNvCxnSpPr>
            <a:cxnSpLocks/>
          </p:cNvCxnSpPr>
          <p:nvPr/>
        </p:nvCxnSpPr>
        <p:spPr>
          <a:xfrm>
            <a:off x="6369597" y="32373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AC209650-CA2D-B68C-7F2E-005BD264C02C}"/>
              </a:ext>
            </a:extLst>
          </p:cNvPr>
          <p:cNvCxnSpPr>
            <a:cxnSpLocks/>
          </p:cNvCxnSpPr>
          <p:nvPr/>
        </p:nvCxnSpPr>
        <p:spPr>
          <a:xfrm>
            <a:off x="5989233" y="34992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C1B86AD-CF76-B6E2-0820-54B448242AA6}"/>
              </a:ext>
            </a:extLst>
          </p:cNvPr>
          <p:cNvCxnSpPr>
            <a:cxnSpLocks/>
          </p:cNvCxnSpPr>
          <p:nvPr/>
        </p:nvCxnSpPr>
        <p:spPr>
          <a:xfrm>
            <a:off x="6000028" y="2513552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B4D5E23-0E26-CCEC-3D62-783184B34834}"/>
              </a:ext>
            </a:extLst>
          </p:cNvPr>
          <p:cNvCxnSpPr>
            <a:cxnSpLocks/>
          </p:cNvCxnSpPr>
          <p:nvPr/>
        </p:nvCxnSpPr>
        <p:spPr>
          <a:xfrm>
            <a:off x="6068607" y="2718765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5F954F7C-6EB1-F2C7-651A-7E35956A9735}"/>
              </a:ext>
            </a:extLst>
          </p:cNvPr>
          <p:cNvCxnSpPr>
            <a:cxnSpLocks/>
          </p:cNvCxnSpPr>
          <p:nvPr/>
        </p:nvCxnSpPr>
        <p:spPr>
          <a:xfrm>
            <a:off x="6135282" y="26489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2F1BA9A-0128-054E-C68A-4DB6C76CEA65}"/>
              </a:ext>
            </a:extLst>
          </p:cNvPr>
          <p:cNvCxnSpPr>
            <a:cxnSpLocks/>
          </p:cNvCxnSpPr>
          <p:nvPr/>
        </p:nvCxnSpPr>
        <p:spPr>
          <a:xfrm>
            <a:off x="6369597" y="25364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A4550C5-BCA7-96F9-F34D-767289C31A58}"/>
              </a:ext>
            </a:extLst>
          </p:cNvPr>
          <p:cNvCxnSpPr>
            <a:cxnSpLocks/>
          </p:cNvCxnSpPr>
          <p:nvPr/>
        </p:nvCxnSpPr>
        <p:spPr>
          <a:xfrm>
            <a:off x="6301017" y="266361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8040D5E-F147-108A-1578-C84BFD6930A8}"/>
              </a:ext>
            </a:extLst>
          </p:cNvPr>
          <p:cNvCxnSpPr>
            <a:cxnSpLocks/>
          </p:cNvCxnSpPr>
          <p:nvPr/>
        </p:nvCxnSpPr>
        <p:spPr>
          <a:xfrm>
            <a:off x="5989233" y="2798320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6EBD8DED-DA3E-49C2-87EF-F14275F63CA2}"/>
              </a:ext>
            </a:extLst>
          </p:cNvPr>
          <p:cNvSpPr/>
          <p:nvPr/>
        </p:nvSpPr>
        <p:spPr>
          <a:xfrm>
            <a:off x="6594768" y="218846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FA3F2FC-706B-F0CE-C24C-5ECE1F0BCB2D}"/>
              </a:ext>
            </a:extLst>
          </p:cNvPr>
          <p:cNvCxnSpPr>
            <a:cxnSpLocks/>
          </p:cNvCxnSpPr>
          <p:nvPr/>
        </p:nvCxnSpPr>
        <p:spPr>
          <a:xfrm>
            <a:off x="7022231" y="247390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E0A7466E-EA36-B21F-0D7E-BEB1CC097CB7}"/>
              </a:ext>
            </a:extLst>
          </p:cNvPr>
          <p:cNvCxnSpPr>
            <a:cxnSpLocks/>
          </p:cNvCxnSpPr>
          <p:nvPr/>
        </p:nvCxnSpPr>
        <p:spPr>
          <a:xfrm>
            <a:off x="7090810" y="267911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3B6EFA2-A96B-1BA9-FC80-5064FB0A0F78}"/>
              </a:ext>
            </a:extLst>
          </p:cNvPr>
          <p:cNvCxnSpPr>
            <a:cxnSpLocks/>
          </p:cNvCxnSpPr>
          <p:nvPr/>
        </p:nvCxnSpPr>
        <p:spPr>
          <a:xfrm>
            <a:off x="7157485" y="260924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E3C38B6B-95E0-44F5-B79E-95E085470CFD}"/>
              </a:ext>
            </a:extLst>
          </p:cNvPr>
          <p:cNvCxnSpPr>
            <a:cxnSpLocks/>
          </p:cNvCxnSpPr>
          <p:nvPr/>
        </p:nvCxnSpPr>
        <p:spPr>
          <a:xfrm>
            <a:off x="7391800" y="249676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0665EF7D-0459-D9F4-5D9C-7C723D032018}"/>
              </a:ext>
            </a:extLst>
          </p:cNvPr>
          <p:cNvCxnSpPr>
            <a:cxnSpLocks/>
          </p:cNvCxnSpPr>
          <p:nvPr/>
        </p:nvCxnSpPr>
        <p:spPr>
          <a:xfrm flipH="1">
            <a:off x="7018020" y="2765679"/>
            <a:ext cx="68580" cy="35496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E6D409C8-6198-5D9B-4A1D-657235A22A87}"/>
              </a:ext>
            </a:extLst>
          </p:cNvPr>
          <p:cNvCxnSpPr>
            <a:cxnSpLocks/>
          </p:cNvCxnSpPr>
          <p:nvPr/>
        </p:nvCxnSpPr>
        <p:spPr>
          <a:xfrm>
            <a:off x="7158990" y="2763774"/>
            <a:ext cx="318770" cy="35687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56B2D69-1355-C374-D62A-0E34350787D9}"/>
              </a:ext>
            </a:extLst>
          </p:cNvPr>
          <p:cNvCxnSpPr>
            <a:cxnSpLocks/>
          </p:cNvCxnSpPr>
          <p:nvPr/>
        </p:nvCxnSpPr>
        <p:spPr>
          <a:xfrm>
            <a:off x="7395210" y="2761869"/>
            <a:ext cx="316230" cy="35877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C29BA9D1-D52B-5522-1E97-A279E9DEAC67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31246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813144D1-43FA-C548-6731-92AE807ED669}"/>
              </a:ext>
            </a:extLst>
          </p:cNvPr>
          <p:cNvCxnSpPr>
            <a:cxnSpLocks/>
          </p:cNvCxnSpPr>
          <p:nvPr/>
        </p:nvCxnSpPr>
        <p:spPr>
          <a:xfrm>
            <a:off x="6058126" y="492031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C0225DD-7738-93E0-185C-56EE5A71C72C}"/>
              </a:ext>
            </a:extLst>
          </p:cNvPr>
          <p:cNvCxnSpPr>
            <a:cxnSpLocks/>
          </p:cNvCxnSpPr>
          <p:nvPr/>
        </p:nvCxnSpPr>
        <p:spPr>
          <a:xfrm>
            <a:off x="6058126" y="430523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1B28A26E-6FAA-391F-D97D-B942AA1266A4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2546622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31C74B30-AB47-DA83-C39A-8AF96F2C21A8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315827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D50E5F69-2C16-A3E6-DACD-BAE04ED0BD55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37083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7C4A8FF9-08F4-9199-1D99-0C7AB1780602}"/>
              </a:ext>
            </a:extLst>
          </p:cNvPr>
          <p:cNvSpPr/>
          <p:nvPr/>
        </p:nvSpPr>
        <p:spPr>
          <a:xfrm>
            <a:off x="4543985" y="264471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1DBD09-31BA-6FB2-4C74-F43356A1CD3F}"/>
              </a:ext>
            </a:extLst>
          </p:cNvPr>
          <p:cNvSpPr/>
          <p:nvPr/>
        </p:nvSpPr>
        <p:spPr>
          <a:xfrm>
            <a:off x="4465271" y="1993265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871FC-649F-2A5E-0662-6EF4923E3927}"/>
              </a:ext>
            </a:extLst>
          </p:cNvPr>
          <p:cNvSpPr txBox="1"/>
          <p:nvPr/>
        </p:nvSpPr>
        <p:spPr>
          <a:xfrm>
            <a:off x="5670661" y="1838307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00260C-194B-C4DD-08B0-B3D19774D6FD}"/>
              </a:ext>
            </a:extLst>
          </p:cNvPr>
          <p:cNvSpPr/>
          <p:nvPr/>
        </p:nvSpPr>
        <p:spPr>
          <a:xfrm>
            <a:off x="4465272" y="3982345"/>
            <a:ext cx="3374401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B1F0D5-39D3-6121-8ED8-435B74EC4179}"/>
              </a:ext>
            </a:extLst>
          </p:cNvPr>
          <p:cNvSpPr txBox="1"/>
          <p:nvPr/>
        </p:nvSpPr>
        <p:spPr>
          <a:xfrm>
            <a:off x="5616864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372C475F-F12A-472D-D02F-9812E75E6EA6}"/>
              </a:ext>
            </a:extLst>
          </p:cNvPr>
          <p:cNvSpPr/>
          <p:nvPr/>
        </p:nvSpPr>
        <p:spPr>
          <a:xfrm rot="18582686">
            <a:off x="4926379" y="449106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4B55190A-73F1-2394-21A3-5ED17FA2FA94}"/>
              </a:ext>
            </a:extLst>
          </p:cNvPr>
          <p:cNvSpPr/>
          <p:nvPr/>
        </p:nvSpPr>
        <p:spPr>
          <a:xfrm rot="2839795" flipV="1">
            <a:off x="5471056" y="462749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A4436C63-803B-786C-7845-F4DBE3F41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8927" y="449250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310FE54-5058-6982-B8A2-1AC3B876819C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92934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A99DB1B-7D2D-BF43-4C01-E937396C9297}"/>
              </a:ext>
            </a:extLst>
          </p:cNvPr>
          <p:cNvSpPr/>
          <p:nvPr/>
        </p:nvSpPr>
        <p:spPr>
          <a:xfrm>
            <a:off x="8396370" y="4885229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3D1D66-D211-0A84-B52E-D3F792F6FA02}"/>
              </a:ext>
            </a:extLst>
          </p:cNvPr>
          <p:cNvSpPr txBox="1"/>
          <p:nvPr/>
        </p:nvSpPr>
        <p:spPr>
          <a:xfrm>
            <a:off x="9581351" y="49348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B918C5B6-C875-83BA-8079-F43B29F6721D}"/>
              </a:ext>
            </a:extLst>
          </p:cNvPr>
          <p:cNvSpPr/>
          <p:nvPr/>
        </p:nvSpPr>
        <p:spPr>
          <a:xfrm>
            <a:off x="9841534" y="5037561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61F982C-1FFF-8E1E-75E4-52E93D413361}"/>
              </a:ext>
            </a:extLst>
          </p:cNvPr>
          <p:cNvSpPr/>
          <p:nvPr/>
        </p:nvSpPr>
        <p:spPr>
          <a:xfrm>
            <a:off x="10643332" y="4987417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66823D-5934-E65C-97A9-5738B9116595}"/>
              </a:ext>
            </a:extLst>
          </p:cNvPr>
          <p:cNvSpPr txBox="1"/>
          <p:nvPr/>
        </p:nvSpPr>
        <p:spPr>
          <a:xfrm>
            <a:off x="10607901" y="4992518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B938867-15C1-D3A8-60F3-B5BCF1C3ED82}"/>
              </a:ext>
            </a:extLst>
          </p:cNvPr>
          <p:cNvCxnSpPr>
            <a:cxnSpLocks/>
          </p:cNvCxnSpPr>
          <p:nvPr/>
        </p:nvCxnSpPr>
        <p:spPr>
          <a:xfrm>
            <a:off x="10214993" y="5119476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ED57D5A6-5D6B-170F-BB09-A3F9B1470B03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98231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E037711-78D7-A8BB-115B-E14515115083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0" y="4583430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166679A-6EAC-91D5-3BA0-152D67AD68CF}"/>
              </a:ext>
            </a:extLst>
          </p:cNvPr>
          <p:cNvSpPr/>
          <p:nvPr/>
        </p:nvSpPr>
        <p:spPr>
          <a:xfrm>
            <a:off x="7004685" y="431166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AC502-5ACD-E0E0-B466-DBEB640CA86C}"/>
              </a:ext>
            </a:extLst>
          </p:cNvPr>
          <p:cNvSpPr/>
          <p:nvPr/>
        </p:nvSpPr>
        <p:spPr>
          <a:xfrm>
            <a:off x="6886575" y="492888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7263BC5-A76E-D766-C988-AD9940F29D3C}"/>
              </a:ext>
            </a:extLst>
          </p:cNvPr>
          <p:cNvSpPr/>
          <p:nvPr/>
        </p:nvSpPr>
        <p:spPr>
          <a:xfrm>
            <a:off x="7000875" y="492888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289A0F7-AE9D-B319-2EBB-9EDC81BEC127}"/>
              </a:ext>
            </a:extLst>
          </p:cNvPr>
          <p:cNvSpPr/>
          <p:nvPr/>
        </p:nvSpPr>
        <p:spPr>
          <a:xfrm>
            <a:off x="7587615" y="4930789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0AEF2C6-94B9-1B87-8F7B-1E36A9515407}"/>
              </a:ext>
            </a:extLst>
          </p:cNvPr>
          <p:cNvCxnSpPr>
            <a:cxnSpLocks/>
          </p:cNvCxnSpPr>
          <p:nvPr/>
        </p:nvCxnSpPr>
        <p:spPr>
          <a:xfrm>
            <a:off x="6196540" y="5143861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F8033E3A-F568-E681-8B0F-05B0F6C80B3E}"/>
              </a:ext>
            </a:extLst>
          </p:cNvPr>
          <p:cNvCxnSpPr>
            <a:cxnSpLocks/>
          </p:cNvCxnSpPr>
          <p:nvPr/>
        </p:nvCxnSpPr>
        <p:spPr>
          <a:xfrm>
            <a:off x="6254340" y="5055663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C6EB44DA-1FA6-E924-5829-170AFC0DF4ED}"/>
              </a:ext>
            </a:extLst>
          </p:cNvPr>
          <p:cNvCxnSpPr>
            <a:cxnSpLocks/>
          </p:cNvCxnSpPr>
          <p:nvPr/>
        </p:nvCxnSpPr>
        <p:spPr>
          <a:xfrm>
            <a:off x="6323555" y="4943175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DF7411D3-7727-FA38-FBA9-302C168C7CB5}"/>
              </a:ext>
            </a:extLst>
          </p:cNvPr>
          <p:cNvCxnSpPr>
            <a:cxnSpLocks/>
          </p:cNvCxnSpPr>
          <p:nvPr/>
        </p:nvCxnSpPr>
        <p:spPr>
          <a:xfrm>
            <a:off x="6254974" y="444058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321D0F8-CC15-D700-9EDE-D559F1AA8F2C}"/>
              </a:ext>
            </a:extLst>
          </p:cNvPr>
          <p:cNvCxnSpPr>
            <a:cxnSpLocks/>
          </p:cNvCxnSpPr>
          <p:nvPr/>
        </p:nvCxnSpPr>
        <p:spPr>
          <a:xfrm>
            <a:off x="6323555" y="432809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CB6062D4-C0E4-4B1B-0FC3-E4A65D2D5E38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5" y="4585335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E2D8BF53-5C4D-6FD1-05A2-A5DC4EA4ABB8}"/>
              </a:ext>
            </a:extLst>
          </p:cNvPr>
          <p:cNvSpPr/>
          <p:nvPr/>
        </p:nvSpPr>
        <p:spPr>
          <a:xfrm>
            <a:off x="7585710" y="431166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3B1B466A-507D-BBD2-1999-4CE65114AF2D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0" y="5200650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9A62FB18-4EFF-B834-3F99-284164269EB5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0" y="5200650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5024A04-6EA5-8D06-084B-33DE02078DF8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0" y="5202190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8EAD9F-6E3F-1027-6206-943DD15C225C}"/>
              </a:ext>
            </a:extLst>
          </p:cNvPr>
          <p:cNvCxnSpPr>
            <a:cxnSpLocks/>
          </p:cNvCxnSpPr>
          <p:nvPr/>
        </p:nvCxnSpPr>
        <p:spPr>
          <a:xfrm>
            <a:off x="6047331" y="459000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3F91C610-0E86-723A-B1C3-5824F0AFF501}"/>
              </a:ext>
            </a:extLst>
          </p:cNvPr>
          <p:cNvCxnSpPr>
            <a:cxnSpLocks/>
          </p:cNvCxnSpPr>
          <p:nvPr/>
        </p:nvCxnSpPr>
        <p:spPr>
          <a:xfrm>
            <a:off x="6047331" y="520508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D5D4E60-4ABB-65D0-E49B-E20DF31552BB}"/>
              </a:ext>
            </a:extLst>
          </p:cNvPr>
          <p:cNvCxnSpPr>
            <a:cxnSpLocks/>
          </p:cNvCxnSpPr>
          <p:nvPr/>
        </p:nvCxnSpPr>
        <p:spPr>
          <a:xfrm>
            <a:off x="7011436" y="275866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77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220</Words>
  <Application>Microsoft Office PowerPoint</Application>
  <PresentationFormat>Widescreen</PresentationFormat>
  <Paragraphs>119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Cambria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21</cp:revision>
  <dcterms:created xsi:type="dcterms:W3CDTF">2024-03-03T20:53:48Z</dcterms:created>
  <dcterms:modified xsi:type="dcterms:W3CDTF">2025-01-31T16:14:13Z</dcterms:modified>
</cp:coreProperties>
</file>