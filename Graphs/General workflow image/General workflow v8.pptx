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5" r:id="rId2"/>
    <p:sldId id="28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P model" id="{1B42616A-2B09-4BA8-A4B2-CD3BE1E7681C}">
          <p14:sldIdLst>
            <p14:sldId id="265"/>
          </p14:sldIdLst>
        </p14:section>
        <p14:section name="CNL model" id="{83EE92EA-3E31-4A7D-93A5-0ED36B90E84F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3838"/>
    <a:srgbClr val="F2BE00"/>
    <a:srgbClr val="333F50"/>
    <a:srgbClr val="BAFDB1"/>
    <a:srgbClr val="86B4E6"/>
    <a:srgbClr val="767171"/>
    <a:srgbClr val="A6A6A6"/>
    <a:srgbClr val="000000"/>
    <a:srgbClr val="FFBC15"/>
    <a:srgbClr val="DEA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72" autoAdjust="0"/>
    <p:restoredTop sz="95172" autoAdjust="0"/>
  </p:normalViewPr>
  <p:slideViewPr>
    <p:cSldViewPr snapToGrid="0">
      <p:cViewPr>
        <p:scale>
          <a:sx n="125" d="100"/>
          <a:sy n="125" d="100"/>
        </p:scale>
        <p:origin x="-1594" y="-165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253B01-EE6D-4CBE-BDF8-35F5AB9D69BD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82D7BF-320F-4243-B682-510A319824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583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33E52-901C-73DA-5B16-7697F3F3F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F321D0-BE67-38DD-9623-82AE1B591B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A625A4-0A6D-21B1-7859-57017ECD01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5E420-C97B-2D87-D5F3-2C40DECBE8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2D7BF-320F-4243-B682-510A3198240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383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BBBD3-068D-D6E0-D67D-EB05586DE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E01E5C-3E58-6BA8-139E-C4B725160F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EADCD6-6C85-4949-4D28-EEE60996B4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AD21B8-3DE4-6582-F674-0FA0BBC837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2D7BF-320F-4243-B682-510A3198240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65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979FD-96A7-9B9F-B35A-3B063EE54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C47C1A-ED01-D200-1BC1-B88598C78C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FDC1A-6FC7-4C05-751A-9E391BC7F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B12E2-00F2-7B9C-7839-1B56D43C9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3DE88-3486-340E-C885-4A40DA496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781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166CC-2D7D-0F5E-F28E-81CEA5961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02512-1688-1F4E-A230-A09637A02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54D82-E06F-D52A-D39C-F50D4E251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BAD47-0725-30F3-B6BC-28E7D769D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A3366-4C46-6DDA-A713-935845BFC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355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E284E-BEB5-E113-3F8D-99A0B2F96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BD5EE-8211-2016-0B9C-1F5F22500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84C95-F237-3F6F-A3D7-3D6204299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F915C-1DB5-2119-73A4-C5EC015D7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36307-8EC1-8665-66A2-DB7B7E0DB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495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C416F-749D-EADC-920A-821C0B2A3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9161D-D36D-54AE-02B5-9327DECA6C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8A1CFA-F218-8DED-1FC1-3B46B3F7A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E43EC8-F4A6-78B4-B470-FB823CD92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5F465-B688-6111-60EC-4B595D6EE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A62660-F739-5E12-AA5E-8ADBE9205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685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568CC-9411-DEA9-70D8-8C2ADE385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205C6-6BA1-9D79-6579-3D2E9AF3E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046625-A833-438A-461F-F42D8F4EFE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976EC8-F778-14DA-1F02-E63354DDD7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E6B121-89AE-692A-B1BF-4C00A5EB33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446E63-9AFB-9D15-8EBC-E60B717D0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FABA1D-9B93-7503-CDF9-56B7475F4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0142CC-39E4-A7A4-6DE7-E91F4E09A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493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27D5D-1E24-56B9-80B6-9A07317C8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F8FDF8-4F2A-A1F0-D02B-66D0CE58B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D6DD8A-26F0-BE54-E16F-CDA1113E5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E470E9-C236-4507-16D0-3708149A1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477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54A956-4453-3C55-4741-B8B78754B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9220EA-A76F-97B9-ABAA-AC5DDD36D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93076-7C43-3266-F905-7F4477550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728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F0B60-1917-D8AA-9C8D-B8FBA0F6D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641E7-07DC-C035-9AA8-0B5E9D412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B2DE17-0636-7B52-4B0D-811EA1FFDD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0AB7E7-6DCD-4867-2C79-BE7062B12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BFB0FA-BEBB-CEF4-7D4C-7DE607D6F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FD5BA0-8122-81C1-24B3-E48BBD2B9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242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21070-A4D1-FC2E-4A20-C66413AD0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7B1D00-6F79-24C4-77B6-29D550FFFC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FF9E5C-1031-096D-4F11-47CC5D47C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41CBB8-FE18-BCED-E875-4C39E1BDB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8C50BA-67CB-065B-4E60-D4437BA2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9ACF2-612F-54B7-04B2-814C511EE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322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223DE-9BE5-F757-3150-FCC0C7472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E4E4A9-5442-281E-3A3D-FDEE4DB0B0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1F116-B39E-3365-B88E-3DA1D5F6B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2B4E3-222C-9B09-5A46-89500E429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7186D-5466-2D8C-AE7E-0E724BA06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325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B41867-0C66-6B4B-1144-B5745DA710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B4CCBB-021D-CFD3-7D22-C3F2DB3E5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732D0-E20B-D2AB-0371-036136EA1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E2800-39B5-F9E0-D1B4-3B6881E8E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94B06-9EBC-A638-339F-85A5FF117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764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C2504F-E239-B38D-1E9F-3A92A7845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886BC-1910-FF8B-22BB-880209F60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83DC3-5E24-B7BA-7D00-A585349B41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36430-1C1C-F5D9-19D6-F546FD153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998EB-5F56-0A9A-F0E8-3BFA325394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392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D2370-8D69-BC8A-A908-5AD67F0C7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Arrow: Chevron 57">
            <a:extLst>
              <a:ext uri="{FF2B5EF4-FFF2-40B4-BE49-F238E27FC236}">
                <a16:creationId xmlns:a16="http://schemas.microsoft.com/office/drawing/2014/main" id="{1E79C6DE-CA7D-C064-6F2E-5F1811FC2EC0}"/>
              </a:ext>
            </a:extLst>
          </p:cNvPr>
          <p:cNvSpPr/>
          <p:nvPr/>
        </p:nvSpPr>
        <p:spPr>
          <a:xfrm>
            <a:off x="0" y="2454205"/>
            <a:ext cx="12192000" cy="2303244"/>
          </a:xfrm>
          <a:prstGeom prst="chevron">
            <a:avLst>
              <a:gd name="adj" fmla="val 15003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792A3DF-584A-2F43-5263-143E8FAEA182}"/>
              </a:ext>
            </a:extLst>
          </p:cNvPr>
          <p:cNvSpPr/>
          <p:nvPr/>
        </p:nvSpPr>
        <p:spPr>
          <a:xfrm>
            <a:off x="4546046" y="1988377"/>
            <a:ext cx="3099908" cy="3234900"/>
          </a:xfrm>
          <a:prstGeom prst="roundRect">
            <a:avLst>
              <a:gd name="adj" fmla="val 4189"/>
            </a:avLst>
          </a:prstGeom>
          <a:solidFill>
            <a:srgbClr val="86B4E6"/>
          </a:solidFill>
          <a:ln w="28575">
            <a:solidFill>
              <a:schemeClr val="accent1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C41476-19DF-B989-29E7-2773FBAB4DD7}"/>
              </a:ext>
            </a:extLst>
          </p:cNvPr>
          <p:cNvSpPr txBox="1"/>
          <p:nvPr/>
        </p:nvSpPr>
        <p:spPr>
          <a:xfrm>
            <a:off x="4859649" y="2143816"/>
            <a:ext cx="2472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Fingerprint calculation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AD2313F-1306-C733-7C28-5B4031F837E1}"/>
              </a:ext>
            </a:extLst>
          </p:cNvPr>
          <p:cNvSpPr/>
          <p:nvPr/>
        </p:nvSpPr>
        <p:spPr>
          <a:xfrm>
            <a:off x="507493" y="1517827"/>
            <a:ext cx="3714725" cy="4176000"/>
          </a:xfrm>
          <a:prstGeom prst="roundRect">
            <a:avLst>
              <a:gd name="adj" fmla="val 4189"/>
            </a:avLst>
          </a:prstGeom>
          <a:solidFill>
            <a:srgbClr val="86B4E6"/>
          </a:solidFill>
          <a:ln w="28575">
            <a:solidFill>
              <a:schemeClr val="accent1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6152C44-8C50-E79E-A35F-788040BB92BD}"/>
              </a:ext>
            </a:extLst>
          </p:cNvPr>
          <p:cNvSpPr txBox="1"/>
          <p:nvPr/>
        </p:nvSpPr>
        <p:spPr>
          <a:xfrm>
            <a:off x="1411345" y="4796013"/>
            <a:ext cx="14364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Type of compound (shape)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8437E3A-6AB3-8288-E55C-741BEE44460F}"/>
              </a:ext>
            </a:extLst>
          </p:cNvPr>
          <p:cNvGrpSpPr/>
          <p:nvPr/>
        </p:nvGrpSpPr>
        <p:grpSpPr>
          <a:xfrm>
            <a:off x="2323064" y="2533827"/>
            <a:ext cx="492131" cy="1964667"/>
            <a:chOff x="2469950" y="2131480"/>
            <a:chExt cx="476140" cy="646176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4171976-19B2-1313-F036-10D63A7EDF01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131480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D0E126F-5FF7-F834-6B71-2326E8E98FB8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454568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926CD638-9E9E-F4D8-2586-F27524CB0D98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777656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10225DB7-7EFA-59EB-ABAB-B8E764E5E825}"/>
              </a:ext>
            </a:extLst>
          </p:cNvPr>
          <p:cNvSpPr/>
          <p:nvPr/>
        </p:nvSpPr>
        <p:spPr>
          <a:xfrm>
            <a:off x="687026" y="2624681"/>
            <a:ext cx="1512000" cy="151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494159-C9AF-4A61-C6D0-2AD03DFE54B8}"/>
              </a:ext>
            </a:extLst>
          </p:cNvPr>
          <p:cNvSpPr txBox="1"/>
          <p:nvPr/>
        </p:nvSpPr>
        <p:spPr>
          <a:xfrm>
            <a:off x="1365111" y="1618036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Dataset summary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91843F8C-4A37-DD6B-A2EF-DC8894394C1D}"/>
              </a:ext>
            </a:extLst>
          </p:cNvPr>
          <p:cNvGrpSpPr/>
          <p:nvPr/>
        </p:nvGrpSpPr>
        <p:grpSpPr>
          <a:xfrm>
            <a:off x="2224349" y="2250127"/>
            <a:ext cx="635782" cy="2255115"/>
            <a:chOff x="2552009" y="1611768"/>
            <a:chExt cx="635782" cy="2255115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C4CE352-C709-11C6-63B3-C5C34689BDD9}"/>
                </a:ext>
              </a:extLst>
            </p:cNvPr>
            <p:cNvSpPr txBox="1"/>
            <p:nvPr/>
          </p:nvSpPr>
          <p:spPr>
            <a:xfrm>
              <a:off x="2552009" y="1611768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Min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20DD5B1-8793-5838-A12E-4A35E4F831D4}"/>
                </a:ext>
              </a:extLst>
            </p:cNvPr>
            <p:cNvSpPr txBox="1"/>
            <p:nvPr/>
          </p:nvSpPr>
          <p:spPr>
            <a:xfrm>
              <a:off x="2552009" y="2582217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Mean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3CBD8AF-B969-09BC-79D7-FE0D144C9899}"/>
                </a:ext>
              </a:extLst>
            </p:cNvPr>
            <p:cNvSpPr txBox="1"/>
            <p:nvPr/>
          </p:nvSpPr>
          <p:spPr>
            <a:xfrm>
              <a:off x="2552009" y="3559106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Max</a:t>
              </a:r>
            </a:p>
          </p:txBody>
        </p:sp>
      </p:grpSp>
      <p:sp>
        <p:nvSpPr>
          <p:cNvPr id="9" name="Pentagon 8">
            <a:extLst>
              <a:ext uri="{FF2B5EF4-FFF2-40B4-BE49-F238E27FC236}">
                <a16:creationId xmlns:a16="http://schemas.microsoft.com/office/drawing/2014/main" id="{C1CBE4B1-6E19-D507-4DA6-27216347F7DA}"/>
              </a:ext>
            </a:extLst>
          </p:cNvPr>
          <p:cNvSpPr/>
          <p:nvPr/>
        </p:nvSpPr>
        <p:spPr>
          <a:xfrm>
            <a:off x="893298" y="3521223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entagon 9">
            <a:extLst>
              <a:ext uri="{FF2B5EF4-FFF2-40B4-BE49-F238E27FC236}">
                <a16:creationId xmlns:a16="http://schemas.microsoft.com/office/drawing/2014/main" id="{FC23530E-80F7-D525-8712-64EEB523872A}"/>
              </a:ext>
            </a:extLst>
          </p:cNvPr>
          <p:cNvSpPr/>
          <p:nvPr/>
        </p:nvSpPr>
        <p:spPr>
          <a:xfrm>
            <a:off x="1695669" y="3432726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entagon 10">
            <a:extLst>
              <a:ext uri="{FF2B5EF4-FFF2-40B4-BE49-F238E27FC236}">
                <a16:creationId xmlns:a16="http://schemas.microsoft.com/office/drawing/2014/main" id="{C856354F-F7ED-B88E-F92C-E24A850C0F82}"/>
              </a:ext>
            </a:extLst>
          </p:cNvPr>
          <p:cNvSpPr/>
          <p:nvPr/>
        </p:nvSpPr>
        <p:spPr>
          <a:xfrm>
            <a:off x="1318576" y="3684647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E573D639-27B6-BE64-029E-955FA020517C}"/>
              </a:ext>
            </a:extLst>
          </p:cNvPr>
          <p:cNvSpPr/>
          <p:nvPr/>
        </p:nvSpPr>
        <p:spPr>
          <a:xfrm>
            <a:off x="1714755" y="2993747"/>
            <a:ext cx="350520" cy="307777"/>
          </a:xfrm>
          <a:prstGeom prst="pentagon">
            <a:avLst/>
          </a:prstGeom>
          <a:solidFill>
            <a:srgbClr val="FFD9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Plaque 19">
            <a:extLst>
              <a:ext uri="{FF2B5EF4-FFF2-40B4-BE49-F238E27FC236}">
                <a16:creationId xmlns:a16="http://schemas.microsoft.com/office/drawing/2014/main" id="{F589163E-6999-0D6D-046B-2FF1D2EB2754}"/>
              </a:ext>
            </a:extLst>
          </p:cNvPr>
          <p:cNvSpPr/>
          <p:nvPr/>
        </p:nvSpPr>
        <p:spPr>
          <a:xfrm>
            <a:off x="811064" y="3000141"/>
            <a:ext cx="394642" cy="394642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DA8AFE-C258-75AE-9237-E1F940D74C08}"/>
              </a:ext>
            </a:extLst>
          </p:cNvPr>
          <p:cNvSpPr txBox="1"/>
          <p:nvPr/>
        </p:nvSpPr>
        <p:spPr>
          <a:xfrm>
            <a:off x="1647268" y="3046708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E29041-7B15-D59A-2142-BF055E51E2F1}"/>
              </a:ext>
            </a:extLst>
          </p:cNvPr>
          <p:cNvSpPr txBox="1"/>
          <p:nvPr/>
        </p:nvSpPr>
        <p:spPr>
          <a:xfrm>
            <a:off x="1620097" y="3480602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1.55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47BDF2-3423-CD25-6326-3BC1F4F0B108}"/>
              </a:ext>
            </a:extLst>
          </p:cNvPr>
          <p:cNvSpPr txBox="1"/>
          <p:nvPr/>
        </p:nvSpPr>
        <p:spPr>
          <a:xfrm>
            <a:off x="1244991" y="3719729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1.05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C9FDA1-2245-9F0C-068F-AB2D999E5363}"/>
              </a:ext>
            </a:extLst>
          </p:cNvPr>
          <p:cNvSpPr txBox="1"/>
          <p:nvPr/>
        </p:nvSpPr>
        <p:spPr>
          <a:xfrm>
            <a:off x="813696" y="3560664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1.75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BEB5C1-8C32-D4AC-B74E-694FCAE26C2E}"/>
              </a:ext>
            </a:extLst>
          </p:cNvPr>
          <p:cNvSpPr txBox="1"/>
          <p:nvPr/>
        </p:nvSpPr>
        <p:spPr>
          <a:xfrm>
            <a:off x="764280" y="3066972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</a:t>
            </a:r>
          </a:p>
        </p:txBody>
      </p:sp>
      <p:sp>
        <p:nvSpPr>
          <p:cNvPr id="23" name="Plaque 22">
            <a:extLst>
              <a:ext uri="{FF2B5EF4-FFF2-40B4-BE49-F238E27FC236}">
                <a16:creationId xmlns:a16="http://schemas.microsoft.com/office/drawing/2014/main" id="{B1EE0C09-A401-13EB-C777-B2683230CB51}"/>
              </a:ext>
            </a:extLst>
          </p:cNvPr>
          <p:cNvSpPr/>
          <p:nvPr/>
        </p:nvSpPr>
        <p:spPr>
          <a:xfrm>
            <a:off x="1254845" y="2786326"/>
            <a:ext cx="394642" cy="394642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D8FD53-9B3F-5B36-3FCE-76A8BB582421}"/>
              </a:ext>
            </a:extLst>
          </p:cNvPr>
          <p:cNvSpPr txBox="1"/>
          <p:nvPr/>
        </p:nvSpPr>
        <p:spPr>
          <a:xfrm>
            <a:off x="1208061" y="2853157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3.40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32F57EA-F72B-47D3-C3AC-A3807201AC8F}"/>
              </a:ext>
            </a:extLst>
          </p:cNvPr>
          <p:cNvGrpSpPr/>
          <p:nvPr/>
        </p:nvGrpSpPr>
        <p:grpSpPr>
          <a:xfrm>
            <a:off x="2978805" y="2066642"/>
            <a:ext cx="1080000" cy="924774"/>
            <a:chOff x="3205679" y="1361465"/>
            <a:chExt cx="1080000" cy="924774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29A5197-2761-52AE-A4C2-23226C0DBA19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Pentagon 28">
              <a:extLst>
                <a:ext uri="{FF2B5EF4-FFF2-40B4-BE49-F238E27FC236}">
                  <a16:creationId xmlns:a16="http://schemas.microsoft.com/office/drawing/2014/main" id="{6737ECB6-D0FE-154B-BE01-EF874A8C7823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Pentagon 29">
              <a:extLst>
                <a:ext uri="{FF2B5EF4-FFF2-40B4-BE49-F238E27FC236}">
                  <a16:creationId xmlns:a16="http://schemas.microsoft.com/office/drawing/2014/main" id="{DDFE272B-2E1A-E93A-1D12-6B3D1C4E40CB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Plaque 30">
              <a:extLst>
                <a:ext uri="{FF2B5EF4-FFF2-40B4-BE49-F238E27FC236}">
                  <a16:creationId xmlns:a16="http://schemas.microsoft.com/office/drawing/2014/main" id="{01911FC3-7EBD-B36C-6380-824DDEE19904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A09B0B0-8456-C446-CC3B-83480651B44D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C739BB0-4529-C40F-E211-94B68CA4D59E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1.05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113DCEC-B0BE-A3FD-6A18-9D48A19E54E1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2.90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2C5A374E-2625-EB59-6F50-054C9016EEA3}"/>
              </a:ext>
            </a:extLst>
          </p:cNvPr>
          <p:cNvGrpSpPr/>
          <p:nvPr/>
        </p:nvGrpSpPr>
        <p:grpSpPr>
          <a:xfrm>
            <a:off x="2978805" y="3016701"/>
            <a:ext cx="1080000" cy="924774"/>
            <a:chOff x="3205679" y="1361465"/>
            <a:chExt cx="1080000" cy="924774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08C999EA-2578-5C99-4352-474F691FF6AD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Pentagon 90">
              <a:extLst>
                <a:ext uri="{FF2B5EF4-FFF2-40B4-BE49-F238E27FC236}">
                  <a16:creationId xmlns:a16="http://schemas.microsoft.com/office/drawing/2014/main" id="{D5BB8497-E5B7-C138-80C3-E4BD8FAE3B25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Pentagon 91">
              <a:extLst>
                <a:ext uri="{FF2B5EF4-FFF2-40B4-BE49-F238E27FC236}">
                  <a16:creationId xmlns:a16="http://schemas.microsoft.com/office/drawing/2014/main" id="{A2020473-8180-6E00-C21D-A91463D92865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Plaque 92">
              <a:extLst>
                <a:ext uri="{FF2B5EF4-FFF2-40B4-BE49-F238E27FC236}">
                  <a16:creationId xmlns:a16="http://schemas.microsoft.com/office/drawing/2014/main" id="{357B7296-0AD8-F1E1-9B42-D73AE739974A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CCCF8831-9F25-9DA1-2CA0-2DB83F4C0E5A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7AA08FCA-93CB-77D8-D876-9E1BDFBB46C6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1.45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B4E2503A-DE31-E109-E6FC-78329F83C967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3.15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A6813FC7-528A-9F76-AAFF-518213BA8705}"/>
              </a:ext>
            </a:extLst>
          </p:cNvPr>
          <p:cNvGrpSpPr/>
          <p:nvPr/>
        </p:nvGrpSpPr>
        <p:grpSpPr>
          <a:xfrm>
            <a:off x="2978805" y="3966760"/>
            <a:ext cx="1080000" cy="924774"/>
            <a:chOff x="3205679" y="1361465"/>
            <a:chExt cx="1080000" cy="924774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77B6D442-5894-7E0F-F8F2-2510400338AB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Pentagon 98">
              <a:extLst>
                <a:ext uri="{FF2B5EF4-FFF2-40B4-BE49-F238E27FC236}">
                  <a16:creationId xmlns:a16="http://schemas.microsoft.com/office/drawing/2014/main" id="{7424E0E7-2797-17F6-714D-DCBCF6888200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Pentagon 99">
              <a:extLst>
                <a:ext uri="{FF2B5EF4-FFF2-40B4-BE49-F238E27FC236}">
                  <a16:creationId xmlns:a16="http://schemas.microsoft.com/office/drawing/2014/main" id="{E8371840-A8CF-DEEB-3178-E6DAD68AC15E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Plaque 100">
              <a:extLst>
                <a:ext uri="{FF2B5EF4-FFF2-40B4-BE49-F238E27FC236}">
                  <a16:creationId xmlns:a16="http://schemas.microsoft.com/office/drawing/2014/main" id="{722A78DF-2644-0B1B-F595-4AE5A6566C1D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39B3CEAC-8BCF-F7CC-65A8-9C91F5995EA5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14362AA8-4A16-849A-B5F3-A6741A0A180A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1.75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BAA2D3E4-01F2-2935-FF4B-F1CB364BD609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3.40</a:t>
              </a:r>
            </a:p>
          </p:txBody>
        </p:sp>
      </p:grp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9BC5FD21-CEB8-AB98-AA18-87DE64229B23}"/>
              </a:ext>
            </a:extLst>
          </p:cNvPr>
          <p:cNvSpPr/>
          <p:nvPr/>
        </p:nvSpPr>
        <p:spPr>
          <a:xfrm>
            <a:off x="831427" y="4758992"/>
            <a:ext cx="2035460" cy="8353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Gelijkbenige driehoek 51">
            <a:extLst>
              <a:ext uri="{FF2B5EF4-FFF2-40B4-BE49-F238E27FC236}">
                <a16:creationId xmlns:a16="http://schemas.microsoft.com/office/drawing/2014/main" id="{57E06743-E468-5CCD-962B-F3B7F2163DDE}"/>
              </a:ext>
            </a:extLst>
          </p:cNvPr>
          <p:cNvSpPr/>
          <p:nvPr/>
        </p:nvSpPr>
        <p:spPr>
          <a:xfrm rot="7639531">
            <a:off x="1889592" y="4827462"/>
            <a:ext cx="0" cy="0"/>
          </a:xfrm>
          <a:prstGeom prst="triangle">
            <a:avLst/>
          </a:prstGeom>
          <a:solidFill>
            <a:srgbClr val="849398">
              <a:alpha val="5000"/>
            </a:srgbClr>
          </a:solidFill>
          <a:ln w="36000">
            <a:solidFill>
              <a:srgbClr val="8493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s-ES" dirty="0">
              <a:solidFill>
                <a:srgbClr val="849398"/>
              </a:solidFill>
            </a:endParaRPr>
          </a:p>
        </p:txBody>
      </p:sp>
      <p:sp>
        <p:nvSpPr>
          <p:cNvPr id="136" name="Arc 135">
            <a:extLst>
              <a:ext uri="{FF2B5EF4-FFF2-40B4-BE49-F238E27FC236}">
                <a16:creationId xmlns:a16="http://schemas.microsoft.com/office/drawing/2014/main" id="{BD13D331-EC31-4544-BEB9-E2324C26B2E0}"/>
              </a:ext>
            </a:extLst>
          </p:cNvPr>
          <p:cNvSpPr/>
          <p:nvPr/>
        </p:nvSpPr>
        <p:spPr>
          <a:xfrm rot="18409040">
            <a:off x="1285970" y="4864073"/>
            <a:ext cx="485073" cy="601321"/>
          </a:xfrm>
          <a:prstGeom prst="arc">
            <a:avLst>
              <a:gd name="adj1" fmla="val 16200000"/>
              <a:gd name="adj2" fmla="val 19162302"/>
            </a:avLst>
          </a:prstGeom>
          <a:ln w="12700" cap="rnd">
            <a:solidFill>
              <a:schemeClr val="accent2">
                <a:lumMod val="75000"/>
              </a:schemeClr>
            </a:solidFill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Plaque 1">
            <a:extLst>
              <a:ext uri="{FF2B5EF4-FFF2-40B4-BE49-F238E27FC236}">
                <a16:creationId xmlns:a16="http://schemas.microsoft.com/office/drawing/2014/main" id="{7797555A-CA37-1264-0126-5F7225488411}"/>
              </a:ext>
            </a:extLst>
          </p:cNvPr>
          <p:cNvSpPr/>
          <p:nvPr/>
        </p:nvSpPr>
        <p:spPr>
          <a:xfrm>
            <a:off x="917252" y="4956822"/>
            <a:ext cx="469876" cy="469876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3A3BE3-7D49-BE8E-EF74-06F206BD3816}"/>
              </a:ext>
            </a:extLst>
          </p:cNvPr>
          <p:cNvSpPr txBox="1"/>
          <p:nvPr/>
        </p:nvSpPr>
        <p:spPr>
          <a:xfrm>
            <a:off x="899660" y="5060955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3.40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36A282E3-68E3-385E-0283-8D822C0FCDC6}"/>
              </a:ext>
            </a:extLst>
          </p:cNvPr>
          <p:cNvSpPr/>
          <p:nvPr/>
        </p:nvSpPr>
        <p:spPr>
          <a:xfrm rot="3190960" flipV="1">
            <a:off x="1153228" y="4897600"/>
            <a:ext cx="485073" cy="601321"/>
          </a:xfrm>
          <a:prstGeom prst="arc">
            <a:avLst>
              <a:gd name="adj1" fmla="val 16200000"/>
              <a:gd name="adj2" fmla="val 19162302"/>
            </a:avLst>
          </a:prstGeom>
          <a:ln w="12700" cap="rnd">
            <a:solidFill>
              <a:schemeClr val="accent2">
                <a:lumMod val="75000"/>
              </a:schemeClr>
            </a:solidFill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D1A9EE0-C67D-C8CE-B4A1-6C2A95451B5B}"/>
              </a:ext>
            </a:extLst>
          </p:cNvPr>
          <p:cNvCxnSpPr>
            <a:cxnSpLocks/>
          </p:cNvCxnSpPr>
          <p:nvPr/>
        </p:nvCxnSpPr>
        <p:spPr>
          <a:xfrm flipV="1">
            <a:off x="1310071" y="5190807"/>
            <a:ext cx="279554" cy="315"/>
          </a:xfrm>
          <a:prstGeom prst="straightConnector1">
            <a:avLst/>
          </a:prstGeom>
          <a:ln w="12700" cap="rnd">
            <a:solidFill>
              <a:schemeClr val="accent2">
                <a:lumMod val="75000"/>
              </a:schemeClr>
            </a:solidFill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55C45F9-E686-C5AD-7635-630853153125}"/>
              </a:ext>
            </a:extLst>
          </p:cNvPr>
          <p:cNvSpPr txBox="1"/>
          <p:nvPr/>
        </p:nvSpPr>
        <p:spPr>
          <a:xfrm>
            <a:off x="1501077" y="5083242"/>
            <a:ext cx="11495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Ionization efficiency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BDC357-025E-ADFB-FDA7-5FD38D594BF2}"/>
              </a:ext>
            </a:extLst>
          </p:cNvPr>
          <p:cNvSpPr txBox="1"/>
          <p:nvPr/>
        </p:nvSpPr>
        <p:spPr>
          <a:xfrm>
            <a:off x="1271936" y="5346970"/>
            <a:ext cx="7285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pH (colour)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9443F59-6805-5EC7-2635-37205137C5CB}"/>
              </a:ext>
            </a:extLst>
          </p:cNvPr>
          <p:cNvSpPr/>
          <p:nvPr/>
        </p:nvSpPr>
        <p:spPr>
          <a:xfrm>
            <a:off x="7955726" y="1517827"/>
            <a:ext cx="3626673" cy="4176000"/>
          </a:xfrm>
          <a:prstGeom prst="roundRect">
            <a:avLst>
              <a:gd name="adj" fmla="val 4189"/>
            </a:avLst>
          </a:prstGeom>
          <a:solidFill>
            <a:srgbClr val="86B4E6"/>
          </a:solidFill>
          <a:ln w="28575">
            <a:solidFill>
              <a:schemeClr val="accent1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47368E8-4446-DA60-3E1D-45B4798112C2}"/>
              </a:ext>
            </a:extLst>
          </p:cNvPr>
          <p:cNvSpPr txBox="1"/>
          <p:nvPr/>
        </p:nvSpPr>
        <p:spPr>
          <a:xfrm>
            <a:off x="8769318" y="1587556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Prediction</a:t>
            </a:r>
          </a:p>
        </p:txBody>
      </p:sp>
      <p:sp>
        <p:nvSpPr>
          <p:cNvPr id="40" name="Plaque 39">
            <a:extLst>
              <a:ext uri="{FF2B5EF4-FFF2-40B4-BE49-F238E27FC236}">
                <a16:creationId xmlns:a16="http://schemas.microsoft.com/office/drawing/2014/main" id="{445BCD42-B18B-F1C3-6EEC-8A7DB3FCE4AF}"/>
              </a:ext>
            </a:extLst>
          </p:cNvPr>
          <p:cNvSpPr/>
          <p:nvPr/>
        </p:nvSpPr>
        <p:spPr>
          <a:xfrm>
            <a:off x="4744635" y="4223273"/>
            <a:ext cx="504274" cy="504274"/>
          </a:xfrm>
          <a:prstGeom prst="plaque">
            <a:avLst>
              <a:gd name="adj" fmla="val 4036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A9D05FA8-D7C4-4D60-EFDA-F942C60A1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8758149"/>
              </p:ext>
            </p:extLst>
          </p:nvPr>
        </p:nvGraphicFramePr>
        <p:xfrm>
          <a:off x="6347860" y="3054999"/>
          <a:ext cx="116347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62" name="Pentagon 61">
            <a:extLst>
              <a:ext uri="{FF2B5EF4-FFF2-40B4-BE49-F238E27FC236}">
                <a16:creationId xmlns:a16="http://schemas.microsoft.com/office/drawing/2014/main" id="{5B58B5AF-8BCF-D3CB-8757-8783BB25D26C}"/>
              </a:ext>
            </a:extLst>
          </p:cNvPr>
          <p:cNvSpPr/>
          <p:nvPr/>
        </p:nvSpPr>
        <p:spPr>
          <a:xfrm>
            <a:off x="4744635" y="2966015"/>
            <a:ext cx="504274" cy="504274"/>
          </a:xfrm>
          <a:prstGeom prst="pentagon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C96AD060-B1EE-1FDA-996D-E4D2B70259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125238"/>
              </p:ext>
            </p:extLst>
          </p:nvPr>
        </p:nvGraphicFramePr>
        <p:xfrm>
          <a:off x="6347860" y="4286941"/>
          <a:ext cx="116347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5" name="Arc 4">
            <a:extLst>
              <a:ext uri="{FF2B5EF4-FFF2-40B4-BE49-F238E27FC236}">
                <a16:creationId xmlns:a16="http://schemas.microsoft.com/office/drawing/2014/main" id="{C656B3AA-D03C-D124-4931-23BBE1056143}"/>
              </a:ext>
            </a:extLst>
          </p:cNvPr>
          <p:cNvSpPr/>
          <p:nvPr/>
        </p:nvSpPr>
        <p:spPr>
          <a:xfrm rot="18582686">
            <a:off x="5169008" y="4128155"/>
            <a:ext cx="545544" cy="500428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2281AA41-88DE-63CF-FAC9-BB7A73458952}"/>
              </a:ext>
            </a:extLst>
          </p:cNvPr>
          <p:cNvSpPr/>
          <p:nvPr/>
        </p:nvSpPr>
        <p:spPr>
          <a:xfrm rot="2839795" flipV="1">
            <a:off x="5887589" y="4277891"/>
            <a:ext cx="545544" cy="500428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3" name="Graphic 66" descr="Checklist with solid fill">
            <a:extLst>
              <a:ext uri="{FF2B5EF4-FFF2-40B4-BE49-F238E27FC236}">
                <a16:creationId xmlns:a16="http://schemas.microsoft.com/office/drawing/2014/main" id="{3B7704B8-42D4-D0D6-5BB2-76744217B757}"/>
              </a:ext>
            </a:extLst>
          </p:cNvPr>
          <p:cNvGrpSpPr/>
          <p:nvPr/>
        </p:nvGrpSpPr>
        <p:grpSpPr>
          <a:xfrm>
            <a:off x="5617237" y="4222111"/>
            <a:ext cx="357729" cy="461585"/>
            <a:chOff x="5736886" y="3017958"/>
            <a:chExt cx="357729" cy="461585"/>
          </a:xfrm>
          <a:solidFill>
            <a:schemeClr val="tx2">
              <a:lumMod val="75000"/>
            </a:schemeClr>
          </a:solidFill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D9082BD-4EE6-88EA-2DAA-EA9C37EC8376}"/>
                </a:ext>
              </a:extLst>
            </p:cNvPr>
            <p:cNvSpPr/>
            <p:nvPr/>
          </p:nvSpPr>
          <p:spPr>
            <a:xfrm>
              <a:off x="5736886" y="3017958"/>
              <a:ext cx="357729" cy="461585"/>
            </a:xfrm>
            <a:custGeom>
              <a:avLst/>
              <a:gdLst>
                <a:gd name="connsiteX0" fmla="*/ 34619 w 357729"/>
                <a:gd name="connsiteY0" fmla="*/ 34619 h 461585"/>
                <a:gd name="connsiteX1" fmla="*/ 323110 w 357729"/>
                <a:gd name="connsiteY1" fmla="*/ 34619 h 461585"/>
                <a:gd name="connsiteX2" fmla="*/ 323110 w 357729"/>
                <a:gd name="connsiteY2" fmla="*/ 426967 h 461585"/>
                <a:gd name="connsiteX3" fmla="*/ 34619 w 357729"/>
                <a:gd name="connsiteY3" fmla="*/ 426967 h 461585"/>
                <a:gd name="connsiteX4" fmla="*/ 34619 w 357729"/>
                <a:gd name="connsiteY4" fmla="*/ 34619 h 461585"/>
                <a:gd name="connsiteX5" fmla="*/ 0 w 357729"/>
                <a:gd name="connsiteY5" fmla="*/ 461586 h 461585"/>
                <a:gd name="connsiteX6" fmla="*/ 357729 w 357729"/>
                <a:gd name="connsiteY6" fmla="*/ 461586 h 461585"/>
                <a:gd name="connsiteX7" fmla="*/ 357729 w 357729"/>
                <a:gd name="connsiteY7" fmla="*/ 0 h 461585"/>
                <a:gd name="connsiteX8" fmla="*/ 0 w 357729"/>
                <a:gd name="connsiteY8" fmla="*/ 0 h 461585"/>
                <a:gd name="connsiteX9" fmla="*/ 0 w 357729"/>
                <a:gd name="connsiteY9" fmla="*/ 461586 h 461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7729" h="461585">
                  <a:moveTo>
                    <a:pt x="34619" y="34619"/>
                  </a:moveTo>
                  <a:lnTo>
                    <a:pt x="323110" y="34619"/>
                  </a:lnTo>
                  <a:lnTo>
                    <a:pt x="323110" y="426967"/>
                  </a:lnTo>
                  <a:lnTo>
                    <a:pt x="34619" y="426967"/>
                  </a:lnTo>
                  <a:lnTo>
                    <a:pt x="34619" y="34619"/>
                  </a:lnTo>
                  <a:close/>
                  <a:moveTo>
                    <a:pt x="0" y="461586"/>
                  </a:moveTo>
                  <a:lnTo>
                    <a:pt x="357729" y="461586"/>
                  </a:lnTo>
                  <a:lnTo>
                    <a:pt x="357729" y="0"/>
                  </a:lnTo>
                  <a:lnTo>
                    <a:pt x="0" y="0"/>
                  </a:lnTo>
                  <a:lnTo>
                    <a:pt x="0" y="461586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ACC0FB8-29AE-FCDD-BC26-D0DC8C2B82C4}"/>
                </a:ext>
              </a:extLst>
            </p:cNvPr>
            <p:cNvSpPr/>
            <p:nvPr/>
          </p:nvSpPr>
          <p:spPr>
            <a:xfrm>
              <a:off x="5927291" y="3104505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6FDE304-93F8-E532-7D2B-0B13F82DC8A8}"/>
                </a:ext>
              </a:extLst>
            </p:cNvPr>
            <p:cNvSpPr/>
            <p:nvPr/>
          </p:nvSpPr>
          <p:spPr>
            <a:xfrm>
              <a:off x="5927291" y="3196823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9D8EEB93-11FA-3AA2-5140-26F64C21E481}"/>
                </a:ext>
              </a:extLst>
            </p:cNvPr>
            <p:cNvSpPr/>
            <p:nvPr/>
          </p:nvSpPr>
          <p:spPr>
            <a:xfrm>
              <a:off x="5927291" y="3381457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1D6535E5-B575-526E-30E4-838FDF2B589D}"/>
                </a:ext>
              </a:extLst>
            </p:cNvPr>
            <p:cNvSpPr/>
            <p:nvPr/>
          </p:nvSpPr>
          <p:spPr>
            <a:xfrm>
              <a:off x="5927291" y="3289140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14085C0-4197-44ED-AD34-A65D9ABD71E3}"/>
                </a:ext>
              </a:extLst>
            </p:cNvPr>
            <p:cNvSpPr/>
            <p:nvPr/>
          </p:nvSpPr>
          <p:spPr>
            <a:xfrm>
              <a:off x="5806124" y="3075656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F84A9E8B-D1C4-7C95-0092-FBE1728E9D88}"/>
                </a:ext>
              </a:extLst>
            </p:cNvPr>
            <p:cNvSpPr/>
            <p:nvPr/>
          </p:nvSpPr>
          <p:spPr>
            <a:xfrm>
              <a:off x="5806124" y="3167973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57AA89B-4451-E86E-DCAC-F0AB986CA731}"/>
                </a:ext>
              </a:extLst>
            </p:cNvPr>
            <p:cNvSpPr/>
            <p:nvPr/>
          </p:nvSpPr>
          <p:spPr>
            <a:xfrm>
              <a:off x="5806124" y="3260291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322F3BBD-E30A-4E38-85C4-8F59B6CDE334}"/>
                </a:ext>
              </a:extLst>
            </p:cNvPr>
            <p:cNvSpPr/>
            <p:nvPr/>
          </p:nvSpPr>
          <p:spPr>
            <a:xfrm>
              <a:off x="5806124" y="3351454"/>
              <a:ext cx="85393" cy="70391"/>
            </a:xfrm>
            <a:custGeom>
              <a:avLst/>
              <a:gdLst>
                <a:gd name="connsiteX0" fmla="*/ 85393 w 85393"/>
                <a:gd name="connsiteY0" fmla="*/ 16155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5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5" name="Arc 64">
            <a:extLst>
              <a:ext uri="{FF2B5EF4-FFF2-40B4-BE49-F238E27FC236}">
                <a16:creationId xmlns:a16="http://schemas.microsoft.com/office/drawing/2014/main" id="{03602D79-9FA5-814E-27F0-93946181E316}"/>
              </a:ext>
            </a:extLst>
          </p:cNvPr>
          <p:cNvSpPr/>
          <p:nvPr/>
        </p:nvSpPr>
        <p:spPr>
          <a:xfrm rot="18582686">
            <a:off x="5169008" y="2898818"/>
            <a:ext cx="545544" cy="500428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Arc 65">
            <a:extLst>
              <a:ext uri="{FF2B5EF4-FFF2-40B4-BE49-F238E27FC236}">
                <a16:creationId xmlns:a16="http://schemas.microsoft.com/office/drawing/2014/main" id="{3475A354-BBEB-4072-CB83-4A94E62C786C}"/>
              </a:ext>
            </a:extLst>
          </p:cNvPr>
          <p:cNvSpPr/>
          <p:nvPr/>
        </p:nvSpPr>
        <p:spPr>
          <a:xfrm rot="2839795" flipV="1">
            <a:off x="5887589" y="3048554"/>
            <a:ext cx="545544" cy="500428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7" name="Graphic 66" descr="Checklist with solid fill">
            <a:extLst>
              <a:ext uri="{FF2B5EF4-FFF2-40B4-BE49-F238E27FC236}">
                <a16:creationId xmlns:a16="http://schemas.microsoft.com/office/drawing/2014/main" id="{749479D3-86A2-19EA-890F-54DD7048D127}"/>
              </a:ext>
            </a:extLst>
          </p:cNvPr>
          <p:cNvGrpSpPr/>
          <p:nvPr/>
        </p:nvGrpSpPr>
        <p:grpSpPr>
          <a:xfrm>
            <a:off x="5617237" y="2992774"/>
            <a:ext cx="357729" cy="461585"/>
            <a:chOff x="5736886" y="3017958"/>
            <a:chExt cx="357729" cy="461585"/>
          </a:xfrm>
          <a:solidFill>
            <a:schemeClr val="tx2">
              <a:lumMod val="75000"/>
            </a:schemeClr>
          </a:solidFill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ECFD368-C785-F857-E5A1-F58D08B712DF}"/>
                </a:ext>
              </a:extLst>
            </p:cNvPr>
            <p:cNvSpPr/>
            <p:nvPr/>
          </p:nvSpPr>
          <p:spPr>
            <a:xfrm>
              <a:off x="5736886" y="3017958"/>
              <a:ext cx="357729" cy="461585"/>
            </a:xfrm>
            <a:custGeom>
              <a:avLst/>
              <a:gdLst>
                <a:gd name="connsiteX0" fmla="*/ 34619 w 357729"/>
                <a:gd name="connsiteY0" fmla="*/ 34619 h 461585"/>
                <a:gd name="connsiteX1" fmla="*/ 323110 w 357729"/>
                <a:gd name="connsiteY1" fmla="*/ 34619 h 461585"/>
                <a:gd name="connsiteX2" fmla="*/ 323110 w 357729"/>
                <a:gd name="connsiteY2" fmla="*/ 426967 h 461585"/>
                <a:gd name="connsiteX3" fmla="*/ 34619 w 357729"/>
                <a:gd name="connsiteY3" fmla="*/ 426967 h 461585"/>
                <a:gd name="connsiteX4" fmla="*/ 34619 w 357729"/>
                <a:gd name="connsiteY4" fmla="*/ 34619 h 461585"/>
                <a:gd name="connsiteX5" fmla="*/ 0 w 357729"/>
                <a:gd name="connsiteY5" fmla="*/ 461586 h 461585"/>
                <a:gd name="connsiteX6" fmla="*/ 357729 w 357729"/>
                <a:gd name="connsiteY6" fmla="*/ 461586 h 461585"/>
                <a:gd name="connsiteX7" fmla="*/ 357729 w 357729"/>
                <a:gd name="connsiteY7" fmla="*/ 0 h 461585"/>
                <a:gd name="connsiteX8" fmla="*/ 0 w 357729"/>
                <a:gd name="connsiteY8" fmla="*/ 0 h 461585"/>
                <a:gd name="connsiteX9" fmla="*/ 0 w 357729"/>
                <a:gd name="connsiteY9" fmla="*/ 461586 h 461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7729" h="461585">
                  <a:moveTo>
                    <a:pt x="34619" y="34619"/>
                  </a:moveTo>
                  <a:lnTo>
                    <a:pt x="323110" y="34619"/>
                  </a:lnTo>
                  <a:lnTo>
                    <a:pt x="323110" y="426967"/>
                  </a:lnTo>
                  <a:lnTo>
                    <a:pt x="34619" y="426967"/>
                  </a:lnTo>
                  <a:lnTo>
                    <a:pt x="34619" y="34619"/>
                  </a:lnTo>
                  <a:close/>
                  <a:moveTo>
                    <a:pt x="0" y="461586"/>
                  </a:moveTo>
                  <a:lnTo>
                    <a:pt x="357729" y="461586"/>
                  </a:lnTo>
                  <a:lnTo>
                    <a:pt x="357729" y="0"/>
                  </a:lnTo>
                  <a:lnTo>
                    <a:pt x="0" y="0"/>
                  </a:lnTo>
                  <a:lnTo>
                    <a:pt x="0" y="461586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62D84D7A-C57B-36CB-E476-D658DD1C3400}"/>
                </a:ext>
              </a:extLst>
            </p:cNvPr>
            <p:cNvSpPr/>
            <p:nvPr/>
          </p:nvSpPr>
          <p:spPr>
            <a:xfrm>
              <a:off x="5927291" y="3104505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376C582F-D7B7-A3C4-4352-7E66B966D18B}"/>
                </a:ext>
              </a:extLst>
            </p:cNvPr>
            <p:cNvSpPr/>
            <p:nvPr/>
          </p:nvSpPr>
          <p:spPr>
            <a:xfrm>
              <a:off x="5927291" y="3196823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EF8BC51-D4EA-42C2-4FB9-288EBD35FACB}"/>
                </a:ext>
              </a:extLst>
            </p:cNvPr>
            <p:cNvSpPr/>
            <p:nvPr/>
          </p:nvSpPr>
          <p:spPr>
            <a:xfrm>
              <a:off x="5927291" y="3381457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F5939523-75FB-05F3-67DC-129674BE9449}"/>
                </a:ext>
              </a:extLst>
            </p:cNvPr>
            <p:cNvSpPr/>
            <p:nvPr/>
          </p:nvSpPr>
          <p:spPr>
            <a:xfrm>
              <a:off x="5927291" y="3289140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D9F08D1-CB76-67B0-59AB-2B2584254782}"/>
                </a:ext>
              </a:extLst>
            </p:cNvPr>
            <p:cNvSpPr/>
            <p:nvPr/>
          </p:nvSpPr>
          <p:spPr>
            <a:xfrm>
              <a:off x="5806124" y="3075656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9B60CCCA-0CDA-FE76-1716-78696E33BD46}"/>
                </a:ext>
              </a:extLst>
            </p:cNvPr>
            <p:cNvSpPr/>
            <p:nvPr/>
          </p:nvSpPr>
          <p:spPr>
            <a:xfrm>
              <a:off x="5806124" y="3167973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CC0FD0F3-5DF6-BFFF-2BC3-957DAFFB878E}"/>
                </a:ext>
              </a:extLst>
            </p:cNvPr>
            <p:cNvSpPr/>
            <p:nvPr/>
          </p:nvSpPr>
          <p:spPr>
            <a:xfrm>
              <a:off x="5806124" y="3260291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FBE87DB4-8A8C-0283-A277-D9A0CF4BFE47}"/>
                </a:ext>
              </a:extLst>
            </p:cNvPr>
            <p:cNvSpPr/>
            <p:nvPr/>
          </p:nvSpPr>
          <p:spPr>
            <a:xfrm>
              <a:off x="5806124" y="3351454"/>
              <a:ext cx="85393" cy="70391"/>
            </a:xfrm>
            <a:custGeom>
              <a:avLst/>
              <a:gdLst>
                <a:gd name="connsiteX0" fmla="*/ 85393 w 85393"/>
                <a:gd name="connsiteY0" fmla="*/ 16155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5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34E521BF-5C3B-978D-59E2-AE528A90C482}"/>
              </a:ext>
            </a:extLst>
          </p:cNvPr>
          <p:cNvSpPr/>
          <p:nvPr/>
        </p:nvSpPr>
        <p:spPr>
          <a:xfrm>
            <a:off x="8106554" y="2177004"/>
            <a:ext cx="3325016" cy="2017927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07864A23-EAF6-A81C-A896-CE375EBCDA00}"/>
              </a:ext>
            </a:extLst>
          </p:cNvPr>
          <p:cNvSpPr/>
          <p:nvPr/>
        </p:nvSpPr>
        <p:spPr>
          <a:xfrm>
            <a:off x="8210485" y="2811052"/>
            <a:ext cx="1895667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23" name="Table 122">
            <a:extLst>
              <a:ext uri="{FF2B5EF4-FFF2-40B4-BE49-F238E27FC236}">
                <a16:creationId xmlns:a16="http://schemas.microsoft.com/office/drawing/2014/main" id="{AC43A223-B4B7-4D28-CCFA-C9449F88A1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849682"/>
              </p:ext>
            </p:extLst>
          </p:nvPr>
        </p:nvGraphicFramePr>
        <p:xfrm>
          <a:off x="8309224" y="2908139"/>
          <a:ext cx="116347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27" name="TextBox 126">
            <a:extLst>
              <a:ext uri="{FF2B5EF4-FFF2-40B4-BE49-F238E27FC236}">
                <a16:creationId xmlns:a16="http://schemas.microsoft.com/office/drawing/2014/main" id="{ADB07D9A-5B3F-46D9-5A3B-5BB29EF3BC5B}"/>
              </a:ext>
            </a:extLst>
          </p:cNvPr>
          <p:cNvSpPr txBox="1"/>
          <p:nvPr/>
        </p:nvSpPr>
        <p:spPr>
          <a:xfrm>
            <a:off x="9483561" y="286063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FC72EE54-EB31-9E1D-7173-D9B5111F1746}"/>
              </a:ext>
            </a:extLst>
          </p:cNvPr>
          <p:cNvSpPr/>
          <p:nvPr/>
        </p:nvSpPr>
        <p:spPr>
          <a:xfrm>
            <a:off x="8210485" y="3480619"/>
            <a:ext cx="1895667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31" name="Table 130">
            <a:extLst>
              <a:ext uri="{FF2B5EF4-FFF2-40B4-BE49-F238E27FC236}">
                <a16:creationId xmlns:a16="http://schemas.microsoft.com/office/drawing/2014/main" id="{EBC5A3A0-1BD4-5AD5-ED15-E061E6AE5C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054301"/>
              </p:ext>
            </p:extLst>
          </p:nvPr>
        </p:nvGraphicFramePr>
        <p:xfrm>
          <a:off x="8309224" y="3577706"/>
          <a:ext cx="116347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32" name="TextBox 131">
            <a:extLst>
              <a:ext uri="{FF2B5EF4-FFF2-40B4-BE49-F238E27FC236}">
                <a16:creationId xmlns:a16="http://schemas.microsoft.com/office/drawing/2014/main" id="{3532D609-E347-6931-D2B4-F3C9D80C997B}"/>
              </a:ext>
            </a:extLst>
          </p:cNvPr>
          <p:cNvSpPr txBox="1"/>
          <p:nvPr/>
        </p:nvSpPr>
        <p:spPr>
          <a:xfrm>
            <a:off x="9483561" y="35302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33" name="Cloud 132">
            <a:extLst>
              <a:ext uri="{FF2B5EF4-FFF2-40B4-BE49-F238E27FC236}">
                <a16:creationId xmlns:a16="http://schemas.microsoft.com/office/drawing/2014/main" id="{D37B09A2-A20E-4355-B7C6-87AF4E699401}"/>
              </a:ext>
            </a:extLst>
          </p:cNvPr>
          <p:cNvSpPr/>
          <p:nvPr/>
        </p:nvSpPr>
        <p:spPr>
          <a:xfrm>
            <a:off x="9766604" y="3606866"/>
            <a:ext cx="252000" cy="216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C3C99B43-F6D4-A3A1-92DA-A8F08403ED38}"/>
              </a:ext>
            </a:extLst>
          </p:cNvPr>
          <p:cNvSpPr txBox="1"/>
          <p:nvPr/>
        </p:nvSpPr>
        <p:spPr>
          <a:xfrm>
            <a:off x="9332847" y="2025403"/>
            <a:ext cx="872430" cy="307777"/>
          </a:xfrm>
          <a:prstGeom prst="rect">
            <a:avLst/>
          </a:prstGeom>
          <a:solidFill>
            <a:srgbClr val="86B4E6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Training</a:t>
            </a: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E32AE4F1-6D68-B363-D882-111E1DA355CF}"/>
              </a:ext>
            </a:extLst>
          </p:cNvPr>
          <p:cNvSpPr/>
          <p:nvPr/>
        </p:nvSpPr>
        <p:spPr>
          <a:xfrm>
            <a:off x="8210485" y="4812557"/>
            <a:ext cx="1895667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3126FB9-E331-C314-BBF7-0F283A3ABE0E}"/>
              </a:ext>
            </a:extLst>
          </p:cNvPr>
          <p:cNvSpPr txBox="1"/>
          <p:nvPr/>
        </p:nvSpPr>
        <p:spPr>
          <a:xfrm>
            <a:off x="9483561" y="486213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42" name="Cloud 141">
            <a:extLst>
              <a:ext uri="{FF2B5EF4-FFF2-40B4-BE49-F238E27FC236}">
                <a16:creationId xmlns:a16="http://schemas.microsoft.com/office/drawing/2014/main" id="{01E6D4C6-5BEC-449E-88D3-1BA5A3E6168A}"/>
              </a:ext>
            </a:extLst>
          </p:cNvPr>
          <p:cNvSpPr/>
          <p:nvPr/>
        </p:nvSpPr>
        <p:spPr>
          <a:xfrm>
            <a:off x="9766604" y="4938804"/>
            <a:ext cx="252000" cy="216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3" name="Table 142">
            <a:extLst>
              <a:ext uri="{FF2B5EF4-FFF2-40B4-BE49-F238E27FC236}">
                <a16:creationId xmlns:a16="http://schemas.microsoft.com/office/drawing/2014/main" id="{71F54073-F948-E7AC-1E61-C398FF694B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376664"/>
              </p:ext>
            </p:extLst>
          </p:nvPr>
        </p:nvGraphicFramePr>
        <p:xfrm>
          <a:off x="8309224" y="4909644"/>
          <a:ext cx="116347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4E7F5635-70D4-EA56-3389-0C223C6A1BFB}"/>
              </a:ext>
            </a:extLst>
          </p:cNvPr>
          <p:cNvSpPr/>
          <p:nvPr/>
        </p:nvSpPr>
        <p:spPr>
          <a:xfrm>
            <a:off x="8106554" y="4512447"/>
            <a:ext cx="3325016" cy="985688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CB6B03D9-F695-73B7-0B35-44ABFCA9FE16}"/>
              </a:ext>
            </a:extLst>
          </p:cNvPr>
          <p:cNvSpPr txBox="1"/>
          <p:nvPr/>
        </p:nvSpPr>
        <p:spPr>
          <a:xfrm>
            <a:off x="9233454" y="4357329"/>
            <a:ext cx="1071216" cy="307777"/>
          </a:xfrm>
          <a:prstGeom prst="rect">
            <a:avLst/>
          </a:prstGeom>
          <a:solidFill>
            <a:srgbClr val="86B4E6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Validation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CBC917F-BA54-9EBC-A264-40E991DDF20C}"/>
              </a:ext>
            </a:extLst>
          </p:cNvPr>
          <p:cNvCxnSpPr>
            <a:cxnSpLocks/>
          </p:cNvCxnSpPr>
          <p:nvPr/>
        </p:nvCxnSpPr>
        <p:spPr>
          <a:xfrm>
            <a:off x="10166733" y="3045299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54FAB020-BA18-61ED-EEE5-D945B73D9F81}"/>
              </a:ext>
            </a:extLst>
          </p:cNvPr>
          <p:cNvSpPr/>
          <p:nvPr/>
        </p:nvSpPr>
        <p:spPr>
          <a:xfrm>
            <a:off x="10595073" y="2913240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6678DDFD-BFDD-3951-3DE3-CE5887CF255D}"/>
              </a:ext>
            </a:extLst>
          </p:cNvPr>
          <p:cNvSpPr/>
          <p:nvPr/>
        </p:nvSpPr>
        <p:spPr>
          <a:xfrm>
            <a:off x="10595073" y="3582807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23D7BD4C-3DEA-9109-2CBB-54336D5DE751}"/>
              </a:ext>
            </a:extLst>
          </p:cNvPr>
          <p:cNvSpPr/>
          <p:nvPr/>
        </p:nvSpPr>
        <p:spPr>
          <a:xfrm>
            <a:off x="10595073" y="4914745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BDACD58-DB5D-B196-9E16-A6334C9E0F12}"/>
              </a:ext>
            </a:extLst>
          </p:cNvPr>
          <p:cNvSpPr txBox="1"/>
          <p:nvPr/>
        </p:nvSpPr>
        <p:spPr>
          <a:xfrm>
            <a:off x="10570654" y="2918341"/>
            <a:ext cx="7791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1.05-1.75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D97CB4B-587B-FE53-8A0B-C6A60FFA99FA}"/>
              </a:ext>
            </a:extLst>
          </p:cNvPr>
          <p:cNvSpPr txBox="1"/>
          <p:nvPr/>
        </p:nvSpPr>
        <p:spPr>
          <a:xfrm>
            <a:off x="10559642" y="3587908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A2E0D60-1E2D-DE8B-1FE2-6260C00ACF7A}"/>
              </a:ext>
            </a:extLst>
          </p:cNvPr>
          <p:cNvSpPr txBox="1"/>
          <p:nvPr/>
        </p:nvSpPr>
        <p:spPr>
          <a:xfrm>
            <a:off x="10559642" y="4919846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2.90-3.40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5037B4EC-F04D-62DC-F707-A29B82F9D523}"/>
              </a:ext>
            </a:extLst>
          </p:cNvPr>
          <p:cNvCxnSpPr>
            <a:cxnSpLocks/>
          </p:cNvCxnSpPr>
          <p:nvPr/>
        </p:nvCxnSpPr>
        <p:spPr>
          <a:xfrm>
            <a:off x="10166733" y="3714866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9B57997D-8007-8ABF-9AA9-E29703295A25}"/>
              </a:ext>
            </a:extLst>
          </p:cNvPr>
          <p:cNvCxnSpPr>
            <a:cxnSpLocks/>
          </p:cNvCxnSpPr>
          <p:nvPr/>
        </p:nvCxnSpPr>
        <p:spPr>
          <a:xfrm>
            <a:off x="10166733" y="5046804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203014D-7944-72D9-5B0F-563FE39F7D00}"/>
              </a:ext>
            </a:extLst>
          </p:cNvPr>
          <p:cNvSpPr txBox="1"/>
          <p:nvPr/>
        </p:nvSpPr>
        <p:spPr>
          <a:xfrm>
            <a:off x="4409270" y="629755"/>
            <a:ext cx="3373461" cy="5760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Known structure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41D29D8-B0D9-9022-9E45-27A31AB3A052}"/>
              </a:ext>
            </a:extLst>
          </p:cNvPr>
          <p:cNvSpPr/>
          <p:nvPr/>
        </p:nvSpPr>
        <p:spPr>
          <a:xfrm>
            <a:off x="10372510" y="2501754"/>
            <a:ext cx="1114804" cy="3044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logIE value</a:t>
            </a:r>
          </a:p>
        </p:txBody>
      </p:sp>
      <p:sp>
        <p:nvSpPr>
          <p:cNvPr id="70" name="Right Brace 69">
            <a:extLst>
              <a:ext uri="{FF2B5EF4-FFF2-40B4-BE49-F238E27FC236}">
                <a16:creationId xmlns:a16="http://schemas.microsoft.com/office/drawing/2014/main" id="{26492378-21B2-B9C0-2AC8-DE4AD423EA56}"/>
              </a:ext>
            </a:extLst>
          </p:cNvPr>
          <p:cNvSpPr/>
          <p:nvPr/>
        </p:nvSpPr>
        <p:spPr>
          <a:xfrm rot="16200000">
            <a:off x="8791148" y="2205490"/>
            <a:ext cx="198980" cy="1158237"/>
          </a:xfrm>
          <a:prstGeom prst="rightBrace">
            <a:avLst>
              <a:gd name="adj1" fmla="val 56351"/>
              <a:gd name="adj2" fmla="val 50576"/>
            </a:avLst>
          </a:prstGeom>
          <a:noFill/>
          <a:ln w="12700">
            <a:solidFill>
              <a:srgbClr val="3B38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C323266-FF58-EFEA-E730-FC88B6BEE982}"/>
              </a:ext>
            </a:extLst>
          </p:cNvPr>
          <p:cNvSpPr/>
          <p:nvPr/>
        </p:nvSpPr>
        <p:spPr>
          <a:xfrm>
            <a:off x="8448427" y="2443715"/>
            <a:ext cx="884420" cy="24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Fingerprints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8229087-06FC-38AD-2235-386A5A1902B5}"/>
              </a:ext>
            </a:extLst>
          </p:cNvPr>
          <p:cNvSpPr/>
          <p:nvPr/>
        </p:nvSpPr>
        <p:spPr>
          <a:xfrm>
            <a:off x="9782453" y="2456213"/>
            <a:ext cx="224066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pH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A67AF09-F98C-5818-4F4A-158D89416A0B}"/>
              </a:ext>
            </a:extLst>
          </p:cNvPr>
          <p:cNvCxnSpPr>
            <a:cxnSpLocks/>
            <a:endCxn id="72" idx="2"/>
          </p:cNvCxnSpPr>
          <p:nvPr/>
        </p:nvCxnSpPr>
        <p:spPr>
          <a:xfrm flipV="1">
            <a:off x="9892646" y="2702434"/>
            <a:ext cx="0" cy="337311"/>
          </a:xfrm>
          <a:prstGeom prst="straightConnector1">
            <a:avLst/>
          </a:prstGeom>
          <a:ln w="12700">
            <a:solidFill>
              <a:srgbClr val="3B3838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Cloud 127">
            <a:extLst>
              <a:ext uri="{FF2B5EF4-FFF2-40B4-BE49-F238E27FC236}">
                <a16:creationId xmlns:a16="http://schemas.microsoft.com/office/drawing/2014/main" id="{9935F7E2-6887-A229-8C11-F1D6E252927D}"/>
              </a:ext>
            </a:extLst>
          </p:cNvPr>
          <p:cNvSpPr/>
          <p:nvPr/>
        </p:nvSpPr>
        <p:spPr>
          <a:xfrm>
            <a:off x="9766604" y="2937299"/>
            <a:ext cx="252000" cy="216000"/>
          </a:xfrm>
          <a:prstGeom prst="cloud">
            <a:avLst/>
          </a:prstGeom>
          <a:solidFill>
            <a:srgbClr val="DE0000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5A9002A-1BCF-A612-9530-79ED31FCF38C}"/>
              </a:ext>
            </a:extLst>
          </p:cNvPr>
          <p:cNvSpPr/>
          <p:nvPr/>
        </p:nvSpPr>
        <p:spPr>
          <a:xfrm>
            <a:off x="5204933" y="3529823"/>
            <a:ext cx="1182336" cy="3289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Fingerprint calculation tools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60C544-6758-A906-C32D-5FAEA32E1C67}"/>
              </a:ext>
            </a:extLst>
          </p:cNvPr>
          <p:cNvSpPr/>
          <p:nvPr/>
        </p:nvSpPr>
        <p:spPr>
          <a:xfrm>
            <a:off x="6489680" y="3331433"/>
            <a:ext cx="879830" cy="3289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Molecular fingerprint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2A77367-453B-6407-BF0D-6C08050D5BE6}"/>
              </a:ext>
            </a:extLst>
          </p:cNvPr>
          <p:cNvSpPr/>
          <p:nvPr/>
        </p:nvSpPr>
        <p:spPr>
          <a:xfrm>
            <a:off x="6489680" y="4593928"/>
            <a:ext cx="879830" cy="3289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Molecular fingerprint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23CB4CC-473A-3B39-6434-9CF0FEB44993}"/>
              </a:ext>
            </a:extLst>
          </p:cNvPr>
          <p:cNvSpPr/>
          <p:nvPr/>
        </p:nvSpPr>
        <p:spPr>
          <a:xfrm>
            <a:off x="5204933" y="4761976"/>
            <a:ext cx="1182336" cy="3289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Fingerprint calculation tools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A01F8EA-E19B-E3DB-2105-5DDC279B5B51}"/>
              </a:ext>
            </a:extLst>
          </p:cNvPr>
          <p:cNvSpPr/>
          <p:nvPr/>
        </p:nvSpPr>
        <p:spPr>
          <a:xfrm>
            <a:off x="736595" y="4178021"/>
            <a:ext cx="1412862" cy="3277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Ionization efficiency Library</a:t>
            </a:r>
          </a:p>
        </p:txBody>
      </p:sp>
    </p:spTree>
    <p:extLst>
      <p:ext uri="{BB962C8B-B14F-4D97-AF65-F5344CB8AC3E}">
        <p14:creationId xmlns:p14="http://schemas.microsoft.com/office/powerpoint/2010/main" val="3513113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C81A6-11FE-70A9-EE6C-83D21E582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Arrow: Chevron 106">
            <a:extLst>
              <a:ext uri="{FF2B5EF4-FFF2-40B4-BE49-F238E27FC236}">
                <a16:creationId xmlns:a16="http://schemas.microsoft.com/office/drawing/2014/main" id="{925EAFB6-61A5-FD68-2205-C40992C1F955}"/>
              </a:ext>
            </a:extLst>
          </p:cNvPr>
          <p:cNvSpPr/>
          <p:nvPr/>
        </p:nvSpPr>
        <p:spPr>
          <a:xfrm>
            <a:off x="0" y="2468364"/>
            <a:ext cx="12192000" cy="2303244"/>
          </a:xfrm>
          <a:prstGeom prst="chevron">
            <a:avLst>
              <a:gd name="adj" fmla="val 15003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1F39CDE-E4AE-B298-5211-C7224BB53367}"/>
              </a:ext>
            </a:extLst>
          </p:cNvPr>
          <p:cNvSpPr/>
          <p:nvPr/>
        </p:nvSpPr>
        <p:spPr>
          <a:xfrm>
            <a:off x="428753" y="1478646"/>
            <a:ext cx="3714725" cy="4176000"/>
          </a:xfrm>
          <a:prstGeom prst="roundRect">
            <a:avLst>
              <a:gd name="adj" fmla="val 4189"/>
            </a:avLst>
          </a:prstGeom>
          <a:solidFill>
            <a:srgbClr val="BAFDB1"/>
          </a:solidFill>
          <a:ln w="38100">
            <a:solidFill>
              <a:srgbClr val="00B050">
                <a:alpha val="69804"/>
              </a:srgb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07F93C7D-626D-0EA8-3A87-E8D43B5011D1}"/>
              </a:ext>
            </a:extLst>
          </p:cNvPr>
          <p:cNvSpPr txBox="1"/>
          <p:nvPr/>
        </p:nvSpPr>
        <p:spPr>
          <a:xfrm>
            <a:off x="1332605" y="4742673"/>
            <a:ext cx="14364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Type of compound (shape)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5B4E3AB-72F2-4EF7-DEB7-75AC00EB9713}"/>
              </a:ext>
            </a:extLst>
          </p:cNvPr>
          <p:cNvGrpSpPr/>
          <p:nvPr/>
        </p:nvGrpSpPr>
        <p:grpSpPr>
          <a:xfrm>
            <a:off x="2244324" y="2480487"/>
            <a:ext cx="492131" cy="1964667"/>
            <a:chOff x="2469950" y="2131480"/>
            <a:chExt cx="476140" cy="646176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85351941-5B7F-6C1C-6BC7-34D4FF499375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131480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4115276-2E49-32DE-0AD7-54C0E1CB9B81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454568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8B5AA2DF-DA15-5E33-84F5-DB2458B6AF47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777656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B82AA18A-002A-DFDD-A26F-8AD7E552CCB8}"/>
              </a:ext>
            </a:extLst>
          </p:cNvPr>
          <p:cNvSpPr/>
          <p:nvPr/>
        </p:nvSpPr>
        <p:spPr>
          <a:xfrm>
            <a:off x="608286" y="2571341"/>
            <a:ext cx="1512000" cy="151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7E740B-4DEF-FD1F-DFFC-20D3B67F1D63}"/>
              </a:ext>
            </a:extLst>
          </p:cNvPr>
          <p:cNvSpPr txBox="1"/>
          <p:nvPr/>
        </p:nvSpPr>
        <p:spPr>
          <a:xfrm>
            <a:off x="1286371" y="1533247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Dataset summary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CEF0AEB6-066E-8DA6-B2D6-2D539DD037AE}"/>
              </a:ext>
            </a:extLst>
          </p:cNvPr>
          <p:cNvGrpSpPr/>
          <p:nvPr/>
        </p:nvGrpSpPr>
        <p:grpSpPr>
          <a:xfrm>
            <a:off x="2145609" y="2196787"/>
            <a:ext cx="635782" cy="2255115"/>
            <a:chOff x="2552009" y="1611768"/>
            <a:chExt cx="635782" cy="2255115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395CE1B-2ACD-E9D1-37D3-7A574E89546C}"/>
                </a:ext>
              </a:extLst>
            </p:cNvPr>
            <p:cNvSpPr txBox="1"/>
            <p:nvPr/>
          </p:nvSpPr>
          <p:spPr>
            <a:xfrm>
              <a:off x="2552009" y="1611768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Min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62ECA11-7EA4-FBFC-FF9D-587AE88E501B}"/>
                </a:ext>
              </a:extLst>
            </p:cNvPr>
            <p:cNvSpPr txBox="1"/>
            <p:nvPr/>
          </p:nvSpPr>
          <p:spPr>
            <a:xfrm>
              <a:off x="2552009" y="2582217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Mean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FA39EAA-9483-57A7-D52D-706114449038}"/>
                </a:ext>
              </a:extLst>
            </p:cNvPr>
            <p:cNvSpPr txBox="1"/>
            <p:nvPr/>
          </p:nvSpPr>
          <p:spPr>
            <a:xfrm>
              <a:off x="2552009" y="3559106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Max</a:t>
              </a:r>
            </a:p>
          </p:txBody>
        </p:sp>
      </p:grpSp>
      <p:sp>
        <p:nvSpPr>
          <p:cNvPr id="9" name="Pentagon 8">
            <a:extLst>
              <a:ext uri="{FF2B5EF4-FFF2-40B4-BE49-F238E27FC236}">
                <a16:creationId xmlns:a16="http://schemas.microsoft.com/office/drawing/2014/main" id="{458C7D4D-534C-D981-B6D8-6097E56F14FD}"/>
              </a:ext>
            </a:extLst>
          </p:cNvPr>
          <p:cNvSpPr/>
          <p:nvPr/>
        </p:nvSpPr>
        <p:spPr>
          <a:xfrm>
            <a:off x="814558" y="3467883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entagon 9">
            <a:extLst>
              <a:ext uri="{FF2B5EF4-FFF2-40B4-BE49-F238E27FC236}">
                <a16:creationId xmlns:a16="http://schemas.microsoft.com/office/drawing/2014/main" id="{74B6AF48-3D8C-34F3-57CE-DCED1B778876}"/>
              </a:ext>
            </a:extLst>
          </p:cNvPr>
          <p:cNvSpPr/>
          <p:nvPr/>
        </p:nvSpPr>
        <p:spPr>
          <a:xfrm>
            <a:off x="1616929" y="3379386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entagon 10">
            <a:extLst>
              <a:ext uri="{FF2B5EF4-FFF2-40B4-BE49-F238E27FC236}">
                <a16:creationId xmlns:a16="http://schemas.microsoft.com/office/drawing/2014/main" id="{C4A0E142-567A-A904-BD91-1422C710DA9D}"/>
              </a:ext>
            </a:extLst>
          </p:cNvPr>
          <p:cNvSpPr/>
          <p:nvPr/>
        </p:nvSpPr>
        <p:spPr>
          <a:xfrm>
            <a:off x="1239836" y="3631307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23DF39B0-4662-288E-501E-83B1626F73F6}"/>
              </a:ext>
            </a:extLst>
          </p:cNvPr>
          <p:cNvSpPr/>
          <p:nvPr/>
        </p:nvSpPr>
        <p:spPr>
          <a:xfrm>
            <a:off x="1636015" y="2940407"/>
            <a:ext cx="350520" cy="307777"/>
          </a:xfrm>
          <a:prstGeom prst="pentagon">
            <a:avLst/>
          </a:prstGeom>
          <a:solidFill>
            <a:srgbClr val="FFD9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Plaque 19">
            <a:extLst>
              <a:ext uri="{FF2B5EF4-FFF2-40B4-BE49-F238E27FC236}">
                <a16:creationId xmlns:a16="http://schemas.microsoft.com/office/drawing/2014/main" id="{C5D7B7B4-E24D-903D-7A26-C010A6DD2EBE}"/>
              </a:ext>
            </a:extLst>
          </p:cNvPr>
          <p:cNvSpPr/>
          <p:nvPr/>
        </p:nvSpPr>
        <p:spPr>
          <a:xfrm>
            <a:off x="732324" y="2946801"/>
            <a:ext cx="394642" cy="394642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BD8D37-A7B9-4563-01D4-4CF6F3319854}"/>
              </a:ext>
            </a:extLst>
          </p:cNvPr>
          <p:cNvSpPr txBox="1"/>
          <p:nvPr/>
        </p:nvSpPr>
        <p:spPr>
          <a:xfrm>
            <a:off x="1568528" y="2993368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381B5A-921F-D6B9-A8FD-3F1474659EAA}"/>
              </a:ext>
            </a:extLst>
          </p:cNvPr>
          <p:cNvSpPr txBox="1"/>
          <p:nvPr/>
        </p:nvSpPr>
        <p:spPr>
          <a:xfrm>
            <a:off x="1541357" y="3427262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1.55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F30AD2-BA6D-1231-3108-73B6F2D56EBA}"/>
              </a:ext>
            </a:extLst>
          </p:cNvPr>
          <p:cNvSpPr txBox="1"/>
          <p:nvPr/>
        </p:nvSpPr>
        <p:spPr>
          <a:xfrm>
            <a:off x="1166251" y="3666389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1.05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A601BF-D690-94FD-53D2-111BED7A8DE8}"/>
              </a:ext>
            </a:extLst>
          </p:cNvPr>
          <p:cNvSpPr txBox="1"/>
          <p:nvPr/>
        </p:nvSpPr>
        <p:spPr>
          <a:xfrm>
            <a:off x="734956" y="3507324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1.75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DF2533-B3D2-302D-C1CA-944F4929312B}"/>
              </a:ext>
            </a:extLst>
          </p:cNvPr>
          <p:cNvSpPr txBox="1"/>
          <p:nvPr/>
        </p:nvSpPr>
        <p:spPr>
          <a:xfrm>
            <a:off x="685540" y="3013632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</a:t>
            </a:r>
          </a:p>
        </p:txBody>
      </p:sp>
      <p:sp>
        <p:nvSpPr>
          <p:cNvPr id="23" name="Plaque 22">
            <a:extLst>
              <a:ext uri="{FF2B5EF4-FFF2-40B4-BE49-F238E27FC236}">
                <a16:creationId xmlns:a16="http://schemas.microsoft.com/office/drawing/2014/main" id="{7A9FE999-FFEB-8B73-2EFC-58DA3CBD582E}"/>
              </a:ext>
            </a:extLst>
          </p:cNvPr>
          <p:cNvSpPr/>
          <p:nvPr/>
        </p:nvSpPr>
        <p:spPr>
          <a:xfrm>
            <a:off x="1176105" y="2732986"/>
            <a:ext cx="394642" cy="394642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D0651E-9DF1-479F-F8C2-7FBF2B925D67}"/>
              </a:ext>
            </a:extLst>
          </p:cNvPr>
          <p:cNvSpPr txBox="1"/>
          <p:nvPr/>
        </p:nvSpPr>
        <p:spPr>
          <a:xfrm>
            <a:off x="1129321" y="2799817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3.40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DAD5529-97D9-631E-FC84-6286896F09D6}"/>
              </a:ext>
            </a:extLst>
          </p:cNvPr>
          <p:cNvGrpSpPr/>
          <p:nvPr/>
        </p:nvGrpSpPr>
        <p:grpSpPr>
          <a:xfrm>
            <a:off x="2900065" y="2013302"/>
            <a:ext cx="1080000" cy="924774"/>
            <a:chOff x="3205679" y="1361465"/>
            <a:chExt cx="1080000" cy="924774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3735F3A-9698-2E22-F705-C7847370ADDD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Pentagon 28">
              <a:extLst>
                <a:ext uri="{FF2B5EF4-FFF2-40B4-BE49-F238E27FC236}">
                  <a16:creationId xmlns:a16="http://schemas.microsoft.com/office/drawing/2014/main" id="{5ABEA6D7-24AD-455C-8221-6ED796A630F5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Pentagon 29">
              <a:extLst>
                <a:ext uri="{FF2B5EF4-FFF2-40B4-BE49-F238E27FC236}">
                  <a16:creationId xmlns:a16="http://schemas.microsoft.com/office/drawing/2014/main" id="{AF3078FE-0B3C-31D1-9633-453712E1377D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Plaque 30">
              <a:extLst>
                <a:ext uri="{FF2B5EF4-FFF2-40B4-BE49-F238E27FC236}">
                  <a16:creationId xmlns:a16="http://schemas.microsoft.com/office/drawing/2014/main" id="{4E530E23-D512-1F0E-0DD8-15C698622EFC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1438BED-9874-3904-D5B4-91BD61DA3A9F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9DD3198-0820-189C-B44A-DDEB1D88B6A7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1.05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2C3302D-3604-083F-FAC0-61E117A73BB8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2.90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5569828F-7B2D-FD6E-9C59-B0C3E491A4D8}"/>
              </a:ext>
            </a:extLst>
          </p:cNvPr>
          <p:cNvGrpSpPr/>
          <p:nvPr/>
        </p:nvGrpSpPr>
        <p:grpSpPr>
          <a:xfrm>
            <a:off x="2900065" y="2963361"/>
            <a:ext cx="1080000" cy="924774"/>
            <a:chOff x="3205679" y="1361465"/>
            <a:chExt cx="1080000" cy="924774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3DE6F4B0-C2FE-F465-07F1-45A6D0F2DEBA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Pentagon 90">
              <a:extLst>
                <a:ext uri="{FF2B5EF4-FFF2-40B4-BE49-F238E27FC236}">
                  <a16:creationId xmlns:a16="http://schemas.microsoft.com/office/drawing/2014/main" id="{F302BC0B-38B0-51AA-8198-8183AD30792E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Pentagon 91">
              <a:extLst>
                <a:ext uri="{FF2B5EF4-FFF2-40B4-BE49-F238E27FC236}">
                  <a16:creationId xmlns:a16="http://schemas.microsoft.com/office/drawing/2014/main" id="{A92CEF6B-EDBF-39B6-D12D-3026BBFB40A0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Plaque 92">
              <a:extLst>
                <a:ext uri="{FF2B5EF4-FFF2-40B4-BE49-F238E27FC236}">
                  <a16:creationId xmlns:a16="http://schemas.microsoft.com/office/drawing/2014/main" id="{7EE40256-3476-B04C-FFCF-0D499E6D9E9A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05398617-517A-D9B2-FAAD-0118A65F87FE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1E4D51D7-A565-56D1-6B19-70568D47C756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1.45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67CA18B7-31E3-639C-7ABF-DE81111FBC69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3.15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02D4CCA1-58E1-DC07-1D71-F7D65581B49E}"/>
              </a:ext>
            </a:extLst>
          </p:cNvPr>
          <p:cNvGrpSpPr/>
          <p:nvPr/>
        </p:nvGrpSpPr>
        <p:grpSpPr>
          <a:xfrm>
            <a:off x="2900065" y="3913420"/>
            <a:ext cx="1080000" cy="924774"/>
            <a:chOff x="3205679" y="1361465"/>
            <a:chExt cx="1080000" cy="924774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F54B366F-7B30-B4BE-E352-AB8A180329BC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Pentagon 98">
              <a:extLst>
                <a:ext uri="{FF2B5EF4-FFF2-40B4-BE49-F238E27FC236}">
                  <a16:creationId xmlns:a16="http://schemas.microsoft.com/office/drawing/2014/main" id="{2E5E0914-4E04-B4C9-22F1-3366E6C5432E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Pentagon 99">
              <a:extLst>
                <a:ext uri="{FF2B5EF4-FFF2-40B4-BE49-F238E27FC236}">
                  <a16:creationId xmlns:a16="http://schemas.microsoft.com/office/drawing/2014/main" id="{9521D84B-5B2D-2FE7-4C15-74E530485045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Plaque 100">
              <a:extLst>
                <a:ext uri="{FF2B5EF4-FFF2-40B4-BE49-F238E27FC236}">
                  <a16:creationId xmlns:a16="http://schemas.microsoft.com/office/drawing/2014/main" id="{F7272CFD-C998-05EE-29C6-96E893EAD3AC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A4D68FEB-2DF5-829D-AFC3-9B72E25CB895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0D1C1BE-6DBB-ED3A-EAF6-7C1E9A4F58CE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1.75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0A362621-0BA0-9AB8-6AFC-EC6CB94E0468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3.40</a:t>
              </a:r>
            </a:p>
          </p:txBody>
        </p:sp>
      </p:grp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D3C40772-E232-A57B-D5FA-5844174F0026}"/>
              </a:ext>
            </a:extLst>
          </p:cNvPr>
          <p:cNvSpPr/>
          <p:nvPr/>
        </p:nvSpPr>
        <p:spPr>
          <a:xfrm>
            <a:off x="752687" y="4705652"/>
            <a:ext cx="2035460" cy="8353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Gelijkbenige driehoek 51">
            <a:extLst>
              <a:ext uri="{FF2B5EF4-FFF2-40B4-BE49-F238E27FC236}">
                <a16:creationId xmlns:a16="http://schemas.microsoft.com/office/drawing/2014/main" id="{B51E5E6A-5651-0B08-388A-B4A4E99C88CD}"/>
              </a:ext>
            </a:extLst>
          </p:cNvPr>
          <p:cNvSpPr/>
          <p:nvPr/>
        </p:nvSpPr>
        <p:spPr>
          <a:xfrm rot="7639531">
            <a:off x="1810852" y="4774122"/>
            <a:ext cx="0" cy="0"/>
          </a:xfrm>
          <a:prstGeom prst="triangle">
            <a:avLst/>
          </a:prstGeom>
          <a:solidFill>
            <a:srgbClr val="849398">
              <a:alpha val="5000"/>
            </a:srgbClr>
          </a:solidFill>
          <a:ln w="36000">
            <a:solidFill>
              <a:srgbClr val="8493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s-ES" dirty="0">
              <a:solidFill>
                <a:srgbClr val="849398"/>
              </a:solidFill>
            </a:endParaRPr>
          </a:p>
        </p:txBody>
      </p:sp>
      <p:sp>
        <p:nvSpPr>
          <p:cNvPr id="136" name="Arc 135">
            <a:extLst>
              <a:ext uri="{FF2B5EF4-FFF2-40B4-BE49-F238E27FC236}">
                <a16:creationId xmlns:a16="http://schemas.microsoft.com/office/drawing/2014/main" id="{1445F480-0032-E615-00DE-7888B24E4D1B}"/>
              </a:ext>
            </a:extLst>
          </p:cNvPr>
          <p:cNvSpPr/>
          <p:nvPr/>
        </p:nvSpPr>
        <p:spPr>
          <a:xfrm rot="18409040">
            <a:off x="1207230" y="4810733"/>
            <a:ext cx="485073" cy="601321"/>
          </a:xfrm>
          <a:prstGeom prst="arc">
            <a:avLst>
              <a:gd name="adj1" fmla="val 16200000"/>
              <a:gd name="adj2" fmla="val 19162302"/>
            </a:avLst>
          </a:prstGeom>
          <a:ln w="12700" cap="rnd"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Plaque 1">
            <a:extLst>
              <a:ext uri="{FF2B5EF4-FFF2-40B4-BE49-F238E27FC236}">
                <a16:creationId xmlns:a16="http://schemas.microsoft.com/office/drawing/2014/main" id="{121DE4B3-2C5E-FA67-3DBD-4101EC048B89}"/>
              </a:ext>
            </a:extLst>
          </p:cNvPr>
          <p:cNvSpPr/>
          <p:nvPr/>
        </p:nvSpPr>
        <p:spPr>
          <a:xfrm>
            <a:off x="838512" y="4903482"/>
            <a:ext cx="469876" cy="469876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54178F-EF6A-5C1A-6AF4-C44AD4EBCDC5}"/>
              </a:ext>
            </a:extLst>
          </p:cNvPr>
          <p:cNvSpPr txBox="1"/>
          <p:nvPr/>
        </p:nvSpPr>
        <p:spPr>
          <a:xfrm>
            <a:off x="820920" y="5007615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3.40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B6137950-8710-B5E7-546C-CF751E68BFAA}"/>
              </a:ext>
            </a:extLst>
          </p:cNvPr>
          <p:cNvSpPr/>
          <p:nvPr/>
        </p:nvSpPr>
        <p:spPr>
          <a:xfrm rot="3190960" flipV="1">
            <a:off x="1074488" y="4844260"/>
            <a:ext cx="485073" cy="601321"/>
          </a:xfrm>
          <a:prstGeom prst="arc">
            <a:avLst>
              <a:gd name="adj1" fmla="val 16200000"/>
              <a:gd name="adj2" fmla="val 19162302"/>
            </a:avLst>
          </a:prstGeom>
          <a:ln w="12700" cap="rnd"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3C56317-E41D-533C-FF6A-2966E4960A8F}"/>
              </a:ext>
            </a:extLst>
          </p:cNvPr>
          <p:cNvCxnSpPr>
            <a:cxnSpLocks/>
          </p:cNvCxnSpPr>
          <p:nvPr/>
        </p:nvCxnSpPr>
        <p:spPr>
          <a:xfrm flipV="1">
            <a:off x="1231331" y="5137467"/>
            <a:ext cx="279554" cy="315"/>
          </a:xfrm>
          <a:prstGeom prst="straightConnector1">
            <a:avLst/>
          </a:prstGeom>
          <a:ln w="12700" cap="rnd"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FC698D3-272A-8249-D5A2-76ABD9F9C199}"/>
              </a:ext>
            </a:extLst>
          </p:cNvPr>
          <p:cNvSpPr txBox="1"/>
          <p:nvPr/>
        </p:nvSpPr>
        <p:spPr>
          <a:xfrm>
            <a:off x="1422337" y="5029902"/>
            <a:ext cx="11495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Ionization efficiency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1F626B-A972-E6C0-F4F3-8111C6B1BBAC}"/>
              </a:ext>
            </a:extLst>
          </p:cNvPr>
          <p:cNvSpPr txBox="1"/>
          <p:nvPr/>
        </p:nvSpPr>
        <p:spPr>
          <a:xfrm>
            <a:off x="1193196" y="5293630"/>
            <a:ext cx="7285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pH (colour)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79BE8AB-E916-3D56-C520-82B3AA95A52D}"/>
              </a:ext>
            </a:extLst>
          </p:cNvPr>
          <p:cNvSpPr/>
          <p:nvPr/>
        </p:nvSpPr>
        <p:spPr>
          <a:xfrm>
            <a:off x="8161467" y="1478646"/>
            <a:ext cx="3532888" cy="4176000"/>
          </a:xfrm>
          <a:prstGeom prst="roundRect">
            <a:avLst>
              <a:gd name="adj" fmla="val 4189"/>
            </a:avLst>
          </a:prstGeom>
          <a:solidFill>
            <a:srgbClr val="BAFDB1"/>
          </a:solidFill>
          <a:ln w="38100">
            <a:solidFill>
              <a:srgbClr val="00B050">
                <a:alpha val="69804"/>
              </a:srgb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C094B92-62C6-7ECA-2ABE-7D53210B9B6D}"/>
              </a:ext>
            </a:extLst>
          </p:cNvPr>
          <p:cNvSpPr txBox="1"/>
          <p:nvPr/>
        </p:nvSpPr>
        <p:spPr>
          <a:xfrm>
            <a:off x="9212490" y="1533247"/>
            <a:ext cx="1430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Prediction</a:t>
            </a: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6816D712-1B8C-83ED-0FED-EDAB40282952}"/>
              </a:ext>
            </a:extLst>
          </p:cNvPr>
          <p:cNvSpPr/>
          <p:nvPr/>
        </p:nvSpPr>
        <p:spPr>
          <a:xfrm>
            <a:off x="8289911" y="2023745"/>
            <a:ext cx="3276000" cy="1764000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711A919A-6A9D-E411-23CC-0092319B02A2}"/>
              </a:ext>
            </a:extLst>
          </p:cNvPr>
          <p:cNvSpPr/>
          <p:nvPr/>
        </p:nvSpPr>
        <p:spPr>
          <a:xfrm>
            <a:off x="8396370" y="2455631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2FC01A97-EEAB-F45E-8858-2D2A971675B2}"/>
              </a:ext>
            </a:extLst>
          </p:cNvPr>
          <p:cNvSpPr txBox="1"/>
          <p:nvPr/>
        </p:nvSpPr>
        <p:spPr>
          <a:xfrm>
            <a:off x="9515311" y="250521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28" name="Cloud 127">
            <a:extLst>
              <a:ext uri="{FF2B5EF4-FFF2-40B4-BE49-F238E27FC236}">
                <a16:creationId xmlns:a16="http://schemas.microsoft.com/office/drawing/2014/main" id="{607CBED1-E63F-3533-BBE8-3C7122B782B8}"/>
              </a:ext>
            </a:extLst>
          </p:cNvPr>
          <p:cNvSpPr/>
          <p:nvPr/>
        </p:nvSpPr>
        <p:spPr>
          <a:xfrm>
            <a:off x="9794972" y="2581878"/>
            <a:ext cx="250402" cy="216000"/>
          </a:xfrm>
          <a:prstGeom prst="cloud">
            <a:avLst/>
          </a:prstGeom>
          <a:solidFill>
            <a:srgbClr val="DE0000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A2A2A64B-2EDE-77FE-4816-2370DB1F978C}"/>
              </a:ext>
            </a:extLst>
          </p:cNvPr>
          <p:cNvSpPr/>
          <p:nvPr/>
        </p:nvSpPr>
        <p:spPr>
          <a:xfrm>
            <a:off x="8396370" y="3091670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697E9F9F-B8D0-397F-2B79-DDAEEE2E98E0}"/>
              </a:ext>
            </a:extLst>
          </p:cNvPr>
          <p:cNvSpPr txBox="1"/>
          <p:nvPr/>
        </p:nvSpPr>
        <p:spPr>
          <a:xfrm>
            <a:off x="9515311" y="314125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33" name="Cloud 132">
            <a:extLst>
              <a:ext uri="{FF2B5EF4-FFF2-40B4-BE49-F238E27FC236}">
                <a16:creationId xmlns:a16="http://schemas.microsoft.com/office/drawing/2014/main" id="{755A0426-958D-C81F-FD4A-E46AE2B2AAF6}"/>
              </a:ext>
            </a:extLst>
          </p:cNvPr>
          <p:cNvSpPr/>
          <p:nvPr/>
        </p:nvSpPr>
        <p:spPr>
          <a:xfrm>
            <a:off x="9794173" y="3217917"/>
            <a:ext cx="252000" cy="216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C323EBE9-0CF1-D827-FD39-950A35E4E24A}"/>
              </a:ext>
            </a:extLst>
          </p:cNvPr>
          <p:cNvSpPr txBox="1"/>
          <p:nvPr/>
        </p:nvSpPr>
        <p:spPr>
          <a:xfrm>
            <a:off x="9491696" y="1868787"/>
            <a:ext cx="872430" cy="307777"/>
          </a:xfrm>
          <a:prstGeom prst="rect">
            <a:avLst/>
          </a:prstGeom>
          <a:solidFill>
            <a:srgbClr val="BAFDB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Training</a:t>
            </a: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2C9716E8-2C29-A8B4-DD18-6324FD9914B8}"/>
              </a:ext>
            </a:extLst>
          </p:cNvPr>
          <p:cNvSpPr/>
          <p:nvPr/>
        </p:nvSpPr>
        <p:spPr>
          <a:xfrm>
            <a:off x="8396370" y="4310324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EE3815B-DA76-A054-C895-721F7C638A2F}"/>
              </a:ext>
            </a:extLst>
          </p:cNvPr>
          <p:cNvSpPr txBox="1"/>
          <p:nvPr/>
        </p:nvSpPr>
        <p:spPr>
          <a:xfrm>
            <a:off x="9515311" y="435990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42" name="Cloud 141">
            <a:extLst>
              <a:ext uri="{FF2B5EF4-FFF2-40B4-BE49-F238E27FC236}">
                <a16:creationId xmlns:a16="http://schemas.microsoft.com/office/drawing/2014/main" id="{4407B3B3-EFD1-E3F2-7C04-03A142DD7FE8}"/>
              </a:ext>
            </a:extLst>
          </p:cNvPr>
          <p:cNvSpPr/>
          <p:nvPr/>
        </p:nvSpPr>
        <p:spPr>
          <a:xfrm>
            <a:off x="9794173" y="4436571"/>
            <a:ext cx="252000" cy="216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AEBE5575-ECC2-CBA6-51B7-E4AD862A8FF3}"/>
              </a:ext>
            </a:extLst>
          </p:cNvPr>
          <p:cNvSpPr/>
          <p:nvPr/>
        </p:nvSpPr>
        <p:spPr>
          <a:xfrm>
            <a:off x="8308444" y="3982345"/>
            <a:ext cx="3238934" cy="1548000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08DCFA83-A76E-F095-9A67-4CB84D595500}"/>
              </a:ext>
            </a:extLst>
          </p:cNvPr>
          <p:cNvSpPr txBox="1"/>
          <p:nvPr/>
        </p:nvSpPr>
        <p:spPr>
          <a:xfrm>
            <a:off x="9392303" y="3829128"/>
            <a:ext cx="1071216" cy="307777"/>
          </a:xfrm>
          <a:prstGeom prst="rect">
            <a:avLst/>
          </a:prstGeom>
          <a:solidFill>
            <a:srgbClr val="BAFDB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Validation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8808CD72-752C-C815-B065-5049898084F2}"/>
              </a:ext>
            </a:extLst>
          </p:cNvPr>
          <p:cNvCxnSpPr>
            <a:cxnSpLocks/>
          </p:cNvCxnSpPr>
          <p:nvPr/>
        </p:nvCxnSpPr>
        <p:spPr>
          <a:xfrm>
            <a:off x="10214993" y="2689878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E8C61327-B662-4416-DE07-B70AA0A713EF}"/>
              </a:ext>
            </a:extLst>
          </p:cNvPr>
          <p:cNvSpPr/>
          <p:nvPr/>
        </p:nvSpPr>
        <p:spPr>
          <a:xfrm>
            <a:off x="10643332" y="2557819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87395923-F9A5-116D-01AA-AD39DC41A3BC}"/>
              </a:ext>
            </a:extLst>
          </p:cNvPr>
          <p:cNvSpPr/>
          <p:nvPr/>
        </p:nvSpPr>
        <p:spPr>
          <a:xfrm>
            <a:off x="10643332" y="3193858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02C3AF08-003B-7959-CF76-9383A2669C10}"/>
              </a:ext>
            </a:extLst>
          </p:cNvPr>
          <p:cNvSpPr/>
          <p:nvPr/>
        </p:nvSpPr>
        <p:spPr>
          <a:xfrm>
            <a:off x="10643332" y="4412512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9F24F24-08B8-6165-2EDD-1022B4B9CDF4}"/>
              </a:ext>
            </a:extLst>
          </p:cNvPr>
          <p:cNvSpPr txBox="1"/>
          <p:nvPr/>
        </p:nvSpPr>
        <p:spPr>
          <a:xfrm>
            <a:off x="10618913" y="2562920"/>
            <a:ext cx="7791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1.05-1.75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F4B9F07-7F79-8855-1C74-739EE898FF37}"/>
              </a:ext>
            </a:extLst>
          </p:cNvPr>
          <p:cNvSpPr txBox="1"/>
          <p:nvPr/>
        </p:nvSpPr>
        <p:spPr>
          <a:xfrm>
            <a:off x="10607901" y="3198959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EBE8DF2-0578-0959-A4C6-998143130E51}"/>
              </a:ext>
            </a:extLst>
          </p:cNvPr>
          <p:cNvSpPr txBox="1"/>
          <p:nvPr/>
        </p:nvSpPr>
        <p:spPr>
          <a:xfrm>
            <a:off x="10607901" y="4417613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2.90-3.40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EEC9BC24-855D-0BF5-D1AF-18F524598D84}"/>
              </a:ext>
            </a:extLst>
          </p:cNvPr>
          <p:cNvCxnSpPr>
            <a:cxnSpLocks/>
          </p:cNvCxnSpPr>
          <p:nvPr/>
        </p:nvCxnSpPr>
        <p:spPr>
          <a:xfrm>
            <a:off x="10214993" y="3325917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66193C3D-EC41-C496-2CE6-528A709C006F}"/>
              </a:ext>
            </a:extLst>
          </p:cNvPr>
          <p:cNvCxnSpPr>
            <a:cxnSpLocks/>
          </p:cNvCxnSpPr>
          <p:nvPr/>
        </p:nvCxnSpPr>
        <p:spPr>
          <a:xfrm>
            <a:off x="10214993" y="4544571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CDE599CB-0C4A-1B67-E4DC-C33692AF1F79}"/>
              </a:ext>
            </a:extLst>
          </p:cNvPr>
          <p:cNvSpPr txBox="1"/>
          <p:nvPr/>
        </p:nvSpPr>
        <p:spPr>
          <a:xfrm>
            <a:off x="4409270" y="630219"/>
            <a:ext cx="3373461" cy="5760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Unknown structure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0313BB4C-8217-2CDC-69B7-5AB6F6895D60}"/>
              </a:ext>
            </a:extLst>
          </p:cNvPr>
          <p:cNvSpPr/>
          <p:nvPr/>
        </p:nvSpPr>
        <p:spPr>
          <a:xfrm>
            <a:off x="4280472" y="1478646"/>
            <a:ext cx="3744000" cy="4176000"/>
          </a:xfrm>
          <a:prstGeom prst="roundRect">
            <a:avLst>
              <a:gd name="adj" fmla="val 4189"/>
            </a:avLst>
          </a:prstGeom>
          <a:solidFill>
            <a:srgbClr val="BAFDB1"/>
          </a:solidFill>
          <a:ln w="38100">
            <a:solidFill>
              <a:srgbClr val="00B050">
                <a:alpha val="69804"/>
              </a:srgb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14A2270-37CB-CAAF-380F-CE4BA818901A}"/>
              </a:ext>
            </a:extLst>
          </p:cNvPr>
          <p:cNvSpPr txBox="1"/>
          <p:nvPr/>
        </p:nvSpPr>
        <p:spPr>
          <a:xfrm>
            <a:off x="5152728" y="1533247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Preprocessing</a:t>
            </a:r>
          </a:p>
        </p:txBody>
      </p:sp>
      <p:sp>
        <p:nvSpPr>
          <p:cNvPr id="64" name="Plaque 63">
            <a:extLst>
              <a:ext uri="{FF2B5EF4-FFF2-40B4-BE49-F238E27FC236}">
                <a16:creationId xmlns:a16="http://schemas.microsoft.com/office/drawing/2014/main" id="{4B5E7EE9-D18E-93AA-6B09-904397F254AE}"/>
              </a:ext>
            </a:extLst>
          </p:cNvPr>
          <p:cNvSpPr/>
          <p:nvPr/>
        </p:nvSpPr>
        <p:spPr>
          <a:xfrm>
            <a:off x="4549065" y="4412151"/>
            <a:ext cx="432000" cy="432000"/>
          </a:xfrm>
          <a:prstGeom prst="plaque">
            <a:avLst>
              <a:gd name="adj" fmla="val 4036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4A694DA5-AD34-8106-1101-BA4DE65CC9B2}"/>
              </a:ext>
            </a:extLst>
          </p:cNvPr>
          <p:cNvGraphicFramePr>
            <a:graphicFrameLocks noGrp="1"/>
          </p:cNvGraphicFramePr>
          <p:nvPr/>
        </p:nvGraphicFramePr>
        <p:xfrm>
          <a:off x="6824828" y="3120955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15" name="Arc 114">
            <a:extLst>
              <a:ext uri="{FF2B5EF4-FFF2-40B4-BE49-F238E27FC236}">
                <a16:creationId xmlns:a16="http://schemas.microsoft.com/office/drawing/2014/main" id="{9C3BCF77-6EC4-E4FF-16C1-377B3CFA3979}"/>
              </a:ext>
            </a:extLst>
          </p:cNvPr>
          <p:cNvSpPr/>
          <p:nvPr/>
        </p:nvSpPr>
        <p:spPr>
          <a:xfrm rot="18582686">
            <a:off x="4921299" y="2604929"/>
            <a:ext cx="432000" cy="393426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6" name="Arc 115">
            <a:extLst>
              <a:ext uri="{FF2B5EF4-FFF2-40B4-BE49-F238E27FC236}">
                <a16:creationId xmlns:a16="http://schemas.microsoft.com/office/drawing/2014/main" id="{0A2FBBEC-F0CC-0236-DA1C-F26FBE69642E}"/>
              </a:ext>
            </a:extLst>
          </p:cNvPr>
          <p:cNvSpPr/>
          <p:nvPr/>
        </p:nvSpPr>
        <p:spPr>
          <a:xfrm rot="2839795" flipV="1">
            <a:off x="5465976" y="2741359"/>
            <a:ext cx="432000" cy="415246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6" name="Graphic 155" descr="Database outline">
            <a:extLst>
              <a:ext uri="{FF2B5EF4-FFF2-40B4-BE49-F238E27FC236}">
                <a16:creationId xmlns:a16="http://schemas.microsoft.com/office/drawing/2014/main" id="{D74C6EC6-B500-B518-C542-BE9069224F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2691" y="2606956"/>
            <a:ext cx="507514" cy="507514"/>
          </a:xfrm>
          <a:prstGeom prst="rect">
            <a:avLst/>
          </a:prstGeom>
        </p:spPr>
      </p:pic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16AD080D-322F-D859-0CF6-2FFB4FD80E27}"/>
              </a:ext>
            </a:extLst>
          </p:cNvPr>
          <p:cNvCxnSpPr>
            <a:cxnSpLocks/>
          </p:cNvCxnSpPr>
          <p:nvPr/>
        </p:nvCxnSpPr>
        <p:spPr>
          <a:xfrm>
            <a:off x="6000028" y="2163064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FB905860-3DD7-9F15-2252-9B6E8C56132A}"/>
              </a:ext>
            </a:extLst>
          </p:cNvPr>
          <p:cNvCxnSpPr>
            <a:cxnSpLocks/>
          </p:cNvCxnSpPr>
          <p:nvPr/>
        </p:nvCxnSpPr>
        <p:spPr>
          <a:xfrm>
            <a:off x="6135282" y="2298412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55FE692A-DD71-7D63-58A1-01AACEBA0D34}"/>
              </a:ext>
            </a:extLst>
          </p:cNvPr>
          <p:cNvCxnSpPr>
            <a:cxnSpLocks/>
          </p:cNvCxnSpPr>
          <p:nvPr/>
        </p:nvCxnSpPr>
        <p:spPr>
          <a:xfrm>
            <a:off x="6369597" y="2185924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64BBD30D-E70A-DED9-2B79-823F294642B2}"/>
              </a:ext>
            </a:extLst>
          </p:cNvPr>
          <p:cNvCxnSpPr>
            <a:cxnSpLocks/>
          </p:cNvCxnSpPr>
          <p:nvPr/>
        </p:nvCxnSpPr>
        <p:spPr>
          <a:xfrm>
            <a:off x="5989233" y="2447832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546D9A7C-ACC0-0748-F868-6E90E081C24A}"/>
              </a:ext>
            </a:extLst>
          </p:cNvPr>
          <p:cNvCxnSpPr>
            <a:cxnSpLocks/>
          </p:cNvCxnSpPr>
          <p:nvPr/>
        </p:nvCxnSpPr>
        <p:spPr>
          <a:xfrm>
            <a:off x="6000028" y="2864040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990BFADC-448C-CF74-A645-07AACC927126}"/>
              </a:ext>
            </a:extLst>
          </p:cNvPr>
          <p:cNvCxnSpPr>
            <a:cxnSpLocks/>
          </p:cNvCxnSpPr>
          <p:nvPr/>
        </p:nvCxnSpPr>
        <p:spPr>
          <a:xfrm>
            <a:off x="6068607" y="3069253"/>
            <a:ext cx="0" cy="69866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0A34C53F-E517-B89E-7FFF-6727C2331AEC}"/>
              </a:ext>
            </a:extLst>
          </p:cNvPr>
          <p:cNvCxnSpPr>
            <a:cxnSpLocks/>
          </p:cNvCxnSpPr>
          <p:nvPr/>
        </p:nvCxnSpPr>
        <p:spPr>
          <a:xfrm>
            <a:off x="6369597" y="2886900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5B8B8A82-32C3-48D5-C434-24A9FAB26F74}"/>
              </a:ext>
            </a:extLst>
          </p:cNvPr>
          <p:cNvCxnSpPr>
            <a:cxnSpLocks/>
          </p:cNvCxnSpPr>
          <p:nvPr/>
        </p:nvCxnSpPr>
        <p:spPr>
          <a:xfrm>
            <a:off x="5989233" y="3148808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F5EA8CAF-5E5B-50B1-2821-4C1F7795BD27}"/>
              </a:ext>
            </a:extLst>
          </p:cNvPr>
          <p:cNvCxnSpPr>
            <a:cxnSpLocks/>
          </p:cNvCxnSpPr>
          <p:nvPr/>
        </p:nvCxnSpPr>
        <p:spPr>
          <a:xfrm>
            <a:off x="6000028" y="3214528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662D83FC-1420-9557-4B8E-52ACBD848441}"/>
              </a:ext>
            </a:extLst>
          </p:cNvPr>
          <p:cNvCxnSpPr>
            <a:cxnSpLocks/>
          </p:cNvCxnSpPr>
          <p:nvPr/>
        </p:nvCxnSpPr>
        <p:spPr>
          <a:xfrm>
            <a:off x="6068607" y="3419741"/>
            <a:ext cx="0" cy="69866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5E1A17E7-0280-83AA-87C1-D9A0298FE659}"/>
              </a:ext>
            </a:extLst>
          </p:cNvPr>
          <p:cNvCxnSpPr>
            <a:cxnSpLocks/>
          </p:cNvCxnSpPr>
          <p:nvPr/>
        </p:nvCxnSpPr>
        <p:spPr>
          <a:xfrm>
            <a:off x="6135282" y="3349876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7A5D1279-4457-85AA-2B22-DC5FCC26ED27}"/>
              </a:ext>
            </a:extLst>
          </p:cNvPr>
          <p:cNvCxnSpPr>
            <a:cxnSpLocks/>
          </p:cNvCxnSpPr>
          <p:nvPr/>
        </p:nvCxnSpPr>
        <p:spPr>
          <a:xfrm>
            <a:off x="6369597" y="3237388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2EDA53CD-E36B-9DB5-C9A0-76D2BB168940}"/>
              </a:ext>
            </a:extLst>
          </p:cNvPr>
          <p:cNvCxnSpPr>
            <a:cxnSpLocks/>
          </p:cNvCxnSpPr>
          <p:nvPr/>
        </p:nvCxnSpPr>
        <p:spPr>
          <a:xfrm>
            <a:off x="5989233" y="3499296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07F3401D-47FD-8403-0C25-2B64C4519F03}"/>
              </a:ext>
            </a:extLst>
          </p:cNvPr>
          <p:cNvCxnSpPr>
            <a:cxnSpLocks/>
          </p:cNvCxnSpPr>
          <p:nvPr/>
        </p:nvCxnSpPr>
        <p:spPr>
          <a:xfrm>
            <a:off x="6000028" y="2513552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C3AF51B5-DCDF-F26D-8357-9E16BA512B53}"/>
              </a:ext>
            </a:extLst>
          </p:cNvPr>
          <p:cNvCxnSpPr>
            <a:cxnSpLocks/>
          </p:cNvCxnSpPr>
          <p:nvPr/>
        </p:nvCxnSpPr>
        <p:spPr>
          <a:xfrm>
            <a:off x="6068607" y="2718765"/>
            <a:ext cx="0" cy="69866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C686EC84-89D8-F22F-0BE5-CDD726B7A59C}"/>
              </a:ext>
            </a:extLst>
          </p:cNvPr>
          <p:cNvCxnSpPr>
            <a:cxnSpLocks/>
          </p:cNvCxnSpPr>
          <p:nvPr/>
        </p:nvCxnSpPr>
        <p:spPr>
          <a:xfrm>
            <a:off x="6135282" y="2648900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22C9FEE0-CACA-B1D7-F97B-6AE9AC826AF8}"/>
              </a:ext>
            </a:extLst>
          </p:cNvPr>
          <p:cNvCxnSpPr>
            <a:cxnSpLocks/>
          </p:cNvCxnSpPr>
          <p:nvPr/>
        </p:nvCxnSpPr>
        <p:spPr>
          <a:xfrm>
            <a:off x="6369597" y="2536412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0A717286-EE19-695B-276A-0694706C41CB}"/>
              </a:ext>
            </a:extLst>
          </p:cNvPr>
          <p:cNvCxnSpPr>
            <a:cxnSpLocks/>
          </p:cNvCxnSpPr>
          <p:nvPr/>
        </p:nvCxnSpPr>
        <p:spPr>
          <a:xfrm>
            <a:off x="6301017" y="2663618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E8DEEE26-8BC9-B567-10F9-F47B68173A22}"/>
              </a:ext>
            </a:extLst>
          </p:cNvPr>
          <p:cNvCxnSpPr>
            <a:cxnSpLocks/>
          </p:cNvCxnSpPr>
          <p:nvPr/>
        </p:nvCxnSpPr>
        <p:spPr>
          <a:xfrm>
            <a:off x="5989233" y="2798320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Right Brace 211">
            <a:extLst>
              <a:ext uri="{FF2B5EF4-FFF2-40B4-BE49-F238E27FC236}">
                <a16:creationId xmlns:a16="http://schemas.microsoft.com/office/drawing/2014/main" id="{68C34699-578C-6B20-6729-815698FF072A}"/>
              </a:ext>
            </a:extLst>
          </p:cNvPr>
          <p:cNvSpPr/>
          <p:nvPr/>
        </p:nvSpPr>
        <p:spPr>
          <a:xfrm>
            <a:off x="6594768" y="2188463"/>
            <a:ext cx="225434" cy="1392697"/>
          </a:xfrm>
          <a:prstGeom prst="rightBrace">
            <a:avLst>
              <a:gd name="adj1" fmla="val 40367"/>
              <a:gd name="adj2" fmla="val 31762"/>
            </a:avLst>
          </a:prstGeom>
          <a:noFill/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0D22332E-22E9-A461-1249-AD7FF78BD732}"/>
              </a:ext>
            </a:extLst>
          </p:cNvPr>
          <p:cNvCxnSpPr>
            <a:cxnSpLocks/>
          </p:cNvCxnSpPr>
          <p:nvPr/>
        </p:nvCxnSpPr>
        <p:spPr>
          <a:xfrm flipH="1">
            <a:off x="6998970" y="2760345"/>
            <a:ext cx="116205" cy="360045"/>
          </a:xfrm>
          <a:prstGeom prst="straightConnector1">
            <a:avLst/>
          </a:prstGeom>
          <a:ln w="12700">
            <a:solidFill>
              <a:srgbClr val="767171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A304D874-E803-3656-17BF-A3BA3B229BF5}"/>
              </a:ext>
            </a:extLst>
          </p:cNvPr>
          <p:cNvCxnSpPr>
            <a:cxnSpLocks/>
          </p:cNvCxnSpPr>
          <p:nvPr/>
        </p:nvCxnSpPr>
        <p:spPr>
          <a:xfrm>
            <a:off x="7181850" y="2762250"/>
            <a:ext cx="281940" cy="358140"/>
          </a:xfrm>
          <a:prstGeom prst="straightConnector1">
            <a:avLst/>
          </a:prstGeom>
          <a:ln w="12700">
            <a:solidFill>
              <a:srgbClr val="767171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20A36DFB-E0EF-4B84-6439-183EDE8EB96C}"/>
              </a:ext>
            </a:extLst>
          </p:cNvPr>
          <p:cNvCxnSpPr>
            <a:cxnSpLocks/>
          </p:cNvCxnSpPr>
          <p:nvPr/>
        </p:nvCxnSpPr>
        <p:spPr>
          <a:xfrm>
            <a:off x="7414260" y="2760345"/>
            <a:ext cx="285750" cy="360045"/>
          </a:xfrm>
          <a:prstGeom prst="straightConnector1">
            <a:avLst/>
          </a:prstGeom>
          <a:ln w="12700">
            <a:solidFill>
              <a:srgbClr val="3B3838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0" name="Table 259">
            <a:extLst>
              <a:ext uri="{FF2B5EF4-FFF2-40B4-BE49-F238E27FC236}">
                <a16:creationId xmlns:a16="http://schemas.microsoft.com/office/drawing/2014/main" id="{7F1F1652-6F10-8957-D729-4808C510C81B}"/>
              </a:ext>
            </a:extLst>
          </p:cNvPr>
          <p:cNvGraphicFramePr>
            <a:graphicFrameLocks noGrp="1"/>
          </p:cNvGraphicFramePr>
          <p:nvPr/>
        </p:nvGraphicFramePr>
        <p:xfrm>
          <a:off x="6769881" y="4194356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95257B1E-2903-5FBD-327B-9EF8986EE50F}"/>
              </a:ext>
            </a:extLst>
          </p:cNvPr>
          <p:cNvCxnSpPr>
            <a:cxnSpLocks/>
          </p:cNvCxnSpPr>
          <p:nvPr/>
        </p:nvCxnSpPr>
        <p:spPr>
          <a:xfrm>
            <a:off x="6058126" y="4802205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507A1DEB-9122-0E31-0180-B79A067EDBCF}"/>
              </a:ext>
            </a:extLst>
          </p:cNvPr>
          <p:cNvCxnSpPr>
            <a:cxnSpLocks/>
          </p:cNvCxnSpPr>
          <p:nvPr/>
        </p:nvCxnSpPr>
        <p:spPr>
          <a:xfrm>
            <a:off x="6058126" y="4187128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3" name="Table 332">
            <a:extLst>
              <a:ext uri="{FF2B5EF4-FFF2-40B4-BE49-F238E27FC236}">
                <a16:creationId xmlns:a16="http://schemas.microsoft.com/office/drawing/2014/main" id="{D8CA725A-619A-DC77-AB14-6F771BE2F7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49399"/>
              </p:ext>
            </p:extLst>
          </p:nvPr>
        </p:nvGraphicFramePr>
        <p:xfrm>
          <a:off x="8545028" y="3188757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graphicFrame>
        <p:nvGraphicFramePr>
          <p:cNvPr id="334" name="Table 333">
            <a:extLst>
              <a:ext uri="{FF2B5EF4-FFF2-40B4-BE49-F238E27FC236}">
                <a16:creationId xmlns:a16="http://schemas.microsoft.com/office/drawing/2014/main" id="{A9706669-1241-B598-409C-288429B17A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933673"/>
              </p:ext>
            </p:extLst>
          </p:nvPr>
        </p:nvGraphicFramePr>
        <p:xfrm>
          <a:off x="8545028" y="4407411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69" name="Pentagon 68">
            <a:extLst>
              <a:ext uri="{FF2B5EF4-FFF2-40B4-BE49-F238E27FC236}">
                <a16:creationId xmlns:a16="http://schemas.microsoft.com/office/drawing/2014/main" id="{0E08260C-0897-039D-23BE-C5BF85BCF1B7}"/>
              </a:ext>
            </a:extLst>
          </p:cNvPr>
          <p:cNvSpPr/>
          <p:nvPr/>
        </p:nvSpPr>
        <p:spPr>
          <a:xfrm>
            <a:off x="4543985" y="2644713"/>
            <a:ext cx="432000" cy="432000"/>
          </a:xfrm>
          <a:prstGeom prst="pentagon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742AF9B-DD46-B9B5-0CD7-95A4428360A7}"/>
              </a:ext>
            </a:extLst>
          </p:cNvPr>
          <p:cNvSpPr/>
          <p:nvPr/>
        </p:nvSpPr>
        <p:spPr>
          <a:xfrm>
            <a:off x="4465271" y="1993265"/>
            <a:ext cx="3374402" cy="1764000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84A8A8-5DAC-9227-879E-4565024B8A99}"/>
              </a:ext>
            </a:extLst>
          </p:cNvPr>
          <p:cNvSpPr txBox="1"/>
          <p:nvPr/>
        </p:nvSpPr>
        <p:spPr>
          <a:xfrm>
            <a:off x="5670661" y="1838307"/>
            <a:ext cx="963622" cy="307777"/>
          </a:xfrm>
          <a:prstGeom prst="rect">
            <a:avLst/>
          </a:prstGeom>
          <a:solidFill>
            <a:srgbClr val="BAFDB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Training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CAED6C1-A871-8929-CDAE-E3CF707F0A71}"/>
              </a:ext>
            </a:extLst>
          </p:cNvPr>
          <p:cNvSpPr/>
          <p:nvPr/>
        </p:nvSpPr>
        <p:spPr>
          <a:xfrm>
            <a:off x="4465272" y="3982344"/>
            <a:ext cx="3374401" cy="1548001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62FE184-B61B-ADE0-624F-3DED98FD0A70}"/>
              </a:ext>
            </a:extLst>
          </p:cNvPr>
          <p:cNvSpPr txBox="1"/>
          <p:nvPr/>
        </p:nvSpPr>
        <p:spPr>
          <a:xfrm>
            <a:off x="5616864" y="3829128"/>
            <a:ext cx="1071216" cy="307777"/>
          </a:xfrm>
          <a:prstGeom prst="rect">
            <a:avLst/>
          </a:prstGeom>
          <a:solidFill>
            <a:srgbClr val="BAFDB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Validation</a:t>
            </a:r>
          </a:p>
        </p:txBody>
      </p:sp>
      <p:sp>
        <p:nvSpPr>
          <p:cNvPr id="51" name="Arc 50">
            <a:extLst>
              <a:ext uri="{FF2B5EF4-FFF2-40B4-BE49-F238E27FC236}">
                <a16:creationId xmlns:a16="http://schemas.microsoft.com/office/drawing/2014/main" id="{099EDC08-886F-E2C1-DF6E-B7A0B9E04E5C}"/>
              </a:ext>
            </a:extLst>
          </p:cNvPr>
          <p:cNvSpPr/>
          <p:nvPr/>
        </p:nvSpPr>
        <p:spPr>
          <a:xfrm rot="18582686">
            <a:off x="4926379" y="4372953"/>
            <a:ext cx="432000" cy="393426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Arc 55">
            <a:extLst>
              <a:ext uri="{FF2B5EF4-FFF2-40B4-BE49-F238E27FC236}">
                <a16:creationId xmlns:a16="http://schemas.microsoft.com/office/drawing/2014/main" id="{7315358E-C439-F38B-700A-A9C95D0BB2C6}"/>
              </a:ext>
            </a:extLst>
          </p:cNvPr>
          <p:cNvSpPr/>
          <p:nvPr/>
        </p:nvSpPr>
        <p:spPr>
          <a:xfrm rot="2839795" flipV="1">
            <a:off x="5471056" y="4509383"/>
            <a:ext cx="432000" cy="415246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7" name="Graphic 56" descr="Database outline">
            <a:extLst>
              <a:ext uri="{FF2B5EF4-FFF2-40B4-BE49-F238E27FC236}">
                <a16:creationId xmlns:a16="http://schemas.microsoft.com/office/drawing/2014/main" id="{524E95B8-4346-78C6-039B-6C05DA259E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2691" y="4374394"/>
            <a:ext cx="507514" cy="507514"/>
          </a:xfrm>
          <a:prstGeom prst="rect">
            <a:avLst/>
          </a:prstGeom>
        </p:spPr>
      </p:pic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2C978346-D813-7534-9BA1-2182717ACE45}"/>
              </a:ext>
            </a:extLst>
          </p:cNvPr>
          <p:cNvGraphicFramePr>
            <a:graphicFrameLocks noGrp="1"/>
          </p:cNvGraphicFramePr>
          <p:nvPr/>
        </p:nvGraphicFramePr>
        <p:xfrm>
          <a:off x="6769881" y="4811239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3B139824-B16B-6C20-C348-158BC158768B}"/>
              </a:ext>
            </a:extLst>
          </p:cNvPr>
          <p:cNvSpPr/>
          <p:nvPr/>
        </p:nvSpPr>
        <p:spPr>
          <a:xfrm>
            <a:off x="8396370" y="4921805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17D5DC8-DE19-6FB6-F273-D2D85DB944F2}"/>
              </a:ext>
            </a:extLst>
          </p:cNvPr>
          <p:cNvSpPr txBox="1"/>
          <p:nvPr/>
        </p:nvSpPr>
        <p:spPr>
          <a:xfrm>
            <a:off x="9515311" y="497138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62" name="Cloud 61">
            <a:extLst>
              <a:ext uri="{FF2B5EF4-FFF2-40B4-BE49-F238E27FC236}">
                <a16:creationId xmlns:a16="http://schemas.microsoft.com/office/drawing/2014/main" id="{FC802019-5F48-3CBA-55EF-882450355CC8}"/>
              </a:ext>
            </a:extLst>
          </p:cNvPr>
          <p:cNvSpPr/>
          <p:nvPr/>
        </p:nvSpPr>
        <p:spPr>
          <a:xfrm>
            <a:off x="9794173" y="5048052"/>
            <a:ext cx="252000" cy="216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35D3972C-423E-30C5-A0DB-17B7EA4AFD28}"/>
              </a:ext>
            </a:extLst>
          </p:cNvPr>
          <p:cNvSpPr/>
          <p:nvPr/>
        </p:nvSpPr>
        <p:spPr>
          <a:xfrm>
            <a:off x="10643332" y="5023993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54A8651-AAB0-E982-C764-7A4661C62032}"/>
              </a:ext>
            </a:extLst>
          </p:cNvPr>
          <p:cNvSpPr txBox="1"/>
          <p:nvPr/>
        </p:nvSpPr>
        <p:spPr>
          <a:xfrm>
            <a:off x="10607901" y="5029094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2.90-3.40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CF6D29D7-3448-47A1-4638-26A2A456792C}"/>
              </a:ext>
            </a:extLst>
          </p:cNvPr>
          <p:cNvCxnSpPr>
            <a:cxnSpLocks/>
          </p:cNvCxnSpPr>
          <p:nvPr/>
        </p:nvCxnSpPr>
        <p:spPr>
          <a:xfrm>
            <a:off x="10214993" y="5156052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75535F3C-3355-8DC8-8FBC-00C505F3C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3721160"/>
              </p:ext>
            </p:extLst>
          </p:nvPr>
        </p:nvGraphicFramePr>
        <p:xfrm>
          <a:off x="8545028" y="5018892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FADE6C3A-8860-3D3B-31E7-3EAE8EB1F3CB}"/>
              </a:ext>
            </a:extLst>
          </p:cNvPr>
          <p:cNvCxnSpPr>
            <a:cxnSpLocks/>
            <a:endCxn id="81" idx="2"/>
          </p:cNvCxnSpPr>
          <p:nvPr/>
        </p:nvCxnSpPr>
        <p:spPr>
          <a:xfrm>
            <a:off x="6256020" y="4465320"/>
            <a:ext cx="804863" cy="2554"/>
          </a:xfrm>
          <a:prstGeom prst="bentConnector4">
            <a:avLst>
              <a:gd name="adj1" fmla="val -118"/>
              <a:gd name="adj2" fmla="val 3978622"/>
            </a:avLst>
          </a:prstGeom>
          <a:ln w="15875">
            <a:solidFill>
              <a:srgbClr val="767171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6AA4B705-63F4-4677-1C3F-9B2AE105B91F}"/>
              </a:ext>
            </a:extLst>
          </p:cNvPr>
          <p:cNvSpPr/>
          <p:nvPr/>
        </p:nvSpPr>
        <p:spPr>
          <a:xfrm>
            <a:off x="7004685" y="4193554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E57DE130-6C8F-D65D-8E44-1FDFB3F4A2C1}"/>
              </a:ext>
            </a:extLst>
          </p:cNvPr>
          <p:cNvSpPr/>
          <p:nvPr/>
        </p:nvSpPr>
        <p:spPr>
          <a:xfrm>
            <a:off x="6886575" y="4810774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59907AF-8520-37E0-8ADE-B6C669212EB5}"/>
              </a:ext>
            </a:extLst>
          </p:cNvPr>
          <p:cNvSpPr/>
          <p:nvPr/>
        </p:nvSpPr>
        <p:spPr>
          <a:xfrm>
            <a:off x="7000875" y="4810774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DAFA78D3-89EB-4648-7DBD-FCE7F627589C}"/>
              </a:ext>
            </a:extLst>
          </p:cNvPr>
          <p:cNvSpPr/>
          <p:nvPr/>
        </p:nvSpPr>
        <p:spPr>
          <a:xfrm>
            <a:off x="7587615" y="4812679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EDC706DB-A992-DC3D-D083-54CDACE31D93}"/>
              </a:ext>
            </a:extLst>
          </p:cNvPr>
          <p:cNvCxnSpPr>
            <a:cxnSpLocks/>
          </p:cNvCxnSpPr>
          <p:nvPr/>
        </p:nvCxnSpPr>
        <p:spPr>
          <a:xfrm>
            <a:off x="6196540" y="5025751"/>
            <a:ext cx="0" cy="5034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B5C87723-F9A7-5A5F-CF8F-D7F7053B08B5}"/>
              </a:ext>
            </a:extLst>
          </p:cNvPr>
          <p:cNvCxnSpPr>
            <a:cxnSpLocks/>
          </p:cNvCxnSpPr>
          <p:nvPr/>
        </p:nvCxnSpPr>
        <p:spPr>
          <a:xfrm>
            <a:off x="6254340" y="4937553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38BC02B6-9F4B-50C3-3796-49BD5510B170}"/>
              </a:ext>
            </a:extLst>
          </p:cNvPr>
          <p:cNvCxnSpPr>
            <a:cxnSpLocks/>
          </p:cNvCxnSpPr>
          <p:nvPr/>
        </p:nvCxnSpPr>
        <p:spPr>
          <a:xfrm>
            <a:off x="6323555" y="4825065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1ED19878-3A16-0247-A6C7-DFCCF193F104}"/>
              </a:ext>
            </a:extLst>
          </p:cNvPr>
          <p:cNvCxnSpPr>
            <a:cxnSpLocks/>
          </p:cNvCxnSpPr>
          <p:nvPr/>
        </p:nvCxnSpPr>
        <p:spPr>
          <a:xfrm>
            <a:off x="6254974" y="4322476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ECF89A4B-C3DB-1334-FE94-C0903A3FEAD3}"/>
              </a:ext>
            </a:extLst>
          </p:cNvPr>
          <p:cNvCxnSpPr>
            <a:cxnSpLocks/>
          </p:cNvCxnSpPr>
          <p:nvPr/>
        </p:nvCxnSpPr>
        <p:spPr>
          <a:xfrm>
            <a:off x="6323555" y="4209988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: Elbow 153">
            <a:extLst>
              <a:ext uri="{FF2B5EF4-FFF2-40B4-BE49-F238E27FC236}">
                <a16:creationId xmlns:a16="http://schemas.microsoft.com/office/drawing/2014/main" id="{AAE6CCE0-9867-861A-36F9-F733863B7685}"/>
              </a:ext>
            </a:extLst>
          </p:cNvPr>
          <p:cNvCxnSpPr>
            <a:cxnSpLocks/>
            <a:endCxn id="82" idx="2"/>
          </p:cNvCxnSpPr>
          <p:nvPr/>
        </p:nvCxnSpPr>
        <p:spPr>
          <a:xfrm>
            <a:off x="6322695" y="4467225"/>
            <a:ext cx="1319213" cy="649"/>
          </a:xfrm>
          <a:prstGeom prst="bentConnector4">
            <a:avLst>
              <a:gd name="adj1" fmla="val -72"/>
              <a:gd name="adj2" fmla="val 24756394"/>
            </a:avLst>
          </a:prstGeom>
          <a:ln w="15875">
            <a:solidFill>
              <a:srgbClr val="A6A6A6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0FF0622B-78E7-58FE-2868-D981D48DA771}"/>
              </a:ext>
            </a:extLst>
          </p:cNvPr>
          <p:cNvSpPr/>
          <p:nvPr/>
        </p:nvSpPr>
        <p:spPr>
          <a:xfrm>
            <a:off x="7585710" y="4193554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9" name="Connector: Elbow 178">
            <a:extLst>
              <a:ext uri="{FF2B5EF4-FFF2-40B4-BE49-F238E27FC236}">
                <a16:creationId xmlns:a16="http://schemas.microsoft.com/office/drawing/2014/main" id="{F39A1B8F-53B9-7CE7-FF37-6AA49B143318}"/>
              </a:ext>
            </a:extLst>
          </p:cNvPr>
          <p:cNvCxnSpPr>
            <a:cxnSpLocks/>
            <a:endCxn id="83" idx="2"/>
          </p:cNvCxnSpPr>
          <p:nvPr/>
        </p:nvCxnSpPr>
        <p:spPr>
          <a:xfrm>
            <a:off x="6198870" y="5082540"/>
            <a:ext cx="743903" cy="2554"/>
          </a:xfrm>
          <a:prstGeom prst="bentConnector4">
            <a:avLst>
              <a:gd name="adj1" fmla="val -384"/>
              <a:gd name="adj2" fmla="val 3531088"/>
            </a:avLst>
          </a:prstGeom>
          <a:ln w="15875">
            <a:solidFill>
              <a:srgbClr val="767171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: Elbow 183">
            <a:extLst>
              <a:ext uri="{FF2B5EF4-FFF2-40B4-BE49-F238E27FC236}">
                <a16:creationId xmlns:a16="http://schemas.microsoft.com/office/drawing/2014/main" id="{4F26969A-B9C6-EFFC-AAA1-60978DFA9CC3}"/>
              </a:ext>
            </a:extLst>
          </p:cNvPr>
          <p:cNvCxnSpPr>
            <a:cxnSpLocks/>
            <a:endCxn id="84" idx="2"/>
          </p:cNvCxnSpPr>
          <p:nvPr/>
        </p:nvCxnSpPr>
        <p:spPr>
          <a:xfrm>
            <a:off x="6256020" y="5082540"/>
            <a:ext cx="801053" cy="2554"/>
          </a:xfrm>
          <a:prstGeom prst="bentConnector4">
            <a:avLst>
              <a:gd name="adj1" fmla="val -595"/>
              <a:gd name="adj2" fmla="val 5246633"/>
            </a:avLst>
          </a:prstGeom>
          <a:ln w="15875">
            <a:solidFill>
              <a:srgbClr val="767171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: Elbow 221">
            <a:extLst>
              <a:ext uri="{FF2B5EF4-FFF2-40B4-BE49-F238E27FC236}">
                <a16:creationId xmlns:a16="http://schemas.microsoft.com/office/drawing/2014/main" id="{9B52AF1D-8E74-021B-E5FD-9C1F2ED8FFD4}"/>
              </a:ext>
            </a:extLst>
          </p:cNvPr>
          <p:cNvCxnSpPr>
            <a:cxnSpLocks/>
            <a:endCxn id="85" idx="2"/>
          </p:cNvCxnSpPr>
          <p:nvPr/>
        </p:nvCxnSpPr>
        <p:spPr>
          <a:xfrm>
            <a:off x="6324600" y="5084080"/>
            <a:ext cx="1319213" cy="2919"/>
          </a:xfrm>
          <a:prstGeom prst="bentConnector4">
            <a:avLst>
              <a:gd name="adj1" fmla="val 217"/>
              <a:gd name="adj2" fmla="val 6169373"/>
            </a:avLst>
          </a:prstGeom>
          <a:ln w="15875">
            <a:solidFill>
              <a:srgbClr val="A6A6A6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EBF2628B-2C32-A355-1B93-E144CD8E3177}"/>
              </a:ext>
            </a:extLst>
          </p:cNvPr>
          <p:cNvCxnSpPr>
            <a:cxnSpLocks/>
          </p:cNvCxnSpPr>
          <p:nvPr/>
        </p:nvCxnSpPr>
        <p:spPr>
          <a:xfrm>
            <a:off x="6047331" y="4471896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56783DB7-C9AA-25C5-2DD0-70168FF94E3E}"/>
              </a:ext>
            </a:extLst>
          </p:cNvPr>
          <p:cNvCxnSpPr>
            <a:cxnSpLocks/>
          </p:cNvCxnSpPr>
          <p:nvPr/>
        </p:nvCxnSpPr>
        <p:spPr>
          <a:xfrm>
            <a:off x="6047331" y="5086973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D706E73-49CE-A402-7EFB-0DD580979FED}"/>
              </a:ext>
            </a:extLst>
          </p:cNvPr>
          <p:cNvGrpSpPr/>
          <p:nvPr/>
        </p:nvGrpSpPr>
        <p:grpSpPr>
          <a:xfrm>
            <a:off x="7032503" y="2473900"/>
            <a:ext cx="515427" cy="292388"/>
            <a:chOff x="7011436" y="2473900"/>
            <a:chExt cx="515427" cy="292388"/>
          </a:xfrm>
        </p:grpSpPr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412AEB37-CFD1-AAD9-AB0C-A57F4411C6A1}"/>
                </a:ext>
              </a:extLst>
            </p:cNvPr>
            <p:cNvCxnSpPr>
              <a:cxnSpLocks/>
            </p:cNvCxnSpPr>
            <p:nvPr/>
          </p:nvCxnSpPr>
          <p:spPr>
            <a:xfrm>
              <a:off x="7022231" y="2473900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F4A526EC-C790-415D-509B-27F71C0A1BCB}"/>
                </a:ext>
              </a:extLst>
            </p:cNvPr>
            <p:cNvCxnSpPr>
              <a:cxnSpLocks/>
            </p:cNvCxnSpPr>
            <p:nvPr/>
          </p:nvCxnSpPr>
          <p:spPr>
            <a:xfrm>
              <a:off x="7090810" y="2679113"/>
              <a:ext cx="0" cy="69866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F199A109-22B9-0776-645D-50B395CF43DD}"/>
                </a:ext>
              </a:extLst>
            </p:cNvPr>
            <p:cNvCxnSpPr>
              <a:cxnSpLocks/>
            </p:cNvCxnSpPr>
            <p:nvPr/>
          </p:nvCxnSpPr>
          <p:spPr>
            <a:xfrm>
              <a:off x="7157485" y="2609248"/>
              <a:ext cx="0" cy="139731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16CAA637-D1DD-2AC7-4EB2-7720BD8E9541}"/>
                </a:ext>
              </a:extLst>
            </p:cNvPr>
            <p:cNvCxnSpPr>
              <a:cxnSpLocks/>
            </p:cNvCxnSpPr>
            <p:nvPr/>
          </p:nvCxnSpPr>
          <p:spPr>
            <a:xfrm>
              <a:off x="7391800" y="2496760"/>
              <a:ext cx="0" cy="252219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7497B933-2B6A-FBAB-36EF-B43C5904E5D3}"/>
                </a:ext>
              </a:extLst>
            </p:cNvPr>
            <p:cNvCxnSpPr>
              <a:cxnSpLocks/>
            </p:cNvCxnSpPr>
            <p:nvPr/>
          </p:nvCxnSpPr>
          <p:spPr>
            <a:xfrm>
              <a:off x="7011436" y="2758668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338D18D8-69B7-EBF1-E292-E3DD239BEE1D}"/>
              </a:ext>
            </a:extLst>
          </p:cNvPr>
          <p:cNvSpPr/>
          <p:nvPr/>
        </p:nvSpPr>
        <p:spPr>
          <a:xfrm>
            <a:off x="4981065" y="3279557"/>
            <a:ext cx="950766" cy="2746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Mass spectra Database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A89907E-60A1-E8C2-3306-6CEB4E97344E}"/>
              </a:ext>
            </a:extLst>
          </p:cNvPr>
          <p:cNvSpPr/>
          <p:nvPr/>
        </p:nvSpPr>
        <p:spPr>
          <a:xfrm>
            <a:off x="4981065" y="5019965"/>
            <a:ext cx="950766" cy="2746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Mass spectra Database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27E2A20-DE72-C395-C353-6B0EBFBBFD42}"/>
              </a:ext>
            </a:extLst>
          </p:cNvPr>
          <p:cNvSpPr/>
          <p:nvPr/>
        </p:nvSpPr>
        <p:spPr>
          <a:xfrm>
            <a:off x="6824829" y="2148791"/>
            <a:ext cx="930776" cy="2746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Consensus spectra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3F13247-01BC-6EA9-FA5A-BEE9445345B1}"/>
              </a:ext>
            </a:extLst>
          </p:cNvPr>
          <p:cNvSpPr/>
          <p:nvPr/>
        </p:nvSpPr>
        <p:spPr>
          <a:xfrm>
            <a:off x="10451107" y="2151155"/>
            <a:ext cx="1114804" cy="3044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logIE value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2913FC6-DBEA-AEE6-184C-88614B6F4046}"/>
              </a:ext>
            </a:extLst>
          </p:cNvPr>
          <p:cNvSpPr/>
          <p:nvPr/>
        </p:nvSpPr>
        <p:spPr>
          <a:xfrm>
            <a:off x="6758941" y="5316971"/>
            <a:ext cx="940726" cy="1687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CNL Vector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F6ADE0B-5FEF-7180-CC8A-AFDD221AFF54}"/>
              </a:ext>
            </a:extLst>
          </p:cNvPr>
          <p:cNvSpPr/>
          <p:nvPr/>
        </p:nvSpPr>
        <p:spPr>
          <a:xfrm>
            <a:off x="6824829" y="3434230"/>
            <a:ext cx="930776" cy="190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CNL Vector</a:t>
            </a:r>
          </a:p>
        </p:txBody>
      </p:sp>
      <p:sp>
        <p:nvSpPr>
          <p:cNvPr id="44" name="Right Brace 43">
            <a:extLst>
              <a:ext uri="{FF2B5EF4-FFF2-40B4-BE49-F238E27FC236}">
                <a16:creationId xmlns:a16="http://schemas.microsoft.com/office/drawing/2014/main" id="{19CD67E4-9FEA-49F4-627A-7D329CBEB228}"/>
              </a:ext>
            </a:extLst>
          </p:cNvPr>
          <p:cNvSpPr/>
          <p:nvPr/>
        </p:nvSpPr>
        <p:spPr>
          <a:xfrm rot="16200000">
            <a:off x="8885062" y="2064879"/>
            <a:ext cx="131166" cy="813437"/>
          </a:xfrm>
          <a:prstGeom prst="rightBrace">
            <a:avLst>
              <a:gd name="adj1" fmla="val 56351"/>
              <a:gd name="adj2" fmla="val 50576"/>
            </a:avLst>
          </a:prstGeom>
          <a:noFill/>
          <a:ln w="12700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82DB98D-C77F-0327-D4E3-8BC4D3818224}"/>
              </a:ext>
            </a:extLst>
          </p:cNvPr>
          <p:cNvSpPr/>
          <p:nvPr/>
        </p:nvSpPr>
        <p:spPr>
          <a:xfrm>
            <a:off x="8569326" y="2180485"/>
            <a:ext cx="762638" cy="24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CNLs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D749800-3F7D-A2A4-5E63-57A41AD8A740}"/>
              </a:ext>
            </a:extLst>
          </p:cNvPr>
          <p:cNvSpPr/>
          <p:nvPr/>
        </p:nvSpPr>
        <p:spPr>
          <a:xfrm>
            <a:off x="9305731" y="2180283"/>
            <a:ext cx="224066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MW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364A13D-296E-0F37-7653-74CA1D223557}"/>
              </a:ext>
            </a:extLst>
          </p:cNvPr>
          <p:cNvSpPr/>
          <p:nvPr/>
        </p:nvSpPr>
        <p:spPr>
          <a:xfrm>
            <a:off x="9810781" y="2180283"/>
            <a:ext cx="224066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pH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2A559BCA-E88D-6B1C-EA9E-93ECBCC2D5B1}"/>
              </a:ext>
            </a:extLst>
          </p:cNvPr>
          <p:cNvCxnSpPr>
            <a:cxnSpLocks/>
          </p:cNvCxnSpPr>
          <p:nvPr/>
        </p:nvCxnSpPr>
        <p:spPr>
          <a:xfrm flipH="1" flipV="1">
            <a:off x="9417764" y="2393393"/>
            <a:ext cx="0" cy="164426"/>
          </a:xfrm>
          <a:prstGeom prst="straightConnector1">
            <a:avLst/>
          </a:prstGeom>
          <a:ln w="12700">
            <a:solidFill>
              <a:srgbClr val="3B3838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2856D8E-E9D6-B5FD-5B7A-4BDC33C34984}"/>
              </a:ext>
            </a:extLst>
          </p:cNvPr>
          <p:cNvCxnSpPr>
            <a:cxnSpLocks/>
          </p:cNvCxnSpPr>
          <p:nvPr/>
        </p:nvCxnSpPr>
        <p:spPr>
          <a:xfrm flipH="1" flipV="1">
            <a:off x="9920173" y="2393393"/>
            <a:ext cx="0" cy="200835"/>
          </a:xfrm>
          <a:prstGeom prst="straightConnector1">
            <a:avLst/>
          </a:prstGeom>
          <a:ln w="12700">
            <a:solidFill>
              <a:srgbClr val="3B3838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2" name="Table 331">
            <a:extLst>
              <a:ext uri="{FF2B5EF4-FFF2-40B4-BE49-F238E27FC236}">
                <a16:creationId xmlns:a16="http://schemas.microsoft.com/office/drawing/2014/main" id="{515EBCA1-08D4-4696-4148-915AA59638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844094"/>
              </p:ext>
            </p:extLst>
          </p:nvPr>
        </p:nvGraphicFramePr>
        <p:xfrm>
          <a:off x="8545028" y="2552718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08" name="Rectangle 107">
            <a:extLst>
              <a:ext uri="{FF2B5EF4-FFF2-40B4-BE49-F238E27FC236}">
                <a16:creationId xmlns:a16="http://schemas.microsoft.com/office/drawing/2014/main" id="{94CCC45E-8BD3-4BF5-4DFF-D233BD17BA5C}"/>
              </a:ext>
            </a:extLst>
          </p:cNvPr>
          <p:cNvSpPr/>
          <p:nvPr/>
        </p:nvSpPr>
        <p:spPr>
          <a:xfrm>
            <a:off x="582745" y="4147401"/>
            <a:ext cx="1563082" cy="3277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Ionization efficiency Library</a:t>
            </a:r>
          </a:p>
        </p:txBody>
      </p:sp>
    </p:spTree>
    <p:extLst>
      <p:ext uri="{BB962C8B-B14F-4D97-AF65-F5344CB8AC3E}">
        <p14:creationId xmlns:p14="http://schemas.microsoft.com/office/powerpoint/2010/main" val="2300528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1141</TotalTime>
  <Words>134</Words>
  <Application>Microsoft Office PowerPoint</Application>
  <PresentationFormat>Widescreen</PresentationFormat>
  <Paragraphs>92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Cambria</vt:lpstr>
      <vt:lpstr>Lato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 Nikolopoulos</dc:creator>
  <cp:lastModifiedBy>alex nikolopoulos</cp:lastModifiedBy>
  <cp:revision>26</cp:revision>
  <dcterms:created xsi:type="dcterms:W3CDTF">2024-03-03T20:53:48Z</dcterms:created>
  <dcterms:modified xsi:type="dcterms:W3CDTF">2025-01-31T18:53:18Z</dcterms:modified>
</cp:coreProperties>
</file>