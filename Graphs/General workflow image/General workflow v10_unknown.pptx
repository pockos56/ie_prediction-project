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1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NL model" id="{83EE92EA-3E31-4A7D-93A5-0ED36B90E84F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2" autoAdjust="0"/>
    <p:restoredTop sz="95172" autoAdjust="0"/>
  </p:normalViewPr>
  <p:slideViewPr>
    <p:cSldViewPr snapToGrid="0">
      <p:cViewPr>
        <p:scale>
          <a:sx n="200" d="100"/>
          <a:sy n="200" d="100"/>
        </p:scale>
        <p:origin x="115" y="-2870"/>
      </p:cViewPr>
      <p:guideLst>
        <p:guide orient="horz" pos="199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64A0-2AB3-F34A-54DD-213997D2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46AD5-AA8C-9802-A2AE-3F2358FC8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EAB6F-11F1-4BAF-89FD-270C831DA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9C4E8-6AD6-5E50-522C-DEA77B0B9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547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0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5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9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5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4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4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3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5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4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4/25/2025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5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4C899-8708-67CB-CFB3-DD3D63CB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4C946555-CBF1-976E-1667-92C185D57C6E}"/>
              </a:ext>
            </a:extLst>
          </p:cNvPr>
          <p:cNvSpPr/>
          <p:nvPr/>
        </p:nvSpPr>
        <p:spPr>
          <a:xfrm>
            <a:off x="0" y="2024887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2E51DC3-BE79-AC60-4FDE-3C0E4E25B4C3}"/>
              </a:ext>
            </a:extLst>
          </p:cNvPr>
          <p:cNvSpPr/>
          <p:nvPr/>
        </p:nvSpPr>
        <p:spPr>
          <a:xfrm>
            <a:off x="8161467" y="1083429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039F75-277A-750F-F605-8D28AEAE0FBB}"/>
              </a:ext>
            </a:extLst>
          </p:cNvPr>
          <p:cNvSpPr txBox="1"/>
          <p:nvPr/>
        </p:nvSpPr>
        <p:spPr>
          <a:xfrm>
            <a:off x="9212490" y="1138030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2F212971-F886-A4B9-A9EF-C7C2280E998B}"/>
              </a:ext>
            </a:extLst>
          </p:cNvPr>
          <p:cNvSpPr/>
          <p:nvPr/>
        </p:nvSpPr>
        <p:spPr>
          <a:xfrm>
            <a:off x="8289911" y="1628528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54FA3E6F-A8D6-16A6-E0CA-87E53BFCB576}"/>
              </a:ext>
            </a:extLst>
          </p:cNvPr>
          <p:cNvSpPr/>
          <p:nvPr/>
        </p:nvSpPr>
        <p:spPr>
          <a:xfrm>
            <a:off x="8396370" y="2060414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58C98EE-5D9F-6DD9-C488-A7BA782F5918}"/>
              </a:ext>
            </a:extLst>
          </p:cNvPr>
          <p:cNvSpPr txBox="1"/>
          <p:nvPr/>
        </p:nvSpPr>
        <p:spPr>
          <a:xfrm>
            <a:off x="9515311" y="21099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6EE17C15-5F61-477F-ABA7-23777C5EF0E6}"/>
              </a:ext>
            </a:extLst>
          </p:cNvPr>
          <p:cNvSpPr/>
          <p:nvPr/>
        </p:nvSpPr>
        <p:spPr>
          <a:xfrm>
            <a:off x="9794972" y="2186661"/>
            <a:ext cx="250402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A010133-A3AB-DA45-8425-AA0E14F8A4A4}"/>
              </a:ext>
            </a:extLst>
          </p:cNvPr>
          <p:cNvSpPr/>
          <p:nvPr/>
        </p:nvSpPr>
        <p:spPr>
          <a:xfrm>
            <a:off x="8396370" y="2696453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9299DEE-C99E-6EC8-7B84-2186F052193F}"/>
              </a:ext>
            </a:extLst>
          </p:cNvPr>
          <p:cNvSpPr txBox="1"/>
          <p:nvPr/>
        </p:nvSpPr>
        <p:spPr>
          <a:xfrm>
            <a:off x="9515311" y="27460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2E44B1A7-2CF9-5D86-BC86-7AFB1AF3476C}"/>
              </a:ext>
            </a:extLst>
          </p:cNvPr>
          <p:cNvSpPr/>
          <p:nvPr/>
        </p:nvSpPr>
        <p:spPr>
          <a:xfrm>
            <a:off x="9794173" y="2822700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0C800EA-C128-D136-D20C-4D55EE916D3A}"/>
              </a:ext>
            </a:extLst>
          </p:cNvPr>
          <p:cNvSpPr txBox="1"/>
          <p:nvPr/>
        </p:nvSpPr>
        <p:spPr>
          <a:xfrm>
            <a:off x="9491696" y="1473571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96050BC4-99E9-42C8-1722-B37E775799EF}"/>
              </a:ext>
            </a:extLst>
          </p:cNvPr>
          <p:cNvSpPr/>
          <p:nvPr/>
        </p:nvSpPr>
        <p:spPr>
          <a:xfrm>
            <a:off x="8396370" y="391510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723D9AE-06E5-D669-9547-EFC3FC0DFDDF}"/>
              </a:ext>
            </a:extLst>
          </p:cNvPr>
          <p:cNvSpPr txBox="1"/>
          <p:nvPr/>
        </p:nvSpPr>
        <p:spPr>
          <a:xfrm>
            <a:off x="9515311" y="39646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890B9B4A-E98F-DFF7-7390-426EABC50E58}"/>
              </a:ext>
            </a:extLst>
          </p:cNvPr>
          <p:cNvSpPr/>
          <p:nvPr/>
        </p:nvSpPr>
        <p:spPr>
          <a:xfrm>
            <a:off x="9794173" y="4041354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BC8FD3E7-F0B2-2EF5-B361-33E90E2FFEE9}"/>
              </a:ext>
            </a:extLst>
          </p:cNvPr>
          <p:cNvSpPr/>
          <p:nvPr/>
        </p:nvSpPr>
        <p:spPr>
          <a:xfrm>
            <a:off x="8308444" y="3587128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25E4540-2BCE-4921-ADE2-F37BE3A9B4CA}"/>
              </a:ext>
            </a:extLst>
          </p:cNvPr>
          <p:cNvSpPr txBox="1"/>
          <p:nvPr/>
        </p:nvSpPr>
        <p:spPr>
          <a:xfrm>
            <a:off x="9392303" y="3433912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A451E5-BBAC-5865-CCC7-757A9071073E}"/>
              </a:ext>
            </a:extLst>
          </p:cNvPr>
          <p:cNvCxnSpPr>
            <a:cxnSpLocks/>
          </p:cNvCxnSpPr>
          <p:nvPr/>
        </p:nvCxnSpPr>
        <p:spPr>
          <a:xfrm>
            <a:off x="10265793" y="2294661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82E2547-F683-7D84-4448-0B096CBBDE66}"/>
              </a:ext>
            </a:extLst>
          </p:cNvPr>
          <p:cNvSpPr/>
          <p:nvPr/>
        </p:nvSpPr>
        <p:spPr>
          <a:xfrm>
            <a:off x="10752138" y="2162602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00289DA4-C5CB-4EFC-A78E-94E2FD18A0FE}"/>
              </a:ext>
            </a:extLst>
          </p:cNvPr>
          <p:cNvSpPr/>
          <p:nvPr/>
        </p:nvSpPr>
        <p:spPr>
          <a:xfrm>
            <a:off x="10752138" y="2798641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A13987F-1B7C-C633-8348-E0DE176872A9}"/>
              </a:ext>
            </a:extLst>
          </p:cNvPr>
          <p:cNvSpPr/>
          <p:nvPr/>
        </p:nvSpPr>
        <p:spPr>
          <a:xfrm>
            <a:off x="10752138" y="4017295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5C63615-FD8E-113F-D6FA-1B45BA9C9BC7}"/>
              </a:ext>
            </a:extLst>
          </p:cNvPr>
          <p:cNvSpPr txBox="1"/>
          <p:nvPr/>
        </p:nvSpPr>
        <p:spPr>
          <a:xfrm>
            <a:off x="10759185" y="2167703"/>
            <a:ext cx="498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9ADC27-D120-7421-5F4A-A720FB9C95A6}"/>
              </a:ext>
            </a:extLst>
          </p:cNvPr>
          <p:cNvSpPr txBox="1"/>
          <p:nvPr/>
        </p:nvSpPr>
        <p:spPr>
          <a:xfrm>
            <a:off x="10752138" y="2803742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8E6FE9-7916-B2B9-F2E4-82EEE1D4C47F}"/>
              </a:ext>
            </a:extLst>
          </p:cNvPr>
          <p:cNvSpPr txBox="1"/>
          <p:nvPr/>
        </p:nvSpPr>
        <p:spPr>
          <a:xfrm>
            <a:off x="10752138" y="4022396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3.15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8AD7A97-52EE-D5E3-93D1-602438437112}"/>
              </a:ext>
            </a:extLst>
          </p:cNvPr>
          <p:cNvCxnSpPr>
            <a:cxnSpLocks/>
          </p:cNvCxnSpPr>
          <p:nvPr/>
        </p:nvCxnSpPr>
        <p:spPr>
          <a:xfrm>
            <a:off x="10265793" y="2930700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2CD71D5C-260E-7A1D-83C9-9A4BCB8B16DC}"/>
              </a:ext>
            </a:extLst>
          </p:cNvPr>
          <p:cNvCxnSpPr>
            <a:cxnSpLocks/>
          </p:cNvCxnSpPr>
          <p:nvPr/>
        </p:nvCxnSpPr>
        <p:spPr>
          <a:xfrm>
            <a:off x="10265793" y="414935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A7D775D-8D92-26CF-B822-779635692465}"/>
              </a:ext>
            </a:extLst>
          </p:cNvPr>
          <p:cNvSpPr txBox="1"/>
          <p:nvPr/>
        </p:nvSpPr>
        <p:spPr>
          <a:xfrm>
            <a:off x="4409271" y="186742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CDF1573-9885-4BE1-F45E-A97DD33CDDAE}"/>
              </a:ext>
            </a:extLst>
          </p:cNvPr>
          <p:cNvSpPr/>
          <p:nvPr/>
        </p:nvSpPr>
        <p:spPr>
          <a:xfrm>
            <a:off x="4280472" y="1083429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44C14A-7D2F-331A-0F4F-E0A0006E2E28}"/>
              </a:ext>
            </a:extLst>
          </p:cNvPr>
          <p:cNvSpPr txBox="1"/>
          <p:nvPr/>
        </p:nvSpPr>
        <p:spPr>
          <a:xfrm>
            <a:off x="5152728" y="113803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0E16C8E3-357C-D661-826C-DEEF231225B5}"/>
              </a:ext>
            </a:extLst>
          </p:cNvPr>
          <p:cNvSpPr/>
          <p:nvPr/>
        </p:nvSpPr>
        <p:spPr>
          <a:xfrm>
            <a:off x="4549065" y="4016934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250D0F6A-F5E8-B5A4-CBE0-97BD62EF7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658816"/>
              </p:ext>
            </p:extLst>
          </p:nvPr>
        </p:nvGraphicFramePr>
        <p:xfrm>
          <a:off x="6824828" y="2725738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62DD45CC-B2CE-7C3D-7E7D-3EE6D73F02B4}"/>
              </a:ext>
            </a:extLst>
          </p:cNvPr>
          <p:cNvSpPr/>
          <p:nvPr/>
        </p:nvSpPr>
        <p:spPr>
          <a:xfrm rot="18582686">
            <a:off x="4921299" y="2209712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A5CFD12B-7704-418A-0E82-2871577C7664}"/>
              </a:ext>
            </a:extLst>
          </p:cNvPr>
          <p:cNvSpPr/>
          <p:nvPr/>
        </p:nvSpPr>
        <p:spPr>
          <a:xfrm rot="2839795" flipV="1">
            <a:off x="5465976" y="2346142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4F50CE4A-1CAC-881E-FA21-5D031342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2211739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4D4EFC42-960D-74DA-4EFB-E4B8C66B95AF}"/>
              </a:ext>
            </a:extLst>
          </p:cNvPr>
          <p:cNvCxnSpPr>
            <a:cxnSpLocks/>
          </p:cNvCxnSpPr>
          <p:nvPr/>
        </p:nvCxnSpPr>
        <p:spPr>
          <a:xfrm>
            <a:off x="6000028" y="1767847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F01FB94-AC8A-1E12-C1E1-B337ED7782BC}"/>
              </a:ext>
            </a:extLst>
          </p:cNvPr>
          <p:cNvCxnSpPr>
            <a:cxnSpLocks/>
          </p:cNvCxnSpPr>
          <p:nvPr/>
        </p:nvCxnSpPr>
        <p:spPr>
          <a:xfrm>
            <a:off x="6135282" y="190319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DCB179-909E-024E-8A87-BCD03798E2A5}"/>
              </a:ext>
            </a:extLst>
          </p:cNvPr>
          <p:cNvCxnSpPr>
            <a:cxnSpLocks/>
          </p:cNvCxnSpPr>
          <p:nvPr/>
        </p:nvCxnSpPr>
        <p:spPr>
          <a:xfrm>
            <a:off x="6369597" y="179070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6655E7F-AA8A-B8B6-B59B-0FA338D41709}"/>
              </a:ext>
            </a:extLst>
          </p:cNvPr>
          <p:cNvCxnSpPr>
            <a:cxnSpLocks/>
          </p:cNvCxnSpPr>
          <p:nvPr/>
        </p:nvCxnSpPr>
        <p:spPr>
          <a:xfrm>
            <a:off x="5989234" y="2052615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7C71F2D-127A-49B3-EACA-3B1979456264}"/>
              </a:ext>
            </a:extLst>
          </p:cNvPr>
          <p:cNvCxnSpPr>
            <a:cxnSpLocks/>
          </p:cNvCxnSpPr>
          <p:nvPr/>
        </p:nvCxnSpPr>
        <p:spPr>
          <a:xfrm>
            <a:off x="6000028" y="2468823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1BA56B4-7B36-ED5B-E7CE-FB90473182E3}"/>
              </a:ext>
            </a:extLst>
          </p:cNvPr>
          <p:cNvCxnSpPr>
            <a:cxnSpLocks/>
          </p:cNvCxnSpPr>
          <p:nvPr/>
        </p:nvCxnSpPr>
        <p:spPr>
          <a:xfrm>
            <a:off x="6068607" y="2674036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2612580-04B3-622A-3453-54C58C3D24C5}"/>
              </a:ext>
            </a:extLst>
          </p:cNvPr>
          <p:cNvCxnSpPr>
            <a:cxnSpLocks/>
          </p:cNvCxnSpPr>
          <p:nvPr/>
        </p:nvCxnSpPr>
        <p:spPr>
          <a:xfrm>
            <a:off x="6369597" y="249168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F6CAFC05-FA1F-F59A-BF7E-7CFEB9C0B208}"/>
              </a:ext>
            </a:extLst>
          </p:cNvPr>
          <p:cNvCxnSpPr>
            <a:cxnSpLocks/>
          </p:cNvCxnSpPr>
          <p:nvPr/>
        </p:nvCxnSpPr>
        <p:spPr>
          <a:xfrm>
            <a:off x="5989234" y="2753591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1D351D2-A904-2EDF-335E-45887B9ACB5D}"/>
              </a:ext>
            </a:extLst>
          </p:cNvPr>
          <p:cNvCxnSpPr>
            <a:cxnSpLocks/>
          </p:cNvCxnSpPr>
          <p:nvPr/>
        </p:nvCxnSpPr>
        <p:spPr>
          <a:xfrm>
            <a:off x="6000028" y="28193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415E7818-086F-EC91-4C45-C00F37629CE7}"/>
              </a:ext>
            </a:extLst>
          </p:cNvPr>
          <p:cNvCxnSpPr>
            <a:cxnSpLocks/>
          </p:cNvCxnSpPr>
          <p:nvPr/>
        </p:nvCxnSpPr>
        <p:spPr>
          <a:xfrm>
            <a:off x="6068607" y="3024524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5FDE5EE-663E-A957-EDFB-3242C508A11B}"/>
              </a:ext>
            </a:extLst>
          </p:cNvPr>
          <p:cNvCxnSpPr>
            <a:cxnSpLocks/>
          </p:cNvCxnSpPr>
          <p:nvPr/>
        </p:nvCxnSpPr>
        <p:spPr>
          <a:xfrm>
            <a:off x="6135282" y="29546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F158E198-2487-A99E-D30F-3B813D330867}"/>
              </a:ext>
            </a:extLst>
          </p:cNvPr>
          <p:cNvCxnSpPr>
            <a:cxnSpLocks/>
          </p:cNvCxnSpPr>
          <p:nvPr/>
        </p:nvCxnSpPr>
        <p:spPr>
          <a:xfrm>
            <a:off x="6369597" y="28421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13DB25F-C4C0-E279-EBC0-16ABCE9A2683}"/>
              </a:ext>
            </a:extLst>
          </p:cNvPr>
          <p:cNvCxnSpPr>
            <a:cxnSpLocks/>
          </p:cNvCxnSpPr>
          <p:nvPr/>
        </p:nvCxnSpPr>
        <p:spPr>
          <a:xfrm>
            <a:off x="5989234" y="31040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F16B4AA-6A08-AA34-C559-A3A1252BA41E}"/>
              </a:ext>
            </a:extLst>
          </p:cNvPr>
          <p:cNvCxnSpPr>
            <a:cxnSpLocks/>
          </p:cNvCxnSpPr>
          <p:nvPr/>
        </p:nvCxnSpPr>
        <p:spPr>
          <a:xfrm>
            <a:off x="6000028" y="211833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1A1C8E3-2B7D-406E-6382-E6C5C0A7141C}"/>
              </a:ext>
            </a:extLst>
          </p:cNvPr>
          <p:cNvCxnSpPr>
            <a:cxnSpLocks/>
          </p:cNvCxnSpPr>
          <p:nvPr/>
        </p:nvCxnSpPr>
        <p:spPr>
          <a:xfrm>
            <a:off x="6068607" y="2323548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DF92FB4-3C81-7EB8-7BDD-416FD2E7579F}"/>
              </a:ext>
            </a:extLst>
          </p:cNvPr>
          <p:cNvCxnSpPr>
            <a:cxnSpLocks/>
          </p:cNvCxnSpPr>
          <p:nvPr/>
        </p:nvCxnSpPr>
        <p:spPr>
          <a:xfrm>
            <a:off x="6135282" y="2253684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9A9AF57-BF96-FF9F-65BD-33CBB5B1429F}"/>
              </a:ext>
            </a:extLst>
          </p:cNvPr>
          <p:cNvCxnSpPr>
            <a:cxnSpLocks/>
          </p:cNvCxnSpPr>
          <p:nvPr/>
        </p:nvCxnSpPr>
        <p:spPr>
          <a:xfrm>
            <a:off x="6369597" y="2141196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261652E-E8E6-912D-4CBB-6B73FCFB1436}"/>
              </a:ext>
            </a:extLst>
          </p:cNvPr>
          <p:cNvCxnSpPr>
            <a:cxnSpLocks/>
          </p:cNvCxnSpPr>
          <p:nvPr/>
        </p:nvCxnSpPr>
        <p:spPr>
          <a:xfrm>
            <a:off x="6301017" y="226840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A90747D-E81F-AA05-6668-C27385695A26}"/>
              </a:ext>
            </a:extLst>
          </p:cNvPr>
          <p:cNvCxnSpPr>
            <a:cxnSpLocks/>
          </p:cNvCxnSpPr>
          <p:nvPr/>
        </p:nvCxnSpPr>
        <p:spPr>
          <a:xfrm>
            <a:off x="5989234" y="240310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B74C8ED6-99A9-9D89-FC6F-72C097E68370}"/>
              </a:ext>
            </a:extLst>
          </p:cNvPr>
          <p:cNvSpPr/>
          <p:nvPr/>
        </p:nvSpPr>
        <p:spPr>
          <a:xfrm>
            <a:off x="6594768" y="1793247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D0F881CE-9CB2-44E0-47C4-4E21951717F4}"/>
              </a:ext>
            </a:extLst>
          </p:cNvPr>
          <p:cNvCxnSpPr>
            <a:cxnSpLocks/>
          </p:cNvCxnSpPr>
          <p:nvPr/>
        </p:nvCxnSpPr>
        <p:spPr>
          <a:xfrm flipH="1">
            <a:off x="6998971" y="2365129"/>
            <a:ext cx="116205" cy="36004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A57270A-BE9E-C65D-60B3-4DAC3F6C4FB5}"/>
              </a:ext>
            </a:extLst>
          </p:cNvPr>
          <p:cNvCxnSpPr>
            <a:cxnSpLocks/>
          </p:cNvCxnSpPr>
          <p:nvPr/>
        </p:nvCxnSpPr>
        <p:spPr>
          <a:xfrm>
            <a:off x="7181850" y="2367033"/>
            <a:ext cx="281940" cy="35814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37675874-D685-57F2-30C8-856A0BCE3DC5}"/>
              </a:ext>
            </a:extLst>
          </p:cNvPr>
          <p:cNvCxnSpPr>
            <a:cxnSpLocks/>
          </p:cNvCxnSpPr>
          <p:nvPr/>
        </p:nvCxnSpPr>
        <p:spPr>
          <a:xfrm>
            <a:off x="7414260" y="2365129"/>
            <a:ext cx="285750" cy="3600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57D3D79C-7266-99FC-804D-4D6D72104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746329"/>
              </p:ext>
            </p:extLst>
          </p:nvPr>
        </p:nvGraphicFramePr>
        <p:xfrm>
          <a:off x="6769881" y="3799139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9E6FE09-813B-5C2A-9AE7-9E23A5B1C193}"/>
              </a:ext>
            </a:extLst>
          </p:cNvPr>
          <p:cNvCxnSpPr>
            <a:cxnSpLocks/>
          </p:cNvCxnSpPr>
          <p:nvPr/>
        </p:nvCxnSpPr>
        <p:spPr>
          <a:xfrm>
            <a:off x="6058126" y="440698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B2741006-7EC6-E6D9-F6A3-9623FE50BA7E}"/>
              </a:ext>
            </a:extLst>
          </p:cNvPr>
          <p:cNvCxnSpPr>
            <a:cxnSpLocks/>
          </p:cNvCxnSpPr>
          <p:nvPr/>
        </p:nvCxnSpPr>
        <p:spPr>
          <a:xfrm>
            <a:off x="6058126" y="37919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2F12486A-0B9B-6E30-64EE-6198EA5DF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222281"/>
              </p:ext>
            </p:extLst>
          </p:nvPr>
        </p:nvGraphicFramePr>
        <p:xfrm>
          <a:off x="8545028" y="2793540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53692EDE-FE34-7B44-7C00-66A7098F3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092177"/>
              </p:ext>
            </p:extLst>
          </p:nvPr>
        </p:nvGraphicFramePr>
        <p:xfrm>
          <a:off x="8545028" y="4012194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38DF9C5C-CFCD-2326-0282-06326098E621}"/>
              </a:ext>
            </a:extLst>
          </p:cNvPr>
          <p:cNvSpPr/>
          <p:nvPr/>
        </p:nvSpPr>
        <p:spPr>
          <a:xfrm>
            <a:off x="4543985" y="2249496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473F3D-E340-EF66-3E8D-3A2EE59C2D5D}"/>
              </a:ext>
            </a:extLst>
          </p:cNvPr>
          <p:cNvSpPr/>
          <p:nvPr/>
        </p:nvSpPr>
        <p:spPr>
          <a:xfrm>
            <a:off x="4465271" y="1598048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42380-414E-049E-E3F8-161F187D408D}"/>
              </a:ext>
            </a:extLst>
          </p:cNvPr>
          <p:cNvSpPr txBox="1"/>
          <p:nvPr/>
        </p:nvSpPr>
        <p:spPr>
          <a:xfrm>
            <a:off x="5670661" y="1443091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46C309-1D91-0259-BCCA-2BFC3A58FED0}"/>
              </a:ext>
            </a:extLst>
          </p:cNvPr>
          <p:cNvSpPr/>
          <p:nvPr/>
        </p:nvSpPr>
        <p:spPr>
          <a:xfrm>
            <a:off x="4465273" y="3587128"/>
            <a:ext cx="3374401" cy="154800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C967B5-62D1-FF0E-413E-1C6ED8A12B2F}"/>
              </a:ext>
            </a:extLst>
          </p:cNvPr>
          <p:cNvSpPr txBox="1"/>
          <p:nvPr/>
        </p:nvSpPr>
        <p:spPr>
          <a:xfrm>
            <a:off x="5616864" y="3433912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1D7F1EAB-8469-77EF-15ED-D0443756DB13}"/>
              </a:ext>
            </a:extLst>
          </p:cNvPr>
          <p:cNvSpPr/>
          <p:nvPr/>
        </p:nvSpPr>
        <p:spPr>
          <a:xfrm rot="18582686">
            <a:off x="4926379" y="3977736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74EEFA4C-F37F-60C1-CE30-92E54BC5AB62}"/>
              </a:ext>
            </a:extLst>
          </p:cNvPr>
          <p:cNvSpPr/>
          <p:nvPr/>
        </p:nvSpPr>
        <p:spPr>
          <a:xfrm rot="2839795" flipV="1">
            <a:off x="5471056" y="4114166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9F15E22C-D239-F894-9282-1C8276E3A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3979177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54B029C-0566-4C0C-8337-810FED572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30809"/>
              </p:ext>
            </p:extLst>
          </p:nvPr>
        </p:nvGraphicFramePr>
        <p:xfrm>
          <a:off x="6769881" y="4416022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4DB8A00-BC6E-CF73-B977-C106BE8E8CD2}"/>
              </a:ext>
            </a:extLst>
          </p:cNvPr>
          <p:cNvSpPr/>
          <p:nvPr/>
        </p:nvSpPr>
        <p:spPr>
          <a:xfrm>
            <a:off x="8396370" y="452658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337448-6EF6-64F0-BC1B-FA8BE0DAAEC6}"/>
              </a:ext>
            </a:extLst>
          </p:cNvPr>
          <p:cNvSpPr txBox="1"/>
          <p:nvPr/>
        </p:nvSpPr>
        <p:spPr>
          <a:xfrm>
            <a:off x="9515311" y="45761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3EC4BE6E-8683-243F-2543-4FC41000707D}"/>
              </a:ext>
            </a:extLst>
          </p:cNvPr>
          <p:cNvSpPr/>
          <p:nvPr/>
        </p:nvSpPr>
        <p:spPr>
          <a:xfrm>
            <a:off x="9794173" y="4652835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C88B12B-1D6F-9058-80B7-45F431E3DCCE}"/>
              </a:ext>
            </a:extLst>
          </p:cNvPr>
          <p:cNvSpPr/>
          <p:nvPr/>
        </p:nvSpPr>
        <p:spPr>
          <a:xfrm>
            <a:off x="10752138" y="4628776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2D528F-23B3-66C5-629A-2211492D1ED9}"/>
              </a:ext>
            </a:extLst>
          </p:cNvPr>
          <p:cNvSpPr txBox="1"/>
          <p:nvPr/>
        </p:nvSpPr>
        <p:spPr>
          <a:xfrm>
            <a:off x="10752138" y="4633877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3.15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0E0666B-C79D-7464-7BC4-D00C42AFE08E}"/>
              </a:ext>
            </a:extLst>
          </p:cNvPr>
          <p:cNvCxnSpPr>
            <a:cxnSpLocks/>
          </p:cNvCxnSpPr>
          <p:nvPr/>
        </p:nvCxnSpPr>
        <p:spPr>
          <a:xfrm>
            <a:off x="10265793" y="476083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0B007DA-CD9A-251E-5A0E-07F3C2106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580451"/>
              </p:ext>
            </p:extLst>
          </p:nvPr>
        </p:nvGraphicFramePr>
        <p:xfrm>
          <a:off x="8545028" y="4623675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C3B3A438-20F5-9839-6620-DD0FA2195301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1" y="4070103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D80B5B4F-8447-FC6E-236F-051F0844D359}"/>
              </a:ext>
            </a:extLst>
          </p:cNvPr>
          <p:cNvSpPr/>
          <p:nvPr/>
        </p:nvSpPr>
        <p:spPr>
          <a:xfrm>
            <a:off x="7004686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2D4ADBC-0EDF-C33F-C2A8-4DADB94B9AFB}"/>
              </a:ext>
            </a:extLst>
          </p:cNvPr>
          <p:cNvSpPr/>
          <p:nvPr/>
        </p:nvSpPr>
        <p:spPr>
          <a:xfrm>
            <a:off x="68865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AC66AB-CF21-48A6-8102-BD572A06FC98}"/>
              </a:ext>
            </a:extLst>
          </p:cNvPr>
          <p:cNvSpPr/>
          <p:nvPr/>
        </p:nvSpPr>
        <p:spPr>
          <a:xfrm>
            <a:off x="70008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CCD41-BDBA-C983-9478-F31BEE8DDAD3}"/>
              </a:ext>
            </a:extLst>
          </p:cNvPr>
          <p:cNvSpPr/>
          <p:nvPr/>
        </p:nvSpPr>
        <p:spPr>
          <a:xfrm>
            <a:off x="7587616" y="4417462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D28B5FC5-20FD-80BA-537F-2A2203EAAE48}"/>
              </a:ext>
            </a:extLst>
          </p:cNvPr>
          <p:cNvCxnSpPr>
            <a:cxnSpLocks/>
          </p:cNvCxnSpPr>
          <p:nvPr/>
        </p:nvCxnSpPr>
        <p:spPr>
          <a:xfrm>
            <a:off x="6196540" y="4630535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E0B7CF9C-129F-9EEC-9AA0-6BE5D1714360}"/>
              </a:ext>
            </a:extLst>
          </p:cNvPr>
          <p:cNvCxnSpPr>
            <a:cxnSpLocks/>
          </p:cNvCxnSpPr>
          <p:nvPr/>
        </p:nvCxnSpPr>
        <p:spPr>
          <a:xfrm>
            <a:off x="6254340" y="4542337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DA9BA53A-CEA8-FB4D-532D-017ACCF9F5DB}"/>
              </a:ext>
            </a:extLst>
          </p:cNvPr>
          <p:cNvCxnSpPr>
            <a:cxnSpLocks/>
          </p:cNvCxnSpPr>
          <p:nvPr/>
        </p:nvCxnSpPr>
        <p:spPr>
          <a:xfrm>
            <a:off x="6323555" y="4429849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4633AB-7E61-8FE1-5849-6486301C6A83}"/>
              </a:ext>
            </a:extLst>
          </p:cNvPr>
          <p:cNvCxnSpPr>
            <a:cxnSpLocks/>
          </p:cNvCxnSpPr>
          <p:nvPr/>
        </p:nvCxnSpPr>
        <p:spPr>
          <a:xfrm>
            <a:off x="6254974" y="39272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A3CCC2A7-009E-050C-E1B0-AC77B79A1BBD}"/>
              </a:ext>
            </a:extLst>
          </p:cNvPr>
          <p:cNvCxnSpPr>
            <a:cxnSpLocks/>
          </p:cNvCxnSpPr>
          <p:nvPr/>
        </p:nvCxnSpPr>
        <p:spPr>
          <a:xfrm>
            <a:off x="6323555" y="38147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894257D5-D5F8-839F-84A3-7B2A764E4AAA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6" y="4072009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0D78B22-435D-873B-07A4-6A3F413FFA6F}"/>
              </a:ext>
            </a:extLst>
          </p:cNvPr>
          <p:cNvSpPr/>
          <p:nvPr/>
        </p:nvSpPr>
        <p:spPr>
          <a:xfrm>
            <a:off x="7585711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349B53EB-8E73-0DA6-82AD-DCFFD593FFD0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1" y="4687323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C2D28F28-C695-9401-ACA2-4708955BC182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1" y="4687323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8F7046FB-5A72-D2EF-DB70-A81DCD6F6C9F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1" y="4688864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48908E5A-63D0-CCD6-EF5C-96F048BB832A}"/>
              </a:ext>
            </a:extLst>
          </p:cNvPr>
          <p:cNvCxnSpPr>
            <a:cxnSpLocks/>
          </p:cNvCxnSpPr>
          <p:nvPr/>
        </p:nvCxnSpPr>
        <p:spPr>
          <a:xfrm>
            <a:off x="6047332" y="40766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8E3AA18-C55E-D448-BCBA-6450E25D1BFC}"/>
              </a:ext>
            </a:extLst>
          </p:cNvPr>
          <p:cNvCxnSpPr>
            <a:cxnSpLocks/>
          </p:cNvCxnSpPr>
          <p:nvPr/>
        </p:nvCxnSpPr>
        <p:spPr>
          <a:xfrm>
            <a:off x="6047332" y="469175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A771519-8415-35BB-94E6-9D909B255B5E}"/>
              </a:ext>
            </a:extLst>
          </p:cNvPr>
          <p:cNvGrpSpPr/>
          <p:nvPr/>
        </p:nvGrpSpPr>
        <p:grpSpPr>
          <a:xfrm>
            <a:off x="7032504" y="2078683"/>
            <a:ext cx="515427" cy="292388"/>
            <a:chOff x="7011436" y="2473900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4EAFBB6-97EC-F07A-8E51-778AA0740976}"/>
                </a:ext>
              </a:extLst>
            </p:cNvPr>
            <p:cNvCxnSpPr>
              <a:cxnSpLocks/>
            </p:cNvCxnSpPr>
            <p:nvPr/>
          </p:nvCxnSpPr>
          <p:spPr>
            <a:xfrm>
              <a:off x="7022231" y="2473900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45613E9-0642-0D1B-15F8-61A21878411D}"/>
                </a:ext>
              </a:extLst>
            </p:cNvPr>
            <p:cNvCxnSpPr>
              <a:cxnSpLocks/>
            </p:cNvCxnSpPr>
            <p:nvPr/>
          </p:nvCxnSpPr>
          <p:spPr>
            <a:xfrm>
              <a:off x="7090810" y="2679113"/>
              <a:ext cx="0" cy="6986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ED5DBC79-27F1-E16C-0887-3A8E83BFA96B}"/>
                </a:ext>
              </a:extLst>
            </p:cNvPr>
            <p:cNvCxnSpPr>
              <a:cxnSpLocks/>
            </p:cNvCxnSpPr>
            <p:nvPr/>
          </p:nvCxnSpPr>
          <p:spPr>
            <a:xfrm>
              <a:off x="7157485" y="2609248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B93022A-124B-ACF4-925A-FB35553BEA34}"/>
                </a:ext>
              </a:extLst>
            </p:cNvPr>
            <p:cNvCxnSpPr>
              <a:cxnSpLocks/>
            </p:cNvCxnSpPr>
            <p:nvPr/>
          </p:nvCxnSpPr>
          <p:spPr>
            <a:xfrm>
              <a:off x="7391800" y="2496760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E8085482-E23F-4E9F-C806-DC0245D0B5DA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36" y="2758668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6F8917D-D5AA-C90A-E4F4-C3F3C878DE85}"/>
              </a:ext>
            </a:extLst>
          </p:cNvPr>
          <p:cNvSpPr/>
          <p:nvPr/>
        </p:nvSpPr>
        <p:spPr>
          <a:xfrm>
            <a:off x="4981065" y="2884340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F2E522-B1B0-1591-7A63-B4BBF8883289}"/>
              </a:ext>
            </a:extLst>
          </p:cNvPr>
          <p:cNvSpPr/>
          <p:nvPr/>
        </p:nvSpPr>
        <p:spPr>
          <a:xfrm>
            <a:off x="4981065" y="4624748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0311C9-FCBD-3929-B6E2-69BDF73F3193}"/>
              </a:ext>
            </a:extLst>
          </p:cNvPr>
          <p:cNvSpPr/>
          <p:nvPr/>
        </p:nvSpPr>
        <p:spPr>
          <a:xfrm>
            <a:off x="6824829" y="1753574"/>
            <a:ext cx="93077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Consensus spectra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54FD15-26A1-73A8-DEF5-736608059F9A}"/>
              </a:ext>
            </a:extLst>
          </p:cNvPr>
          <p:cNvSpPr/>
          <p:nvPr/>
        </p:nvSpPr>
        <p:spPr>
          <a:xfrm>
            <a:off x="10451107" y="1755938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9124E08-8A09-F2B3-4469-72CB9B55809C}"/>
              </a:ext>
            </a:extLst>
          </p:cNvPr>
          <p:cNvSpPr/>
          <p:nvPr/>
        </p:nvSpPr>
        <p:spPr>
          <a:xfrm>
            <a:off x="6758941" y="4921754"/>
            <a:ext cx="940726" cy="16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6EDFCB6-DAEC-39AE-8479-A20F60067D16}"/>
              </a:ext>
            </a:extLst>
          </p:cNvPr>
          <p:cNvSpPr/>
          <p:nvPr/>
        </p:nvSpPr>
        <p:spPr>
          <a:xfrm>
            <a:off x="6824829" y="3039014"/>
            <a:ext cx="930776" cy="190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E81455BF-AC43-E016-CD37-4C6548B3507E}"/>
              </a:ext>
            </a:extLst>
          </p:cNvPr>
          <p:cNvSpPr/>
          <p:nvPr/>
        </p:nvSpPr>
        <p:spPr>
          <a:xfrm rot="16200000">
            <a:off x="8885062" y="1669663"/>
            <a:ext cx="131166" cy="8134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CF954D-3062-FD7A-2DA9-A6B48F3AFBAD}"/>
              </a:ext>
            </a:extLst>
          </p:cNvPr>
          <p:cNvSpPr/>
          <p:nvPr/>
        </p:nvSpPr>
        <p:spPr>
          <a:xfrm>
            <a:off x="8569326" y="1785268"/>
            <a:ext cx="76263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7A01696-E675-504D-3EEC-9556B46E180B}"/>
              </a:ext>
            </a:extLst>
          </p:cNvPr>
          <p:cNvSpPr/>
          <p:nvPr/>
        </p:nvSpPr>
        <p:spPr>
          <a:xfrm>
            <a:off x="930573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MW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2D05447-FBA1-B240-2050-44A354B8857D}"/>
              </a:ext>
            </a:extLst>
          </p:cNvPr>
          <p:cNvSpPr/>
          <p:nvPr/>
        </p:nvSpPr>
        <p:spPr>
          <a:xfrm>
            <a:off x="981078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1AD1867-A702-2ABC-545E-5C59F3804391}"/>
              </a:ext>
            </a:extLst>
          </p:cNvPr>
          <p:cNvCxnSpPr>
            <a:cxnSpLocks/>
          </p:cNvCxnSpPr>
          <p:nvPr/>
        </p:nvCxnSpPr>
        <p:spPr>
          <a:xfrm flipH="1" flipV="1">
            <a:off x="9417764" y="1998176"/>
            <a:ext cx="0" cy="164426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25841F3-D6D3-2AC7-09B5-2EC90B381809}"/>
              </a:ext>
            </a:extLst>
          </p:cNvPr>
          <p:cNvCxnSpPr>
            <a:cxnSpLocks/>
          </p:cNvCxnSpPr>
          <p:nvPr/>
        </p:nvCxnSpPr>
        <p:spPr>
          <a:xfrm flipH="1" flipV="1">
            <a:off x="9920173" y="1998177"/>
            <a:ext cx="0" cy="20083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0CC4DA50-4806-0489-9B48-DAD50B6D9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307771"/>
              </p:ext>
            </p:extLst>
          </p:nvPr>
        </p:nvGraphicFramePr>
        <p:xfrm>
          <a:off x="8545028" y="2157501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AD4089A-0E61-8251-7FA2-E2E164D99FC9}"/>
              </a:ext>
            </a:extLst>
          </p:cNvPr>
          <p:cNvSpPr/>
          <p:nvPr/>
        </p:nvSpPr>
        <p:spPr>
          <a:xfrm>
            <a:off x="446536" y="1223341"/>
            <a:ext cx="3714725" cy="3886016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532EF86-6BB1-9540-8688-76D1F3953E2F}"/>
              </a:ext>
            </a:extLst>
          </p:cNvPr>
          <p:cNvCxnSpPr>
            <a:cxnSpLocks/>
          </p:cNvCxnSpPr>
          <p:nvPr/>
        </p:nvCxnSpPr>
        <p:spPr>
          <a:xfrm>
            <a:off x="2262109" y="2756860"/>
            <a:ext cx="4921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7E5E7B21-0E07-5F75-9083-641444C07381}"/>
              </a:ext>
            </a:extLst>
          </p:cNvPr>
          <p:cNvSpPr/>
          <p:nvPr/>
        </p:nvSpPr>
        <p:spPr>
          <a:xfrm>
            <a:off x="626066" y="1865372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D834FF0-6642-2521-515D-860A69D9F914}"/>
              </a:ext>
            </a:extLst>
          </p:cNvPr>
          <p:cNvSpPr txBox="1"/>
          <p:nvPr/>
        </p:nvSpPr>
        <p:spPr>
          <a:xfrm>
            <a:off x="1304153" y="132355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585097-CBB5-3C98-B52F-A111B90822EE}"/>
              </a:ext>
            </a:extLst>
          </p:cNvPr>
          <p:cNvSpPr txBox="1"/>
          <p:nvPr/>
        </p:nvSpPr>
        <p:spPr>
          <a:xfrm>
            <a:off x="2163389" y="2461274"/>
            <a:ext cx="635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</a:t>
            </a:r>
          </a:p>
        </p:txBody>
      </p:sp>
      <p:sp>
        <p:nvSpPr>
          <p:cNvPr id="110" name="Pentagon 109">
            <a:extLst>
              <a:ext uri="{FF2B5EF4-FFF2-40B4-BE49-F238E27FC236}">
                <a16:creationId xmlns:a16="http://schemas.microsoft.com/office/drawing/2014/main" id="{86DC2D32-228D-07C9-671A-EA9FB0217E63}"/>
              </a:ext>
            </a:extLst>
          </p:cNvPr>
          <p:cNvSpPr/>
          <p:nvPr/>
        </p:nvSpPr>
        <p:spPr>
          <a:xfrm>
            <a:off x="832339" y="2761920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Pentagon 110">
            <a:extLst>
              <a:ext uri="{FF2B5EF4-FFF2-40B4-BE49-F238E27FC236}">
                <a16:creationId xmlns:a16="http://schemas.microsoft.com/office/drawing/2014/main" id="{A441A2BB-0FF4-217B-9E85-EC2C483CBBCE}"/>
              </a:ext>
            </a:extLst>
          </p:cNvPr>
          <p:cNvSpPr/>
          <p:nvPr/>
        </p:nvSpPr>
        <p:spPr>
          <a:xfrm>
            <a:off x="1634710" y="2673424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Pentagon 111">
            <a:extLst>
              <a:ext uri="{FF2B5EF4-FFF2-40B4-BE49-F238E27FC236}">
                <a16:creationId xmlns:a16="http://schemas.microsoft.com/office/drawing/2014/main" id="{2EFA6BCD-AE4D-40EF-FD13-BB1A7D89E2FA}"/>
              </a:ext>
            </a:extLst>
          </p:cNvPr>
          <p:cNvSpPr/>
          <p:nvPr/>
        </p:nvSpPr>
        <p:spPr>
          <a:xfrm>
            <a:off x="1257617" y="2925344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Pentagon 112">
            <a:extLst>
              <a:ext uri="{FF2B5EF4-FFF2-40B4-BE49-F238E27FC236}">
                <a16:creationId xmlns:a16="http://schemas.microsoft.com/office/drawing/2014/main" id="{DD21648E-FA21-167B-0669-4EA8A309A3AF}"/>
              </a:ext>
            </a:extLst>
          </p:cNvPr>
          <p:cNvSpPr/>
          <p:nvPr/>
        </p:nvSpPr>
        <p:spPr>
          <a:xfrm>
            <a:off x="1653795" y="2234444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Plaque 116">
            <a:extLst>
              <a:ext uri="{FF2B5EF4-FFF2-40B4-BE49-F238E27FC236}">
                <a16:creationId xmlns:a16="http://schemas.microsoft.com/office/drawing/2014/main" id="{6926A796-5FFF-DD10-2459-DDA2736869D3}"/>
              </a:ext>
            </a:extLst>
          </p:cNvPr>
          <p:cNvSpPr/>
          <p:nvPr/>
        </p:nvSpPr>
        <p:spPr>
          <a:xfrm>
            <a:off x="750104" y="2240834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8295F5C-F8F2-2070-3EE0-454EA797D547}"/>
              </a:ext>
            </a:extLst>
          </p:cNvPr>
          <p:cNvSpPr txBox="1"/>
          <p:nvPr/>
        </p:nvSpPr>
        <p:spPr>
          <a:xfrm>
            <a:off x="1586308" y="2287400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F9E3666-2198-0F43-6D76-6BAACD070611}"/>
              </a:ext>
            </a:extLst>
          </p:cNvPr>
          <p:cNvSpPr txBox="1"/>
          <p:nvPr/>
        </p:nvSpPr>
        <p:spPr>
          <a:xfrm>
            <a:off x="1559137" y="2721294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FF36654-0CE2-BC8D-A790-0BB4135AC8CA}"/>
              </a:ext>
            </a:extLst>
          </p:cNvPr>
          <p:cNvSpPr txBox="1"/>
          <p:nvPr/>
        </p:nvSpPr>
        <p:spPr>
          <a:xfrm>
            <a:off x="1184031" y="2960422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8E06463-7100-09B1-73BD-65CD6D4C35F6}"/>
              </a:ext>
            </a:extLst>
          </p:cNvPr>
          <p:cNvSpPr txBox="1"/>
          <p:nvPr/>
        </p:nvSpPr>
        <p:spPr>
          <a:xfrm>
            <a:off x="752737" y="2801357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EA95361-6C23-087C-6CD4-0D9A218E3932}"/>
              </a:ext>
            </a:extLst>
          </p:cNvPr>
          <p:cNvSpPr txBox="1"/>
          <p:nvPr/>
        </p:nvSpPr>
        <p:spPr>
          <a:xfrm>
            <a:off x="703320" y="2307664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123" name="Plaque 122">
            <a:extLst>
              <a:ext uri="{FF2B5EF4-FFF2-40B4-BE49-F238E27FC236}">
                <a16:creationId xmlns:a16="http://schemas.microsoft.com/office/drawing/2014/main" id="{65664547-4250-5130-1AFE-0FC60F5CAA7D}"/>
              </a:ext>
            </a:extLst>
          </p:cNvPr>
          <p:cNvSpPr/>
          <p:nvPr/>
        </p:nvSpPr>
        <p:spPr>
          <a:xfrm>
            <a:off x="1193886" y="2027019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29F3388-A3F4-96E2-5450-B4DFC00F24A2}"/>
              </a:ext>
            </a:extLst>
          </p:cNvPr>
          <p:cNvSpPr txBox="1"/>
          <p:nvPr/>
        </p:nvSpPr>
        <p:spPr>
          <a:xfrm>
            <a:off x="1147102" y="2093850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87F2985-6BA5-5F06-CEF4-69449F20D6E6}"/>
              </a:ext>
            </a:extLst>
          </p:cNvPr>
          <p:cNvGrpSpPr/>
          <p:nvPr/>
        </p:nvGrpSpPr>
        <p:grpSpPr>
          <a:xfrm>
            <a:off x="2917845" y="2257391"/>
            <a:ext cx="1080000" cy="924774"/>
            <a:chOff x="3205679" y="1361465"/>
            <a:chExt cx="1080000" cy="924774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1A536F32-8919-CFC6-D9EF-18A41C08B9EF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Pentagon 161">
              <a:extLst>
                <a:ext uri="{FF2B5EF4-FFF2-40B4-BE49-F238E27FC236}">
                  <a16:creationId xmlns:a16="http://schemas.microsoft.com/office/drawing/2014/main" id="{221B8FC3-08C1-11D4-9D9D-CB8399073DA9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Pentagon 162">
              <a:extLst>
                <a:ext uri="{FF2B5EF4-FFF2-40B4-BE49-F238E27FC236}">
                  <a16:creationId xmlns:a16="http://schemas.microsoft.com/office/drawing/2014/main" id="{C2BEB88C-D660-F23E-8056-DAFC226F07C1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Plaque 163">
              <a:extLst>
                <a:ext uri="{FF2B5EF4-FFF2-40B4-BE49-F238E27FC236}">
                  <a16:creationId xmlns:a16="http://schemas.microsoft.com/office/drawing/2014/main" id="{170E4B33-906D-520D-2065-752ABDD2BEB7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D2BAD81-B01F-E416-2FE3-BAE42620355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AABF9E53-8D1C-3DC0-F6FE-D1F356120A9F}"/>
                </a:ext>
              </a:extLst>
            </p:cNvPr>
            <p:cNvSpPr txBox="1"/>
            <p:nvPr/>
          </p:nvSpPr>
          <p:spPr>
            <a:xfrm>
              <a:off x="3669792" y="1905333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93A0823-700D-1B08-400F-810D58255E1E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E8962CB8-1283-5F3B-6268-46A296854C93}"/>
              </a:ext>
            </a:extLst>
          </p:cNvPr>
          <p:cNvSpPr txBox="1"/>
          <p:nvPr/>
        </p:nvSpPr>
        <p:spPr>
          <a:xfrm>
            <a:off x="1667496" y="3992093"/>
            <a:ext cx="18197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FDA9122E-5698-C85E-91E4-B36EFEB01E8C}"/>
              </a:ext>
            </a:extLst>
          </p:cNvPr>
          <p:cNvSpPr/>
          <p:nvPr/>
        </p:nvSpPr>
        <p:spPr>
          <a:xfrm>
            <a:off x="1120597" y="3944668"/>
            <a:ext cx="2305469" cy="922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Gelijkbenige driehoek 51">
            <a:extLst>
              <a:ext uri="{FF2B5EF4-FFF2-40B4-BE49-F238E27FC236}">
                <a16:creationId xmlns:a16="http://schemas.microsoft.com/office/drawing/2014/main" id="{169B66D9-3088-F5EA-D5B5-028C16CADF32}"/>
              </a:ext>
            </a:extLst>
          </p:cNvPr>
          <p:cNvSpPr/>
          <p:nvPr/>
        </p:nvSpPr>
        <p:spPr>
          <a:xfrm rot="7639531">
            <a:off x="2178758" y="3730934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51" name="Arc 150">
            <a:extLst>
              <a:ext uri="{FF2B5EF4-FFF2-40B4-BE49-F238E27FC236}">
                <a16:creationId xmlns:a16="http://schemas.microsoft.com/office/drawing/2014/main" id="{10AE032F-D9BE-80B2-4F52-745AA8324E29}"/>
              </a:ext>
            </a:extLst>
          </p:cNvPr>
          <p:cNvSpPr/>
          <p:nvPr/>
        </p:nvSpPr>
        <p:spPr>
          <a:xfrm rot="18323492">
            <a:off x="1537040" y="4082509"/>
            <a:ext cx="485073" cy="601321"/>
          </a:xfrm>
          <a:prstGeom prst="arc">
            <a:avLst>
              <a:gd name="adj1" fmla="val 16200000"/>
              <a:gd name="adj2" fmla="val 19365484"/>
            </a:avLst>
          </a:prstGeom>
          <a:ln w="19050" cap="rnd">
            <a:solidFill>
              <a:schemeClr val="accent1"/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89F5878-3845-A155-7006-8451675B2DE8}"/>
              </a:ext>
            </a:extLst>
          </p:cNvPr>
          <p:cNvGrpSpPr/>
          <p:nvPr/>
        </p:nvGrpSpPr>
        <p:grpSpPr>
          <a:xfrm>
            <a:off x="1188827" y="4170729"/>
            <a:ext cx="505060" cy="469877"/>
            <a:chOff x="899661" y="4385584"/>
            <a:chExt cx="505060" cy="469877"/>
          </a:xfrm>
        </p:grpSpPr>
        <p:sp>
          <p:nvSpPr>
            <p:cNvPr id="159" name="Plaque 158">
              <a:extLst>
                <a:ext uri="{FF2B5EF4-FFF2-40B4-BE49-F238E27FC236}">
                  <a16:creationId xmlns:a16="http://schemas.microsoft.com/office/drawing/2014/main" id="{AAB04E35-4A41-D6BD-C3A6-D0317F6E470D}"/>
                </a:ext>
              </a:extLst>
            </p:cNvPr>
            <p:cNvSpPr/>
            <p:nvPr/>
          </p:nvSpPr>
          <p:spPr>
            <a:xfrm>
              <a:off x="917255" y="4385584"/>
              <a:ext cx="469877" cy="469877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4D10640-CBB5-90C3-A1F6-D125D4532E47}"/>
                </a:ext>
              </a:extLst>
            </p:cNvPr>
            <p:cNvSpPr txBox="1"/>
            <p:nvPr/>
          </p:nvSpPr>
          <p:spPr>
            <a:xfrm>
              <a:off x="899661" y="4489714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53" name="Arc 152">
            <a:extLst>
              <a:ext uri="{FF2B5EF4-FFF2-40B4-BE49-F238E27FC236}">
                <a16:creationId xmlns:a16="http://schemas.microsoft.com/office/drawing/2014/main" id="{59D7E598-4E2F-0852-9A83-3450724C0A58}"/>
              </a:ext>
            </a:extLst>
          </p:cNvPr>
          <p:cNvSpPr/>
          <p:nvPr/>
        </p:nvSpPr>
        <p:spPr>
          <a:xfrm rot="3190960" flipV="1">
            <a:off x="1430224" y="3981481"/>
            <a:ext cx="673127" cy="739758"/>
          </a:xfrm>
          <a:prstGeom prst="arc">
            <a:avLst>
              <a:gd name="adj1" fmla="val 16200000"/>
              <a:gd name="adj2" fmla="val 19162302"/>
            </a:avLst>
          </a:prstGeom>
          <a:ln w="19050" cap="rnd">
            <a:solidFill>
              <a:schemeClr val="accent1"/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D76B8A7-E21E-BDFF-1E37-9BEC70458A14}"/>
              </a:ext>
            </a:extLst>
          </p:cNvPr>
          <p:cNvCxnSpPr>
            <a:cxnSpLocks/>
          </p:cNvCxnSpPr>
          <p:nvPr/>
        </p:nvCxnSpPr>
        <p:spPr>
          <a:xfrm flipV="1">
            <a:off x="1601778" y="4405510"/>
            <a:ext cx="279554" cy="315"/>
          </a:xfrm>
          <a:prstGeom prst="straightConnector1">
            <a:avLst/>
          </a:prstGeom>
          <a:ln w="19050" cap="rnd">
            <a:solidFill>
              <a:schemeClr val="accent1"/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14E25EE-5BAE-7107-2FD1-EBBACB931BDE}"/>
              </a:ext>
            </a:extLst>
          </p:cNvPr>
          <p:cNvSpPr txBox="1"/>
          <p:nvPr/>
        </p:nvSpPr>
        <p:spPr>
          <a:xfrm>
            <a:off x="1819228" y="4278709"/>
            <a:ext cx="14415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45698A3-2E6E-3D62-96D6-BB619307886A}"/>
              </a:ext>
            </a:extLst>
          </p:cNvPr>
          <p:cNvSpPr txBox="1"/>
          <p:nvPr/>
        </p:nvSpPr>
        <p:spPr>
          <a:xfrm>
            <a:off x="1592816" y="4562086"/>
            <a:ext cx="10511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B18E681-01C4-C479-2449-E808BCDB3FF0}"/>
              </a:ext>
            </a:extLst>
          </p:cNvPr>
          <p:cNvSpPr/>
          <p:nvPr/>
        </p:nvSpPr>
        <p:spPr>
          <a:xfrm>
            <a:off x="675636" y="3418716"/>
            <a:ext cx="1412860" cy="327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283239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1148</TotalTime>
  <Words>62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30</cp:revision>
  <dcterms:created xsi:type="dcterms:W3CDTF">2024-03-03T20:53:48Z</dcterms:created>
  <dcterms:modified xsi:type="dcterms:W3CDTF">2025-04-25T16:20:30Z</dcterms:modified>
</cp:coreProperties>
</file>