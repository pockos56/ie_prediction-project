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7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P model" id="{1B42616A-2B09-4BA8-A4B2-CD3BE1E7681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>
        <p:scale>
          <a:sx n="100" d="100"/>
          <a:sy n="100" d="100"/>
        </p:scale>
        <p:origin x="202" y="77"/>
      </p:cViewPr>
      <p:guideLst>
        <p:guide orient="horz" pos="18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AC33-D29C-57B1-CCD7-C933475C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09D2C-B574-FD08-97EF-E84763395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35869-73D6-A829-7690-9F476A72B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4A492-7E47-EF00-93B8-BCF989882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768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3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7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0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9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ABE4-5180-5D4B-A987-956E1E96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F7ECD390-2A7F-64B4-8786-B43DC1A37695}"/>
              </a:ext>
            </a:extLst>
          </p:cNvPr>
          <p:cNvSpPr/>
          <p:nvPr/>
        </p:nvSpPr>
        <p:spPr>
          <a:xfrm>
            <a:off x="2" y="1980503"/>
            <a:ext cx="12192000" cy="2303243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62044D-CAC3-E379-67C0-E2F396EC5D04}"/>
              </a:ext>
            </a:extLst>
          </p:cNvPr>
          <p:cNvSpPr/>
          <p:nvPr/>
        </p:nvSpPr>
        <p:spPr>
          <a:xfrm>
            <a:off x="4546048" y="1514672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0DC704-9861-E902-2B12-5308955DCBB6}"/>
              </a:ext>
            </a:extLst>
          </p:cNvPr>
          <p:cNvSpPr txBox="1"/>
          <p:nvPr/>
        </p:nvSpPr>
        <p:spPr>
          <a:xfrm>
            <a:off x="4859651" y="1670111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5312DB2-7BA5-03B2-E4A1-17974084B4C1}"/>
              </a:ext>
            </a:extLst>
          </p:cNvPr>
          <p:cNvSpPr/>
          <p:nvPr/>
        </p:nvSpPr>
        <p:spPr>
          <a:xfrm>
            <a:off x="7955729" y="1044124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419BB-16C3-8C81-22C6-8417C1A43671}"/>
              </a:ext>
            </a:extLst>
          </p:cNvPr>
          <p:cNvSpPr txBox="1"/>
          <p:nvPr/>
        </p:nvSpPr>
        <p:spPr>
          <a:xfrm>
            <a:off x="8769320" y="111385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0A59B386-CC89-8D09-61E5-95FC89DAD6A0}"/>
              </a:ext>
            </a:extLst>
          </p:cNvPr>
          <p:cNvSpPr/>
          <p:nvPr/>
        </p:nvSpPr>
        <p:spPr>
          <a:xfrm>
            <a:off x="4744640" y="3749573"/>
            <a:ext cx="504273" cy="504273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5128ADF5-CFF3-F054-CA96-764D68A0CBC0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2581293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0C809C97-5F26-875D-19B1-3397D94B6DD8}"/>
              </a:ext>
            </a:extLst>
          </p:cNvPr>
          <p:cNvSpPr/>
          <p:nvPr/>
        </p:nvSpPr>
        <p:spPr>
          <a:xfrm>
            <a:off x="4744640" y="2492314"/>
            <a:ext cx="504273" cy="504273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7C785A55-23B6-5851-7D6C-141F6B436B27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3813236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150E713-C2B0-91DA-C7A3-726F09ECE8B7}"/>
              </a:ext>
            </a:extLst>
          </p:cNvPr>
          <p:cNvSpPr/>
          <p:nvPr/>
        </p:nvSpPr>
        <p:spPr>
          <a:xfrm rot="18582686">
            <a:off x="5169007" y="3654452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5F77E4BF-1D9F-BCD0-52C7-91B471A43EC1}"/>
              </a:ext>
            </a:extLst>
          </p:cNvPr>
          <p:cNvSpPr/>
          <p:nvPr/>
        </p:nvSpPr>
        <p:spPr>
          <a:xfrm rot="2839795" flipV="1">
            <a:off x="5887588" y="3804188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0580ABED-11A8-A77F-4697-B888EB9610A3}"/>
              </a:ext>
            </a:extLst>
          </p:cNvPr>
          <p:cNvGrpSpPr/>
          <p:nvPr/>
        </p:nvGrpSpPr>
        <p:grpSpPr>
          <a:xfrm>
            <a:off x="5617241" y="37484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4E9D376-39FB-0FF5-BA13-5F131716346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69CDB3B-E447-AFE8-E2F6-219627353F9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53A88D0-9136-9ACA-3895-9F842548BDCF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1DE7641-792F-5B21-F974-8FF9A82E15FA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557AB55-87B4-5288-A4A6-84C16F722B35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1FF2BFB-C998-02A3-0303-60F1284445E9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1B49066-D1DC-753A-C000-083502C3F7EC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AB0916C-918E-CAC5-B0F2-7693983BE8A2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E1732BF-61A9-8F55-2B76-DE9C8235252A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A7EE9099-9875-8E6C-B074-DBAAD850CFA9}"/>
              </a:ext>
            </a:extLst>
          </p:cNvPr>
          <p:cNvSpPr/>
          <p:nvPr/>
        </p:nvSpPr>
        <p:spPr>
          <a:xfrm rot="18582686">
            <a:off x="5169007" y="242511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28A45767-B3D9-BD56-DF39-F649CB2386AC}"/>
              </a:ext>
            </a:extLst>
          </p:cNvPr>
          <p:cNvSpPr/>
          <p:nvPr/>
        </p:nvSpPr>
        <p:spPr>
          <a:xfrm rot="2839795" flipV="1">
            <a:off x="5887588" y="257485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B2E8CD37-4FA8-1D29-0081-CC7BCAF10B05}"/>
              </a:ext>
            </a:extLst>
          </p:cNvPr>
          <p:cNvGrpSpPr/>
          <p:nvPr/>
        </p:nvGrpSpPr>
        <p:grpSpPr>
          <a:xfrm>
            <a:off x="5617241" y="25190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665817-5770-09F2-2A64-FB5E168D94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CD46895-1533-531C-2A26-E84265FD31B5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8007ECA-7D00-10A5-F1F2-7711D2CB0AFE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D096CA8-A69D-3BA9-97E9-D52422F60564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1F91B09-89E4-CDE2-8CAD-3D7966EC6077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22348B7-1234-0C70-D7B9-C838E0C749CA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362A69B-EE10-3334-733D-C0E7C72B240B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B85DFEE-C2E7-7B14-6E86-1C944F564300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9767EED-CFFA-7B6E-5ADB-29AC2F60528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2A215F0-B632-7ABD-3A2A-A12FB999A2F3}"/>
              </a:ext>
            </a:extLst>
          </p:cNvPr>
          <p:cNvSpPr/>
          <p:nvPr/>
        </p:nvSpPr>
        <p:spPr>
          <a:xfrm>
            <a:off x="8106557" y="1703301"/>
            <a:ext cx="3325016" cy="2017926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BDF38BC2-42E3-E614-6ABE-4DD3B517F061}"/>
              </a:ext>
            </a:extLst>
          </p:cNvPr>
          <p:cNvSpPr/>
          <p:nvPr/>
        </p:nvSpPr>
        <p:spPr>
          <a:xfrm>
            <a:off x="8210484" y="2337348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B8D9893F-000A-7E61-C92B-B7A0D17E5173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2434434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E677C890-4E74-465D-ACD4-79F17577FFB2}"/>
              </a:ext>
            </a:extLst>
          </p:cNvPr>
          <p:cNvSpPr txBox="1"/>
          <p:nvPr/>
        </p:nvSpPr>
        <p:spPr>
          <a:xfrm>
            <a:off x="9483561" y="2386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2179445F-EBFF-B66D-7F55-538AAF2669C0}"/>
              </a:ext>
            </a:extLst>
          </p:cNvPr>
          <p:cNvSpPr/>
          <p:nvPr/>
        </p:nvSpPr>
        <p:spPr>
          <a:xfrm>
            <a:off x="8210484" y="3006916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703C308F-C6EF-3066-4E61-12093E572B71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3104001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89F5F1C3-A99D-823C-D664-A2BF8619F556}"/>
              </a:ext>
            </a:extLst>
          </p:cNvPr>
          <p:cNvSpPr txBox="1"/>
          <p:nvPr/>
        </p:nvSpPr>
        <p:spPr>
          <a:xfrm>
            <a:off x="9483561" y="3056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0FCBCE88-B766-955A-95C0-D498F986B6F2}"/>
              </a:ext>
            </a:extLst>
          </p:cNvPr>
          <p:cNvSpPr/>
          <p:nvPr/>
        </p:nvSpPr>
        <p:spPr>
          <a:xfrm>
            <a:off x="9766604" y="313316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1A2A4CF-9381-E502-7A85-DE9ABCCC16FF}"/>
              </a:ext>
            </a:extLst>
          </p:cNvPr>
          <p:cNvSpPr txBox="1"/>
          <p:nvPr/>
        </p:nvSpPr>
        <p:spPr>
          <a:xfrm>
            <a:off x="9332850" y="1551702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0DA805D4-237A-10A5-DE7E-9DF8B572B9BB}"/>
              </a:ext>
            </a:extLst>
          </p:cNvPr>
          <p:cNvSpPr/>
          <p:nvPr/>
        </p:nvSpPr>
        <p:spPr>
          <a:xfrm>
            <a:off x="8210484" y="4338853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0FFB65D-341A-0959-7FF0-A47BA19CCC0B}"/>
              </a:ext>
            </a:extLst>
          </p:cNvPr>
          <p:cNvSpPr txBox="1"/>
          <p:nvPr/>
        </p:nvSpPr>
        <p:spPr>
          <a:xfrm>
            <a:off x="9483561" y="4388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41463C2C-5303-1896-8A0D-857A8A407723}"/>
              </a:ext>
            </a:extLst>
          </p:cNvPr>
          <p:cNvSpPr/>
          <p:nvPr/>
        </p:nvSpPr>
        <p:spPr>
          <a:xfrm>
            <a:off x="9766604" y="4465099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B564F6BF-EDEA-BDEC-ADB7-D325E229595C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443593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3A91539-EBC9-EEF8-6804-FBAC80999B21}"/>
              </a:ext>
            </a:extLst>
          </p:cNvPr>
          <p:cNvSpPr/>
          <p:nvPr/>
        </p:nvSpPr>
        <p:spPr>
          <a:xfrm>
            <a:off x="8106557" y="4038742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1B60E2D-5413-606D-BA61-5198FF391051}"/>
              </a:ext>
            </a:extLst>
          </p:cNvPr>
          <p:cNvSpPr txBox="1"/>
          <p:nvPr/>
        </p:nvSpPr>
        <p:spPr>
          <a:xfrm>
            <a:off x="9425941" y="3883628"/>
            <a:ext cx="686248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5C639DF-D07A-60D1-0BCF-A2FCE0235808}"/>
              </a:ext>
            </a:extLst>
          </p:cNvPr>
          <p:cNvCxnSpPr>
            <a:cxnSpLocks/>
          </p:cNvCxnSpPr>
          <p:nvPr/>
        </p:nvCxnSpPr>
        <p:spPr>
          <a:xfrm>
            <a:off x="10166737" y="2571593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0E4F477-B2A8-09AC-1D05-44841337B911}"/>
              </a:ext>
            </a:extLst>
          </p:cNvPr>
          <p:cNvSpPr/>
          <p:nvPr/>
        </p:nvSpPr>
        <p:spPr>
          <a:xfrm>
            <a:off x="10595073" y="24395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FEEB49A5-7AC2-CF81-550F-81176BF89BAE}"/>
              </a:ext>
            </a:extLst>
          </p:cNvPr>
          <p:cNvSpPr/>
          <p:nvPr/>
        </p:nvSpPr>
        <p:spPr>
          <a:xfrm>
            <a:off x="10595073" y="310910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E91FEA66-5FA7-FAD9-6D8D-CC164BD96078}"/>
              </a:ext>
            </a:extLst>
          </p:cNvPr>
          <p:cNvSpPr/>
          <p:nvPr/>
        </p:nvSpPr>
        <p:spPr>
          <a:xfrm>
            <a:off x="10595073" y="44410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2ACE0C-F7FD-23B5-E7B0-D65EF80BAEE6}"/>
              </a:ext>
            </a:extLst>
          </p:cNvPr>
          <p:cNvSpPr txBox="1"/>
          <p:nvPr/>
        </p:nvSpPr>
        <p:spPr>
          <a:xfrm>
            <a:off x="10570654" y="2444636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C47B5C-BBED-D1FD-2463-8603EFB9A1EC}"/>
              </a:ext>
            </a:extLst>
          </p:cNvPr>
          <p:cNvSpPr txBox="1"/>
          <p:nvPr/>
        </p:nvSpPr>
        <p:spPr>
          <a:xfrm>
            <a:off x="10559642" y="311420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DB345B6-7D63-B5BF-F2BC-089831819E7E}"/>
              </a:ext>
            </a:extLst>
          </p:cNvPr>
          <p:cNvSpPr txBox="1"/>
          <p:nvPr/>
        </p:nvSpPr>
        <p:spPr>
          <a:xfrm>
            <a:off x="10559642" y="444614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3.15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A7C6765-723F-E9CA-C5A2-7CF0BC973235}"/>
              </a:ext>
            </a:extLst>
          </p:cNvPr>
          <p:cNvCxnSpPr>
            <a:cxnSpLocks/>
          </p:cNvCxnSpPr>
          <p:nvPr/>
        </p:nvCxnSpPr>
        <p:spPr>
          <a:xfrm>
            <a:off x="10166737" y="3241161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82AA5E2-6C54-CB32-15A4-8640FE693DF2}"/>
              </a:ext>
            </a:extLst>
          </p:cNvPr>
          <p:cNvCxnSpPr>
            <a:cxnSpLocks/>
          </p:cNvCxnSpPr>
          <p:nvPr/>
        </p:nvCxnSpPr>
        <p:spPr>
          <a:xfrm>
            <a:off x="10166737" y="4573099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D8181A0-C788-3FE8-3511-3B38E575EC52}"/>
              </a:ext>
            </a:extLst>
          </p:cNvPr>
          <p:cNvSpPr txBox="1"/>
          <p:nvPr/>
        </p:nvSpPr>
        <p:spPr>
          <a:xfrm>
            <a:off x="4409272" y="156050"/>
            <a:ext cx="3373460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39B713C-8F71-42C6-755D-2523C32DA75A}"/>
              </a:ext>
            </a:extLst>
          </p:cNvPr>
          <p:cNvSpPr/>
          <p:nvPr/>
        </p:nvSpPr>
        <p:spPr>
          <a:xfrm>
            <a:off x="10372510" y="2028050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1A89821C-10B8-A8FE-8C98-7E0DC4F367ED}"/>
              </a:ext>
            </a:extLst>
          </p:cNvPr>
          <p:cNvSpPr/>
          <p:nvPr/>
        </p:nvSpPr>
        <p:spPr>
          <a:xfrm rot="16200000">
            <a:off x="8791150" y="1731788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5E33094-E191-6A2B-D2B9-13EFCB4CCC67}"/>
              </a:ext>
            </a:extLst>
          </p:cNvPr>
          <p:cNvSpPr/>
          <p:nvPr/>
        </p:nvSpPr>
        <p:spPr>
          <a:xfrm>
            <a:off x="8404861" y="1970010"/>
            <a:ext cx="97155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C8E4DF0-D68A-5A10-740A-50CFEC77A2EF}"/>
              </a:ext>
            </a:extLst>
          </p:cNvPr>
          <p:cNvSpPr/>
          <p:nvPr/>
        </p:nvSpPr>
        <p:spPr>
          <a:xfrm>
            <a:off x="9782453" y="1974820"/>
            <a:ext cx="224066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5442735-8C16-E2CB-80E0-0EEAEBF2331C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8" y="2236430"/>
            <a:ext cx="1838" cy="329614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56D35527-244F-6F70-38AB-1926D4E13808}"/>
              </a:ext>
            </a:extLst>
          </p:cNvPr>
          <p:cNvSpPr/>
          <p:nvPr/>
        </p:nvSpPr>
        <p:spPr>
          <a:xfrm>
            <a:off x="9766604" y="2463593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85F9FA-1103-7FC5-76D1-80149F1DCD00}"/>
              </a:ext>
            </a:extLst>
          </p:cNvPr>
          <p:cNvSpPr/>
          <p:nvPr/>
        </p:nvSpPr>
        <p:spPr>
          <a:xfrm>
            <a:off x="5194069" y="3086602"/>
            <a:ext cx="120407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ECBA9B-D3D5-BB3A-37E6-91E5CA20E52C}"/>
              </a:ext>
            </a:extLst>
          </p:cNvPr>
          <p:cNvSpPr/>
          <p:nvPr/>
        </p:nvSpPr>
        <p:spPr>
          <a:xfrm>
            <a:off x="6489680" y="2880592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9E16F3-F675-752B-69DC-0D7B594F399C}"/>
              </a:ext>
            </a:extLst>
          </p:cNvPr>
          <p:cNvSpPr/>
          <p:nvPr/>
        </p:nvSpPr>
        <p:spPr>
          <a:xfrm>
            <a:off x="6489680" y="4143087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31D5237-4080-4285-4D5C-0E698E70563B}"/>
              </a:ext>
            </a:extLst>
          </p:cNvPr>
          <p:cNvSpPr/>
          <p:nvPr/>
        </p:nvSpPr>
        <p:spPr>
          <a:xfrm>
            <a:off x="5075017" y="4318756"/>
            <a:ext cx="1442174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F0B20D-7874-FDE1-2B8A-C41FB0667F89}"/>
              </a:ext>
            </a:extLst>
          </p:cNvPr>
          <p:cNvSpPr/>
          <p:nvPr/>
        </p:nvSpPr>
        <p:spPr>
          <a:xfrm>
            <a:off x="507496" y="1188177"/>
            <a:ext cx="3714725" cy="3886016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264EF0-947F-79D2-6D68-BF204BE70CF2}"/>
              </a:ext>
            </a:extLst>
          </p:cNvPr>
          <p:cNvSpPr txBox="1"/>
          <p:nvPr/>
        </p:nvSpPr>
        <p:spPr>
          <a:xfrm>
            <a:off x="1365113" y="128838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9846F0F-FFCD-D693-C8E6-0FC99BC82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02192"/>
              </p:ext>
            </p:extLst>
          </p:nvPr>
        </p:nvGraphicFramePr>
        <p:xfrm>
          <a:off x="609598" y="2028050"/>
          <a:ext cx="1692000" cy="201084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81539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</a:rPr>
                        <a:t>Compound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</a:rPr>
                        <a:t>pH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</a:rPr>
                        <a:t>logIE</a:t>
                      </a:r>
                      <a:endParaRPr lang="en-US" sz="1100" b="0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  <a:tr h="232758">
                <a:tc rowSpan="2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2327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69"/>
                  </a:ext>
                </a:extLst>
              </a:tr>
              <a:tr h="232758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cysteine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0.93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232758">
                <a:tc rowSpan="3"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59059"/>
                  </a:ext>
                </a:extLst>
              </a:tr>
              <a:tr h="2327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5.1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581406"/>
                  </a:ext>
                </a:extLst>
              </a:tr>
              <a:tr h="2327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8.0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32758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E2CC4AB3-6F72-CBED-1FC2-9EABA85504B9}"/>
              </a:ext>
            </a:extLst>
          </p:cNvPr>
          <p:cNvSpPr txBox="1"/>
          <p:nvPr/>
        </p:nvSpPr>
        <p:spPr>
          <a:xfrm>
            <a:off x="1340357" y="431875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1" name="Picture 10" descr="A molecule of a chemical compound&#10;&#10;AI-generated content may be incorrect.">
            <a:extLst>
              <a:ext uri="{FF2B5EF4-FFF2-40B4-BE49-F238E27FC236}">
                <a16:creationId xmlns:a16="http://schemas.microsoft.com/office/drawing/2014/main" id="{D97E577D-1A63-4FB9-AEFC-B90CD5581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4" t="41787" r="27714" b="36708"/>
          <a:stretch/>
        </p:blipFill>
        <p:spPr>
          <a:xfrm>
            <a:off x="362080" y="784770"/>
            <a:ext cx="672121" cy="329081"/>
          </a:xfrm>
          <a:prstGeom prst="rect">
            <a:avLst/>
          </a:prstGeom>
        </p:spPr>
      </p:pic>
      <p:pic>
        <p:nvPicPr>
          <p:cNvPr id="13" name="Picture 12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3C5465D9-BC7F-1CCA-78AB-4563637D0E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9" t="25561" r="23859" b="26599"/>
          <a:stretch/>
        </p:blipFill>
        <p:spPr>
          <a:xfrm>
            <a:off x="806311" y="3176947"/>
            <a:ext cx="558802" cy="517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53567D-DD50-7A54-B65F-06B19DF724C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075" t="35496" r="16195" b="29433"/>
          <a:stretch/>
        </p:blipFill>
        <p:spPr>
          <a:xfrm>
            <a:off x="685956" y="2426894"/>
            <a:ext cx="798657" cy="41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77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1196</TotalTime>
  <Words>46</Words>
  <Application>Microsoft Office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Cambria</vt:lpstr>
      <vt:lpstr>Consolas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34</cp:revision>
  <dcterms:created xsi:type="dcterms:W3CDTF">2024-03-03T20:53:48Z</dcterms:created>
  <dcterms:modified xsi:type="dcterms:W3CDTF">2025-05-04T23:51:52Z</dcterms:modified>
</cp:coreProperties>
</file>