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C5F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979FD-96A7-9B9F-B35A-3B063EE54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47C1A-ED01-D200-1BC1-B88598C78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FDC1A-6FC7-4C05-751A-9E391BC7F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B12E2-00F2-7B9C-7839-1B56D43C9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DE88-3486-340E-C885-4A40DA496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781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166CC-2D7D-0F5E-F28E-81CEA5961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02512-1688-1F4E-A230-A09637A02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54D82-E06F-D52A-D39C-F50D4E251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AD47-0725-30F3-B6BC-28E7D769D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A3366-4C46-6DDA-A713-935845BF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55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E284E-BEB5-E113-3F8D-99A0B2F96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BD5EE-8211-2016-0B9C-1F5F22500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84C95-F237-3F6F-A3D7-3D6204299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F915C-1DB5-2119-73A4-C5EC015D7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36307-8EC1-8665-66A2-DB7B7E0DB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95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C416F-749D-EADC-920A-821C0B2A3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9161D-D36D-54AE-02B5-9327DECA6C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A1CFA-F218-8DED-1FC1-3B46B3F7A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43EC8-F4A6-78B4-B470-FB823CD92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5F465-B688-6111-60EC-4B595D6EE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62660-F739-5E12-AA5E-8ADBE9205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685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568CC-9411-DEA9-70D8-8C2ADE385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205C6-6BA1-9D79-6579-3D2E9AF3E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46625-A833-438A-461F-F42D8F4EF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976EC8-F778-14DA-1F02-E63354DDD7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E6B121-89AE-692A-B1BF-4C00A5EB33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446E63-9AFB-9D15-8EBC-E60B717D0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FABA1D-9B93-7503-CDF9-56B7475F4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0142CC-39E4-A7A4-6DE7-E91F4E09A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93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27D5D-1E24-56B9-80B6-9A07317C8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F8FDF8-4F2A-A1F0-D02B-66D0CE58B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6DD8A-26F0-BE54-E16F-CDA1113E5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E470E9-C236-4507-16D0-3708149A1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477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54A956-4453-3C55-4741-B8B78754B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9220EA-A76F-97B9-ABAA-AC5DDD36D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93076-7C43-3266-F905-7F447755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28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F0B60-1917-D8AA-9C8D-B8FBA0F6D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641E7-07DC-C035-9AA8-0B5E9D412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B2DE17-0636-7B52-4B0D-811EA1FFD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AB7E7-6DCD-4867-2C79-BE7062B12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FB0FA-BEBB-CEF4-7D4C-7DE607D6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D5BA0-8122-81C1-24B3-E48BBD2B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42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21070-A4D1-FC2E-4A20-C66413AD0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7B1D00-6F79-24C4-77B6-29D550FFFC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F9E5C-1031-096D-4F11-47CC5D47C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1CBB8-FE18-BCED-E875-4C39E1BDB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C50BA-67CB-065B-4E60-D4437BA2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9ACF2-612F-54B7-04B2-814C511EE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22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223DE-9BE5-F757-3150-FCC0C7472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E4E4A9-5442-281E-3A3D-FDEE4DB0B0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1F116-B39E-3365-B88E-3DA1D5F6B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2B4E3-222C-9B09-5A46-89500E429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7186D-5466-2D8C-AE7E-0E724BA06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325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B41867-0C66-6B4B-1144-B5745DA710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4CCBB-021D-CFD3-7D22-C3F2DB3E5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732D0-E20B-D2AB-0371-036136EA1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E2800-39B5-F9E0-D1B4-3B6881E8E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94B06-9EBC-A638-339F-85A5FF117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64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C2504F-E239-B38D-1E9F-3A92A784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886BC-1910-FF8B-22BB-880209F60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83DC3-5E24-B7BA-7D00-A585349B41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9046E-0F48-469F-B64E-AD898842AE09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36430-1C1C-F5D9-19D6-F546FD153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998EB-5F56-0A9A-F0E8-3BFA32539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3A11A-F310-4CD0-9B1D-CC41033CB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392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1536EE-F862-C41A-18E6-6905556C2C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47A739-25C2-618F-A37B-D8DC1CB82C02}"/>
              </a:ext>
            </a:extLst>
          </p:cNvPr>
          <p:cNvSpPr txBox="1"/>
          <p:nvPr/>
        </p:nvSpPr>
        <p:spPr>
          <a:xfrm>
            <a:off x="643814" y="154064"/>
            <a:ext cx="473889" cy="56876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5A1361-A44D-7CCB-380D-6480B8746E15}"/>
              </a:ext>
            </a:extLst>
          </p:cNvPr>
          <p:cNvSpPr/>
          <p:nvPr/>
        </p:nvSpPr>
        <p:spPr>
          <a:xfrm>
            <a:off x="2087284" y="1142366"/>
            <a:ext cx="3373404" cy="469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Unified IE dataset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5ECB69-006B-A98F-CCF3-680803DE8108}"/>
              </a:ext>
            </a:extLst>
          </p:cNvPr>
          <p:cNvSpPr txBox="1"/>
          <p:nvPr/>
        </p:nvSpPr>
        <p:spPr>
          <a:xfrm>
            <a:off x="5840810" y="156595"/>
            <a:ext cx="461474" cy="56370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721094-971B-69A7-C7F5-16BE07BD041E}"/>
              </a:ext>
            </a:extLst>
          </p:cNvPr>
          <p:cNvSpPr/>
          <p:nvPr/>
        </p:nvSpPr>
        <p:spPr>
          <a:xfrm>
            <a:off x="2087284" y="1940299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IE dataset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31DFFC-91FC-1DA0-D67B-32BB032268BB}"/>
              </a:ext>
            </a:extLst>
          </p:cNvPr>
          <p:cNvSpPr/>
          <p:nvPr/>
        </p:nvSpPr>
        <p:spPr>
          <a:xfrm>
            <a:off x="3269986" y="1940299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IE dataset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467867-044D-B8ED-D4F0-A5EE390ABE51}"/>
              </a:ext>
            </a:extLst>
          </p:cNvPr>
          <p:cNvSpPr/>
          <p:nvPr/>
        </p:nvSpPr>
        <p:spPr>
          <a:xfrm>
            <a:off x="4452688" y="1940299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IE dataset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C95A528-477D-5C22-5A61-BEB5A99BC0DA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2591284" y="1612066"/>
            <a:ext cx="1182702" cy="328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F4F426-332A-4A32-DC1E-CF9E3B09FCC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3773986" y="1612066"/>
            <a:ext cx="0" cy="328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B88485-0108-9748-B036-86F4286F5F1B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3773986" y="1612066"/>
            <a:ext cx="1182702" cy="328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EBC3FC3-28F0-FFFE-B277-51FB2C8B6D52}"/>
              </a:ext>
            </a:extLst>
          </p:cNvPr>
          <p:cNvSpPr/>
          <p:nvPr/>
        </p:nvSpPr>
        <p:spPr>
          <a:xfrm>
            <a:off x="2087284" y="2883193"/>
            <a:ext cx="3373404" cy="469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Fingerprints calculation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67EADAF-0442-7FAB-DD7E-22C6FFB98A65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2591284" y="2556119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FE162E0-3A24-E7A6-8884-C17A039D1A4A}"/>
              </a:ext>
            </a:extLst>
          </p:cNvPr>
          <p:cNvCxnSpPr>
            <a:cxnSpLocks/>
            <a:stCxn id="12" idx="2"/>
            <a:endCxn id="20" idx="0"/>
          </p:cNvCxnSpPr>
          <p:nvPr/>
        </p:nvCxnSpPr>
        <p:spPr>
          <a:xfrm>
            <a:off x="3773986" y="2556119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763200A-E938-52F0-F866-A50721854B52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4956688" y="2556119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651A041-CAA5-FD40-3C5D-755A1D0CFD60}"/>
              </a:ext>
            </a:extLst>
          </p:cNvPr>
          <p:cNvSpPr/>
          <p:nvPr/>
        </p:nvSpPr>
        <p:spPr>
          <a:xfrm>
            <a:off x="2087284" y="3677483"/>
            <a:ext cx="3373404" cy="469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Gradient boosted modeling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2E913A9-31F7-707C-2E02-3258A5BC1C07}"/>
              </a:ext>
            </a:extLst>
          </p:cNvPr>
          <p:cNvCxnSpPr>
            <a:cxnSpLocks/>
          </p:cNvCxnSpPr>
          <p:nvPr/>
        </p:nvCxnSpPr>
        <p:spPr>
          <a:xfrm>
            <a:off x="2573284" y="3350409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5FB69B5-9134-1A81-5CE2-6777FEEF0908}"/>
              </a:ext>
            </a:extLst>
          </p:cNvPr>
          <p:cNvCxnSpPr>
            <a:cxnSpLocks/>
            <a:stCxn id="20" idx="2"/>
            <a:endCxn id="27" idx="0"/>
          </p:cNvCxnSpPr>
          <p:nvPr/>
        </p:nvCxnSpPr>
        <p:spPr>
          <a:xfrm>
            <a:off x="3773986" y="3352893"/>
            <a:ext cx="0" cy="3245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31B5951-CE11-C1F3-51F5-84EC16613B84}"/>
              </a:ext>
            </a:extLst>
          </p:cNvPr>
          <p:cNvCxnSpPr>
            <a:cxnSpLocks/>
          </p:cNvCxnSpPr>
          <p:nvPr/>
        </p:nvCxnSpPr>
        <p:spPr>
          <a:xfrm>
            <a:off x="4938688" y="3350409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7E76003-CD37-83A9-873A-A4D283A1A4D0}"/>
              </a:ext>
            </a:extLst>
          </p:cNvPr>
          <p:cNvSpPr/>
          <p:nvPr/>
        </p:nvSpPr>
        <p:spPr>
          <a:xfrm>
            <a:off x="2087227" y="4488259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FP model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710A11-39BC-58C9-7C0F-697F5075BD54}"/>
              </a:ext>
            </a:extLst>
          </p:cNvPr>
          <p:cNvSpPr/>
          <p:nvPr/>
        </p:nvSpPr>
        <p:spPr>
          <a:xfrm>
            <a:off x="3269957" y="4488259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FP model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B88BC2-A17F-1C9A-874A-A193E122EC80}"/>
              </a:ext>
            </a:extLst>
          </p:cNvPr>
          <p:cNvSpPr/>
          <p:nvPr/>
        </p:nvSpPr>
        <p:spPr>
          <a:xfrm>
            <a:off x="4452688" y="4488259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FP model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C835211-54C6-FED6-90EC-CD9385A892FF}"/>
              </a:ext>
            </a:extLst>
          </p:cNvPr>
          <p:cNvCxnSpPr>
            <a:cxnSpLocks/>
          </p:cNvCxnSpPr>
          <p:nvPr/>
        </p:nvCxnSpPr>
        <p:spPr>
          <a:xfrm>
            <a:off x="2591284" y="4147183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76E879F-7D33-DBA3-334E-5DDE87897C51}"/>
              </a:ext>
            </a:extLst>
          </p:cNvPr>
          <p:cNvCxnSpPr>
            <a:cxnSpLocks/>
          </p:cNvCxnSpPr>
          <p:nvPr/>
        </p:nvCxnSpPr>
        <p:spPr>
          <a:xfrm>
            <a:off x="3773986" y="4147183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A638A4E-B33C-3557-3D01-DB83626ECCE2}"/>
              </a:ext>
            </a:extLst>
          </p:cNvPr>
          <p:cNvCxnSpPr>
            <a:cxnSpLocks/>
          </p:cNvCxnSpPr>
          <p:nvPr/>
        </p:nvCxnSpPr>
        <p:spPr>
          <a:xfrm>
            <a:off x="4956688" y="4147183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A90E2253-66BA-7651-27A1-0790872D988C}"/>
              </a:ext>
            </a:extLst>
          </p:cNvPr>
          <p:cNvSpPr txBox="1"/>
          <p:nvPr/>
        </p:nvSpPr>
        <p:spPr>
          <a:xfrm>
            <a:off x="1301287" y="150445"/>
            <a:ext cx="3373461" cy="576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Known structure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FCE7B603-CECF-702A-5428-51F20C6F6EEB}"/>
              </a:ext>
            </a:extLst>
          </p:cNvPr>
          <p:cNvSpPr/>
          <p:nvPr/>
        </p:nvSpPr>
        <p:spPr>
          <a:xfrm>
            <a:off x="433548" y="3642333"/>
            <a:ext cx="1352772" cy="540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Optimization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B0EBA8D-C366-B203-8CB4-27E862133EE2}"/>
              </a:ext>
            </a:extLst>
          </p:cNvPr>
          <p:cNvCxnSpPr>
            <a:cxnSpLocks/>
          </p:cNvCxnSpPr>
          <p:nvPr/>
        </p:nvCxnSpPr>
        <p:spPr>
          <a:xfrm flipH="1">
            <a:off x="1786320" y="3768812"/>
            <a:ext cx="3009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8EE8EBE-017C-B05C-2F97-E663D803BDF4}"/>
              </a:ext>
            </a:extLst>
          </p:cNvPr>
          <p:cNvCxnSpPr>
            <a:cxnSpLocks/>
          </p:cNvCxnSpPr>
          <p:nvPr/>
        </p:nvCxnSpPr>
        <p:spPr>
          <a:xfrm>
            <a:off x="1816696" y="4030940"/>
            <a:ext cx="2705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0A0C12B4-1517-06EE-EA21-729A1528ECEC}"/>
              </a:ext>
            </a:extLst>
          </p:cNvPr>
          <p:cNvSpPr/>
          <p:nvPr/>
        </p:nvSpPr>
        <p:spPr>
          <a:xfrm>
            <a:off x="10237852" y="178313"/>
            <a:ext cx="1501061" cy="6541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Mass spectra database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2112EC9-D0D0-BC20-FCF0-B62A66BB07C8}"/>
              </a:ext>
            </a:extLst>
          </p:cNvPr>
          <p:cNvSpPr/>
          <p:nvPr/>
        </p:nvSpPr>
        <p:spPr>
          <a:xfrm>
            <a:off x="6234086" y="1927642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CNL-IE dataset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BA1A2A7-D209-B642-11D9-3CB6F4167420}"/>
              </a:ext>
            </a:extLst>
          </p:cNvPr>
          <p:cNvSpPr/>
          <p:nvPr/>
        </p:nvSpPr>
        <p:spPr>
          <a:xfrm>
            <a:off x="6234087" y="2734755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CNL-IE dataset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EC48795-1ED5-AFB0-78AF-D1AFA1CB63DF}"/>
              </a:ext>
            </a:extLst>
          </p:cNvPr>
          <p:cNvSpPr/>
          <p:nvPr/>
        </p:nvSpPr>
        <p:spPr>
          <a:xfrm>
            <a:off x="7392503" y="2734755"/>
            <a:ext cx="1056572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CNL-IE dataset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0D13D8B-B7FC-8EDF-C61D-D6222E558441}"/>
              </a:ext>
            </a:extLst>
          </p:cNvPr>
          <p:cNvSpPr/>
          <p:nvPr/>
        </p:nvSpPr>
        <p:spPr>
          <a:xfrm>
            <a:off x="8599491" y="2734755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CNL-IE dataset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17FFDAC-242D-A491-DC89-34915EA63C07}"/>
              </a:ext>
            </a:extLst>
          </p:cNvPr>
          <p:cNvCxnSpPr>
            <a:cxnSpLocks/>
            <a:stCxn id="89" idx="2"/>
            <a:endCxn id="90" idx="0"/>
          </p:cNvCxnSpPr>
          <p:nvPr/>
        </p:nvCxnSpPr>
        <p:spPr>
          <a:xfrm flipH="1">
            <a:off x="6738087" y="2397342"/>
            <a:ext cx="1182701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96DC2D4-A5C7-40D9-BB4C-0712D87C05B5}"/>
              </a:ext>
            </a:extLst>
          </p:cNvPr>
          <p:cNvCxnSpPr>
            <a:cxnSpLocks/>
            <a:stCxn id="89" idx="2"/>
            <a:endCxn id="91" idx="0"/>
          </p:cNvCxnSpPr>
          <p:nvPr/>
        </p:nvCxnSpPr>
        <p:spPr>
          <a:xfrm>
            <a:off x="7920788" y="2397342"/>
            <a:ext cx="1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46618D3-3B77-D945-5206-44141F14A3E2}"/>
              </a:ext>
            </a:extLst>
          </p:cNvPr>
          <p:cNvCxnSpPr>
            <a:cxnSpLocks/>
            <a:stCxn id="89" idx="2"/>
            <a:endCxn id="92" idx="0"/>
          </p:cNvCxnSpPr>
          <p:nvPr/>
        </p:nvCxnSpPr>
        <p:spPr>
          <a:xfrm>
            <a:off x="7920788" y="2397342"/>
            <a:ext cx="1182703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111348D2-0B35-1DFE-62E3-1877DCDDF80A}"/>
              </a:ext>
            </a:extLst>
          </p:cNvPr>
          <p:cNvSpPr/>
          <p:nvPr/>
        </p:nvSpPr>
        <p:spPr>
          <a:xfrm>
            <a:off x="6234087" y="3677649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Filter on minimum no. of fragments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EAF9DA76-5756-5433-A206-3572A4AC6C38}"/>
              </a:ext>
            </a:extLst>
          </p:cNvPr>
          <p:cNvCxnSpPr>
            <a:cxnSpLocks/>
            <a:stCxn id="90" idx="2"/>
          </p:cNvCxnSpPr>
          <p:nvPr/>
        </p:nvCxnSpPr>
        <p:spPr>
          <a:xfrm>
            <a:off x="6738087" y="335057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725C706-43E0-7FDD-046E-F36FB68CFC14}"/>
              </a:ext>
            </a:extLst>
          </p:cNvPr>
          <p:cNvCxnSpPr>
            <a:cxnSpLocks/>
            <a:stCxn id="91" idx="2"/>
            <a:endCxn id="96" idx="0"/>
          </p:cNvCxnSpPr>
          <p:nvPr/>
        </p:nvCxnSpPr>
        <p:spPr>
          <a:xfrm>
            <a:off x="7920789" y="335057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0F75D14B-91A8-F27A-4AED-0D5FED102F85}"/>
              </a:ext>
            </a:extLst>
          </p:cNvPr>
          <p:cNvCxnSpPr>
            <a:cxnSpLocks/>
            <a:stCxn id="92" idx="2"/>
          </p:cNvCxnSpPr>
          <p:nvPr/>
        </p:nvCxnSpPr>
        <p:spPr>
          <a:xfrm>
            <a:off x="9103491" y="335057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54C8A6B7-A13D-9776-D366-62425471E319}"/>
              </a:ext>
            </a:extLst>
          </p:cNvPr>
          <p:cNvSpPr/>
          <p:nvPr/>
        </p:nvSpPr>
        <p:spPr>
          <a:xfrm>
            <a:off x="6234085" y="1142366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Unified IE dataset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7F33560-80AE-5515-3DC0-FDD7E9AC3553}"/>
              </a:ext>
            </a:extLst>
          </p:cNvPr>
          <p:cNvCxnSpPr>
            <a:cxnSpLocks/>
            <a:stCxn id="100" idx="2"/>
            <a:endCxn id="89" idx="0"/>
          </p:cNvCxnSpPr>
          <p:nvPr/>
        </p:nvCxnSpPr>
        <p:spPr>
          <a:xfrm>
            <a:off x="7920787" y="1612066"/>
            <a:ext cx="1" cy="3155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4F9CC536-F94F-0579-4244-047D58992F54}"/>
              </a:ext>
            </a:extLst>
          </p:cNvPr>
          <p:cNvGrpSpPr/>
          <p:nvPr/>
        </p:nvGrpSpPr>
        <p:grpSpPr>
          <a:xfrm>
            <a:off x="9891518" y="1179432"/>
            <a:ext cx="2064772" cy="1966120"/>
            <a:chOff x="9891516" y="1599320"/>
            <a:chExt cx="2064772" cy="196612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7047C3E4-0A20-5A19-5837-C03C0E439290}"/>
                </a:ext>
              </a:extLst>
            </p:cNvPr>
            <p:cNvSpPr/>
            <p:nvPr/>
          </p:nvSpPr>
          <p:spPr>
            <a:xfrm>
              <a:off x="9891516" y="1599320"/>
              <a:ext cx="2005151" cy="19280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69BA099A-E259-6A81-2E96-5975638AEC47}"/>
                </a:ext>
              </a:extLst>
            </p:cNvPr>
            <p:cNvSpPr txBox="1"/>
            <p:nvPr/>
          </p:nvSpPr>
          <p:spPr>
            <a:xfrm>
              <a:off x="9891517" y="1633315"/>
              <a:ext cx="107391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Conversion to CNL</a:t>
              </a:r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D0CAC9B7-03F1-7D7C-422A-5B259B057621}"/>
                </a:ext>
              </a:extLst>
            </p:cNvPr>
            <p:cNvCxnSpPr>
              <a:cxnSpLocks/>
            </p:cNvCxnSpPr>
            <p:nvPr/>
          </p:nvCxnSpPr>
          <p:spPr>
            <a:xfrm>
              <a:off x="10049256" y="2187245"/>
              <a:ext cx="13307" cy="106641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3B327003-D0BA-7992-B6D1-010CDD510D2D}"/>
                </a:ext>
              </a:extLst>
            </p:cNvPr>
            <p:cNvCxnSpPr>
              <a:cxnSpLocks/>
            </p:cNvCxnSpPr>
            <p:nvPr/>
          </p:nvCxnSpPr>
          <p:spPr>
            <a:xfrm>
              <a:off x="11481639" y="2194865"/>
              <a:ext cx="0" cy="1017501"/>
            </a:xfrm>
            <a:prstGeom prst="line">
              <a:avLst/>
            </a:prstGeom>
            <a:ln w="762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E190A6E1-F91E-439E-4184-0EB6EBD9E29A}"/>
                </a:ext>
              </a:extLst>
            </p:cNvPr>
            <p:cNvCxnSpPr>
              <a:cxnSpLocks/>
            </p:cNvCxnSpPr>
            <p:nvPr/>
          </p:nvCxnSpPr>
          <p:spPr>
            <a:xfrm>
              <a:off x="10869619" y="2880042"/>
              <a:ext cx="0" cy="355337"/>
            </a:xfrm>
            <a:prstGeom prst="line">
              <a:avLst/>
            </a:prstGeom>
            <a:ln w="762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069EABEA-7324-CD87-5D06-0C715A3A1DBA}"/>
                </a:ext>
              </a:extLst>
            </p:cNvPr>
            <p:cNvCxnSpPr>
              <a:cxnSpLocks/>
            </p:cNvCxnSpPr>
            <p:nvPr/>
          </p:nvCxnSpPr>
          <p:spPr>
            <a:xfrm>
              <a:off x="10442835" y="2407379"/>
              <a:ext cx="0" cy="828000"/>
            </a:xfrm>
            <a:prstGeom prst="line">
              <a:avLst/>
            </a:prstGeom>
            <a:ln w="762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FD3CF520-A18E-DDC2-EFEB-7DD7667E59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24969" y="3246040"/>
              <a:ext cx="1755061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9859A72D-03A5-B967-2649-2B7FC6180D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01364" y="2484643"/>
              <a:ext cx="928146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66ED0ABE-1DEB-71E9-E58C-0BFB693ECF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34550" y="2942875"/>
              <a:ext cx="494960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D72F958-9675-6DFD-3E8C-3BDB09EFE58E}"/>
                </a:ext>
              </a:extLst>
            </p:cNvPr>
            <p:cNvSpPr txBox="1"/>
            <p:nvPr/>
          </p:nvSpPr>
          <p:spPr>
            <a:xfrm>
              <a:off x="10529021" y="3226886"/>
              <a:ext cx="5389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m/z</a:t>
              </a:r>
              <a:endParaRPr lang="en-US" sz="1600" baseline="30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6E8A0478-813C-7534-11C1-AF46829FB7FA}"/>
                </a:ext>
              </a:extLst>
            </p:cNvPr>
            <p:cNvSpPr txBox="1"/>
            <p:nvPr/>
          </p:nvSpPr>
          <p:spPr>
            <a:xfrm>
              <a:off x="10633025" y="2180676"/>
              <a:ext cx="6030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CNL</a:t>
              </a:r>
              <a:r>
                <a:rPr lang="en-US" sz="1400" b="1" baseline="-25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1</a:t>
              </a:r>
              <a:endParaRPr lang="en-US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C58123D-F02C-F4CF-9B07-23B766E8093E}"/>
                </a:ext>
              </a:extLst>
            </p:cNvPr>
            <p:cNvSpPr txBox="1"/>
            <p:nvPr/>
          </p:nvSpPr>
          <p:spPr>
            <a:xfrm>
              <a:off x="10887158" y="2614765"/>
              <a:ext cx="6030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CNL</a:t>
              </a:r>
              <a:r>
                <a:rPr lang="en-US" sz="1400" b="1" baseline="-25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2</a:t>
              </a:r>
              <a:endParaRPr lang="en-US" sz="1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9C95CDA-3768-2C92-28AB-48C1E95C0131}"/>
                </a:ext>
              </a:extLst>
            </p:cNvPr>
            <p:cNvSpPr txBox="1"/>
            <p:nvPr/>
          </p:nvSpPr>
          <p:spPr>
            <a:xfrm>
              <a:off x="11006989" y="1794541"/>
              <a:ext cx="9492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[M+H]</a:t>
              </a:r>
              <a:r>
                <a:rPr lang="en-US" b="1" baseline="30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+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BD3562E-5EB7-F52A-6ACF-153B6E40BA12}"/>
                </a:ext>
              </a:extLst>
            </p:cNvPr>
            <p:cNvSpPr/>
            <p:nvPr/>
          </p:nvSpPr>
          <p:spPr>
            <a:xfrm>
              <a:off x="9917593" y="1653092"/>
              <a:ext cx="1021767" cy="4836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896044D4-1C74-51A5-EE14-2FF897017062}"/>
              </a:ext>
            </a:extLst>
          </p:cNvPr>
          <p:cNvCxnSpPr>
            <a:cxnSpLocks/>
            <a:endCxn id="89" idx="3"/>
          </p:cNvCxnSpPr>
          <p:nvPr/>
        </p:nvCxnSpPr>
        <p:spPr>
          <a:xfrm flipH="1" flipV="1">
            <a:off x="9607490" y="2162492"/>
            <a:ext cx="271842" cy="2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336C2ECC-B7F2-A28F-F69B-44162632A25B}"/>
              </a:ext>
            </a:extLst>
          </p:cNvPr>
          <p:cNvSpPr txBox="1"/>
          <p:nvPr/>
        </p:nvSpPr>
        <p:spPr>
          <a:xfrm>
            <a:off x="6480120" y="150445"/>
            <a:ext cx="3373461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0AB8004A-B3A1-DC08-6586-9066339C34B4}"/>
              </a:ext>
            </a:extLst>
          </p:cNvPr>
          <p:cNvCxnSpPr>
            <a:cxnSpLocks/>
          </p:cNvCxnSpPr>
          <p:nvPr/>
        </p:nvCxnSpPr>
        <p:spPr>
          <a:xfrm>
            <a:off x="5745482" y="0"/>
            <a:ext cx="0" cy="685800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F96A0836-5EFC-9967-8D5B-A70AC7F327E6}"/>
              </a:ext>
            </a:extLst>
          </p:cNvPr>
          <p:cNvCxnSpPr>
            <a:cxnSpLocks/>
            <a:stCxn id="73" idx="2"/>
          </p:cNvCxnSpPr>
          <p:nvPr/>
        </p:nvCxnSpPr>
        <p:spPr>
          <a:xfrm>
            <a:off x="10988383" y="832477"/>
            <a:ext cx="0" cy="3469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tangle 168">
            <a:extLst>
              <a:ext uri="{FF2B5EF4-FFF2-40B4-BE49-F238E27FC236}">
                <a16:creationId xmlns:a16="http://schemas.microsoft.com/office/drawing/2014/main" id="{28B39461-35C0-CC94-8367-0AC7188E6FE2}"/>
              </a:ext>
            </a:extLst>
          </p:cNvPr>
          <p:cNvSpPr/>
          <p:nvPr/>
        </p:nvSpPr>
        <p:spPr>
          <a:xfrm>
            <a:off x="6234085" y="4488259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Consensus spectra filtering</a:t>
            </a: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9B4123A6-8E45-B00B-992A-F1DE88CA2E78}"/>
              </a:ext>
            </a:extLst>
          </p:cNvPr>
          <p:cNvCxnSpPr>
            <a:cxnSpLocks/>
          </p:cNvCxnSpPr>
          <p:nvPr/>
        </p:nvCxnSpPr>
        <p:spPr>
          <a:xfrm>
            <a:off x="6738085" y="416118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31C6E861-E374-EB12-6945-B9EC47516496}"/>
              </a:ext>
            </a:extLst>
          </p:cNvPr>
          <p:cNvCxnSpPr>
            <a:cxnSpLocks/>
            <a:endCxn id="169" idx="0"/>
          </p:cNvCxnSpPr>
          <p:nvPr/>
        </p:nvCxnSpPr>
        <p:spPr>
          <a:xfrm>
            <a:off x="7920787" y="416118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5F4545AC-957E-73E9-D76C-11D56E97199C}"/>
              </a:ext>
            </a:extLst>
          </p:cNvPr>
          <p:cNvCxnSpPr>
            <a:cxnSpLocks/>
          </p:cNvCxnSpPr>
          <p:nvPr/>
        </p:nvCxnSpPr>
        <p:spPr>
          <a:xfrm>
            <a:off x="9103489" y="416118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F9912EB0-9997-EEF3-0BDE-44C5B4C70276}"/>
              </a:ext>
            </a:extLst>
          </p:cNvPr>
          <p:cNvSpPr/>
          <p:nvPr/>
        </p:nvSpPr>
        <p:spPr>
          <a:xfrm>
            <a:off x="6234085" y="5298866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Gradient boosted modeling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78CE82C7-CF60-F5E7-B1BE-CFB6DF121618}"/>
              </a:ext>
            </a:extLst>
          </p:cNvPr>
          <p:cNvCxnSpPr>
            <a:cxnSpLocks/>
          </p:cNvCxnSpPr>
          <p:nvPr/>
        </p:nvCxnSpPr>
        <p:spPr>
          <a:xfrm>
            <a:off x="6738085" y="4971792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B9F75016-42B5-73F4-1611-C5D067A179D4}"/>
              </a:ext>
            </a:extLst>
          </p:cNvPr>
          <p:cNvCxnSpPr>
            <a:cxnSpLocks/>
            <a:endCxn id="173" idx="0"/>
          </p:cNvCxnSpPr>
          <p:nvPr/>
        </p:nvCxnSpPr>
        <p:spPr>
          <a:xfrm>
            <a:off x="7920787" y="4971792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18276EBA-2D20-FC1D-45C9-514DAF74235F}"/>
              </a:ext>
            </a:extLst>
          </p:cNvPr>
          <p:cNvCxnSpPr>
            <a:cxnSpLocks/>
          </p:cNvCxnSpPr>
          <p:nvPr/>
        </p:nvCxnSpPr>
        <p:spPr>
          <a:xfrm>
            <a:off x="9103489" y="4971792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Rectangle 192">
            <a:extLst>
              <a:ext uri="{FF2B5EF4-FFF2-40B4-BE49-F238E27FC236}">
                <a16:creationId xmlns:a16="http://schemas.microsoft.com/office/drawing/2014/main" id="{3CBC225B-8616-D7C7-B3E9-279262A21922}"/>
              </a:ext>
            </a:extLst>
          </p:cNvPr>
          <p:cNvSpPr/>
          <p:nvPr/>
        </p:nvSpPr>
        <p:spPr>
          <a:xfrm>
            <a:off x="6234030" y="6089756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CNL model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2E45CD09-696C-7805-EF1D-7B73D55C8B1F}"/>
              </a:ext>
            </a:extLst>
          </p:cNvPr>
          <p:cNvSpPr/>
          <p:nvPr/>
        </p:nvSpPr>
        <p:spPr>
          <a:xfrm>
            <a:off x="7378655" y="6089756"/>
            <a:ext cx="108421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CNL model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2F4BD017-192D-1FBE-D896-9024C09012F9}"/>
              </a:ext>
            </a:extLst>
          </p:cNvPr>
          <p:cNvSpPr/>
          <p:nvPr/>
        </p:nvSpPr>
        <p:spPr>
          <a:xfrm>
            <a:off x="8599491" y="6089756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CNL model</a:t>
            </a: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FC76B4CA-EA66-F0FF-AAA2-3EEB22E7C660}"/>
              </a:ext>
            </a:extLst>
          </p:cNvPr>
          <p:cNvCxnSpPr>
            <a:cxnSpLocks/>
          </p:cNvCxnSpPr>
          <p:nvPr/>
        </p:nvCxnSpPr>
        <p:spPr>
          <a:xfrm>
            <a:off x="6738087" y="5748680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EADE3CC2-328C-07E1-1AA5-D175E27E5AA8}"/>
              </a:ext>
            </a:extLst>
          </p:cNvPr>
          <p:cNvCxnSpPr>
            <a:cxnSpLocks/>
          </p:cNvCxnSpPr>
          <p:nvPr/>
        </p:nvCxnSpPr>
        <p:spPr>
          <a:xfrm>
            <a:off x="7920789" y="5748680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B3AEFA9F-26B0-FFE9-B5EE-F76D45D4B84D}"/>
              </a:ext>
            </a:extLst>
          </p:cNvPr>
          <p:cNvCxnSpPr>
            <a:cxnSpLocks/>
          </p:cNvCxnSpPr>
          <p:nvPr/>
        </p:nvCxnSpPr>
        <p:spPr>
          <a:xfrm>
            <a:off x="9103491" y="5748680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Rectangle: Rounded Corners 198">
            <a:extLst>
              <a:ext uri="{FF2B5EF4-FFF2-40B4-BE49-F238E27FC236}">
                <a16:creationId xmlns:a16="http://schemas.microsoft.com/office/drawing/2014/main" id="{297C40B8-5667-C22A-EC54-8CA1A3B98D65}"/>
              </a:ext>
            </a:extLst>
          </p:cNvPr>
          <p:cNvSpPr/>
          <p:nvPr/>
        </p:nvSpPr>
        <p:spPr>
          <a:xfrm>
            <a:off x="9921861" y="5263716"/>
            <a:ext cx="1352772" cy="54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Optimization</a:t>
            </a: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272FFECC-4065-EEEC-92B3-08F3AAB922E6}"/>
              </a:ext>
            </a:extLst>
          </p:cNvPr>
          <p:cNvCxnSpPr>
            <a:cxnSpLocks/>
          </p:cNvCxnSpPr>
          <p:nvPr/>
        </p:nvCxnSpPr>
        <p:spPr>
          <a:xfrm flipH="1">
            <a:off x="9616689" y="5666568"/>
            <a:ext cx="3009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8B51C242-B074-6B60-A7C9-B7FCB001F7D0}"/>
              </a:ext>
            </a:extLst>
          </p:cNvPr>
          <p:cNvCxnSpPr>
            <a:cxnSpLocks/>
          </p:cNvCxnSpPr>
          <p:nvPr/>
        </p:nvCxnSpPr>
        <p:spPr>
          <a:xfrm>
            <a:off x="9620988" y="5459077"/>
            <a:ext cx="2705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90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86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Lato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Nikolopoulos</dc:creator>
  <cp:lastModifiedBy>Alex Nikolopoulos</cp:lastModifiedBy>
  <cp:revision>3</cp:revision>
  <dcterms:created xsi:type="dcterms:W3CDTF">2024-03-03T20:53:48Z</dcterms:created>
  <dcterms:modified xsi:type="dcterms:W3CDTF">2024-03-03T21:46:57Z</dcterms:modified>
</cp:coreProperties>
</file>