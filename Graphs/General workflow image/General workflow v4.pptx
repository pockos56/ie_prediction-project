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9" r:id="rId3"/>
    <p:sldId id="260" r:id="rId4"/>
    <p:sldId id="264" r:id="rId5"/>
    <p:sldId id="263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66"/>
    <a:srgbClr val="DE0000"/>
    <a:srgbClr val="8FAADC"/>
    <a:srgbClr val="00B0F0"/>
    <a:srgbClr val="ED7D31"/>
    <a:srgbClr val="002060"/>
    <a:srgbClr val="C5F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172" autoAdjust="0"/>
  </p:normalViewPr>
  <p:slideViewPr>
    <p:cSldViewPr snapToGrid="0">
      <p:cViewPr>
        <p:scale>
          <a:sx n="75" d="100"/>
          <a:sy n="75" d="100"/>
        </p:scale>
        <p:origin x="946" y="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253B01-EE6D-4CBE-BDF8-35F5AB9D69BD}" type="datetimeFigureOut">
              <a:rPr lang="en-US" smtClean="0"/>
              <a:t>12/16/2024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82D7BF-320F-4243-B682-510A319824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583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2D7BF-320F-4243-B682-510A3198240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250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10628-194A-71CE-FB60-696DD17B2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5ECFA7-0F5E-3167-BF6C-25EB4141BB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7C707F-04F7-75C9-248B-F49A8658D3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D425F-065B-8BC0-69E5-F3B882A227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2D7BF-320F-4243-B682-510A3198240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68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397EF-35CA-C1AC-B47B-178A5730F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0B0B6E-A6AC-4773-4AEE-94EC79D21E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A3B3AD-AE1A-ACE8-A7DF-CA9F0698B9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FF25F-B99E-0A6F-B84D-18D15E9504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2D7BF-320F-4243-B682-510A3198240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82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979FD-96A7-9B9F-B35A-3B063EE54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C47C1A-ED01-D200-1BC1-B88598C78C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FDC1A-6FC7-4C05-751A-9E391BC7F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12/16/2024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B12E2-00F2-7B9C-7839-1B56D43C9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3DE88-3486-340E-C885-4A40DA496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781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166CC-2D7D-0F5E-F28E-81CEA5961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02512-1688-1F4E-A230-A09637A02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54D82-E06F-D52A-D39C-F50D4E251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12/16/2024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BAD47-0725-30F3-B6BC-28E7D769D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A3366-4C46-6DDA-A713-935845BF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355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E284E-BEB5-E113-3F8D-99A0B2F96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BD5EE-8211-2016-0B9C-1F5F22500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84C95-F237-3F6F-A3D7-3D6204299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12/16/2024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F915C-1DB5-2119-73A4-C5EC015D7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36307-8EC1-8665-66A2-DB7B7E0DB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495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C416F-749D-EADC-920A-821C0B2A3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9161D-D36D-54AE-02B5-9327DECA6C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8A1CFA-F218-8DED-1FC1-3B46B3F7A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E43EC8-F4A6-78B4-B470-FB823CD92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12/16/2024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5F465-B688-6111-60EC-4B595D6EE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A62660-F739-5E12-AA5E-8ADBE9205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685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568CC-9411-DEA9-70D8-8C2ADE385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205C6-6BA1-9D79-6579-3D2E9AF3E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046625-A833-438A-461F-F42D8F4EF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976EC8-F778-14DA-1F02-E63354DDD7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E6B121-89AE-692A-B1BF-4C00A5EB33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446E63-9AFB-9D15-8EBC-E60B717D0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12/16/2024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FABA1D-9B93-7503-CDF9-56B7475F4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0142CC-39E4-A7A4-6DE7-E91F4E09A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493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27D5D-1E24-56B9-80B6-9A07317C8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F8FDF8-4F2A-A1F0-D02B-66D0CE58B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12/16/2024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6DD8A-26F0-BE54-E16F-CDA1113E5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E470E9-C236-4507-16D0-3708149A1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477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54A956-4453-3C55-4741-B8B78754B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12/16/2024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9220EA-A76F-97B9-ABAA-AC5DDD36D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93076-7C43-3266-F905-7F4477550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728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F0B60-1917-D8AA-9C8D-B8FBA0F6D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641E7-07DC-C035-9AA8-0B5E9D412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B2DE17-0636-7B52-4B0D-811EA1FFD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0AB7E7-6DCD-4867-2C79-BE7062B12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12/16/2024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BFB0FA-BEBB-CEF4-7D4C-7DE607D6F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FD5BA0-8122-81C1-24B3-E48BBD2B9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242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21070-A4D1-FC2E-4A20-C66413AD0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7B1D00-6F79-24C4-77B6-29D550FFFC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F9E5C-1031-096D-4F11-47CC5D47C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1CBB8-FE18-BCED-E875-4C39E1BDB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12/16/2024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8C50BA-67CB-065B-4E60-D4437BA2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9ACF2-612F-54B7-04B2-814C511EE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322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223DE-9BE5-F757-3150-FCC0C7472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E4E4A9-5442-281E-3A3D-FDEE4DB0B0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1F116-B39E-3365-B88E-3DA1D5F6B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12/16/2024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2B4E3-222C-9B09-5A46-89500E429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7186D-5466-2D8C-AE7E-0E724BA06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325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B41867-0C66-6B4B-1144-B5745DA710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B4CCBB-021D-CFD3-7D22-C3F2DB3E5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732D0-E20B-D2AB-0371-036136EA1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12/16/2024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E2800-39B5-F9E0-D1B4-3B6881E8E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94B06-9EBC-A638-339F-85A5FF117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764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C2504F-E239-B38D-1E9F-3A92A7845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886BC-1910-FF8B-22BB-880209F60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83DC3-5E24-B7BA-7D00-A585349B41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9046E-0F48-469F-B64E-AD898842AE09}" type="datetimeFigureOut">
              <a:rPr lang="en-US" smtClean="0"/>
              <a:t>12/16/2024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36430-1C1C-F5D9-19D6-F546FD153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998EB-5F56-0A9A-F0E8-3BFA325394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392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1536EE-F862-C41A-18E6-6905556C2C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47A739-25C2-618F-A37B-D8DC1CB82C02}"/>
              </a:ext>
            </a:extLst>
          </p:cNvPr>
          <p:cNvSpPr txBox="1"/>
          <p:nvPr/>
        </p:nvSpPr>
        <p:spPr>
          <a:xfrm>
            <a:off x="205269" y="154064"/>
            <a:ext cx="473889" cy="56876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5A1361-A44D-7CCB-380D-6480B8746E15}"/>
              </a:ext>
            </a:extLst>
          </p:cNvPr>
          <p:cNvSpPr/>
          <p:nvPr/>
        </p:nvSpPr>
        <p:spPr>
          <a:xfrm>
            <a:off x="1956650" y="1161028"/>
            <a:ext cx="3373404" cy="469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Unified IE dataset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5ECB69-006B-A98F-CCF3-680803DE8108}"/>
              </a:ext>
            </a:extLst>
          </p:cNvPr>
          <p:cNvSpPr txBox="1"/>
          <p:nvPr/>
        </p:nvSpPr>
        <p:spPr>
          <a:xfrm>
            <a:off x="5878134" y="156595"/>
            <a:ext cx="461474" cy="56370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721094-971B-69A7-C7F5-16BE07BD041E}"/>
              </a:ext>
            </a:extLst>
          </p:cNvPr>
          <p:cNvSpPr/>
          <p:nvPr/>
        </p:nvSpPr>
        <p:spPr>
          <a:xfrm>
            <a:off x="1956650" y="195896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IE dataset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31DFFC-91FC-1DA0-D67B-32BB032268BB}"/>
              </a:ext>
            </a:extLst>
          </p:cNvPr>
          <p:cNvSpPr/>
          <p:nvPr/>
        </p:nvSpPr>
        <p:spPr>
          <a:xfrm>
            <a:off x="3139352" y="195896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IE dataset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467867-044D-B8ED-D4F0-A5EE390ABE51}"/>
              </a:ext>
            </a:extLst>
          </p:cNvPr>
          <p:cNvSpPr/>
          <p:nvPr/>
        </p:nvSpPr>
        <p:spPr>
          <a:xfrm>
            <a:off x="4322054" y="195896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IE dataset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C95A528-477D-5C22-5A61-BEB5A99BC0DA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2460650" y="1630728"/>
            <a:ext cx="1182702" cy="3282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F4F426-332A-4A32-DC1E-CF9E3B09FCC4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3643352" y="1630728"/>
            <a:ext cx="0" cy="3282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B88485-0108-9748-B036-86F4286F5F1B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>
            <a:off x="3643352" y="1630728"/>
            <a:ext cx="1182702" cy="3282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EBC3FC3-28F0-FFFE-B277-51FB2C8B6D52}"/>
              </a:ext>
            </a:extLst>
          </p:cNvPr>
          <p:cNvSpPr/>
          <p:nvPr/>
        </p:nvSpPr>
        <p:spPr>
          <a:xfrm>
            <a:off x="1956650" y="2901855"/>
            <a:ext cx="3373404" cy="469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Fingerprint calculation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67EADAF-0442-7FAB-DD7E-22C6FFB98A65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2460650" y="2574781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FE162E0-3A24-E7A6-8884-C17A039D1A4A}"/>
              </a:ext>
            </a:extLst>
          </p:cNvPr>
          <p:cNvCxnSpPr>
            <a:cxnSpLocks/>
            <a:stCxn id="12" idx="2"/>
            <a:endCxn id="20" idx="0"/>
          </p:cNvCxnSpPr>
          <p:nvPr/>
        </p:nvCxnSpPr>
        <p:spPr>
          <a:xfrm>
            <a:off x="3643352" y="2574781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763200A-E938-52F0-F866-A50721854B52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4826054" y="2574781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651A041-CAA5-FD40-3C5D-755A1D0CFD60}"/>
              </a:ext>
            </a:extLst>
          </p:cNvPr>
          <p:cNvSpPr/>
          <p:nvPr/>
        </p:nvSpPr>
        <p:spPr>
          <a:xfrm>
            <a:off x="1956650" y="3696145"/>
            <a:ext cx="3373404" cy="469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Gradient boosted modeling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2E913A9-31F7-707C-2E02-3258A5BC1C07}"/>
              </a:ext>
            </a:extLst>
          </p:cNvPr>
          <p:cNvCxnSpPr>
            <a:cxnSpLocks/>
          </p:cNvCxnSpPr>
          <p:nvPr/>
        </p:nvCxnSpPr>
        <p:spPr>
          <a:xfrm>
            <a:off x="2442650" y="3369071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5FB69B5-9134-1A81-5CE2-6777FEEF0908}"/>
              </a:ext>
            </a:extLst>
          </p:cNvPr>
          <p:cNvCxnSpPr>
            <a:cxnSpLocks/>
            <a:stCxn id="20" idx="2"/>
            <a:endCxn id="27" idx="0"/>
          </p:cNvCxnSpPr>
          <p:nvPr/>
        </p:nvCxnSpPr>
        <p:spPr>
          <a:xfrm>
            <a:off x="3643352" y="3371555"/>
            <a:ext cx="0" cy="3245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31B5951-CE11-C1F3-51F5-84EC16613B84}"/>
              </a:ext>
            </a:extLst>
          </p:cNvPr>
          <p:cNvCxnSpPr>
            <a:cxnSpLocks/>
          </p:cNvCxnSpPr>
          <p:nvPr/>
        </p:nvCxnSpPr>
        <p:spPr>
          <a:xfrm>
            <a:off x="4808054" y="3369071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87E76003-CD37-83A9-873A-A4D283A1A4D0}"/>
              </a:ext>
            </a:extLst>
          </p:cNvPr>
          <p:cNvSpPr/>
          <p:nvPr/>
        </p:nvSpPr>
        <p:spPr>
          <a:xfrm>
            <a:off x="1956593" y="450692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FP model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710A11-39BC-58C9-7C0F-697F5075BD54}"/>
              </a:ext>
            </a:extLst>
          </p:cNvPr>
          <p:cNvSpPr/>
          <p:nvPr/>
        </p:nvSpPr>
        <p:spPr>
          <a:xfrm>
            <a:off x="3139323" y="450692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FP model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B88BC2-A17F-1C9A-874A-A193E122EC80}"/>
              </a:ext>
            </a:extLst>
          </p:cNvPr>
          <p:cNvSpPr/>
          <p:nvPr/>
        </p:nvSpPr>
        <p:spPr>
          <a:xfrm>
            <a:off x="4322054" y="450692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FP model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C835211-54C6-FED6-90EC-CD9385A892FF}"/>
              </a:ext>
            </a:extLst>
          </p:cNvPr>
          <p:cNvCxnSpPr>
            <a:cxnSpLocks/>
          </p:cNvCxnSpPr>
          <p:nvPr/>
        </p:nvCxnSpPr>
        <p:spPr>
          <a:xfrm>
            <a:off x="2460650" y="416584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76E879F-7D33-DBA3-334E-5DDE87897C51}"/>
              </a:ext>
            </a:extLst>
          </p:cNvPr>
          <p:cNvCxnSpPr>
            <a:cxnSpLocks/>
          </p:cNvCxnSpPr>
          <p:nvPr/>
        </p:nvCxnSpPr>
        <p:spPr>
          <a:xfrm>
            <a:off x="3643352" y="4165845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A638A4E-B33C-3557-3D01-DB83626ECCE2}"/>
              </a:ext>
            </a:extLst>
          </p:cNvPr>
          <p:cNvCxnSpPr>
            <a:cxnSpLocks/>
          </p:cNvCxnSpPr>
          <p:nvPr/>
        </p:nvCxnSpPr>
        <p:spPr>
          <a:xfrm>
            <a:off x="4826054" y="416584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A90E2253-66BA-7651-27A1-0790872D988C}"/>
              </a:ext>
            </a:extLst>
          </p:cNvPr>
          <p:cNvSpPr txBox="1"/>
          <p:nvPr/>
        </p:nvSpPr>
        <p:spPr>
          <a:xfrm>
            <a:off x="862742" y="150445"/>
            <a:ext cx="3373461" cy="576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Known structure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FCE7B603-CECF-702A-5428-51F20C6F6EEB}"/>
              </a:ext>
            </a:extLst>
          </p:cNvPr>
          <p:cNvSpPr/>
          <p:nvPr/>
        </p:nvSpPr>
        <p:spPr>
          <a:xfrm>
            <a:off x="302914" y="3660995"/>
            <a:ext cx="1352772" cy="540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Optimization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B0EBA8D-C366-B203-8CB4-27E862133EE2}"/>
              </a:ext>
            </a:extLst>
          </p:cNvPr>
          <p:cNvCxnSpPr>
            <a:cxnSpLocks/>
          </p:cNvCxnSpPr>
          <p:nvPr/>
        </p:nvCxnSpPr>
        <p:spPr>
          <a:xfrm flipH="1">
            <a:off x="1655686" y="3787474"/>
            <a:ext cx="30090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8EE8EBE-017C-B05C-2F97-E663D803BDF4}"/>
              </a:ext>
            </a:extLst>
          </p:cNvPr>
          <p:cNvCxnSpPr>
            <a:cxnSpLocks/>
          </p:cNvCxnSpPr>
          <p:nvPr/>
        </p:nvCxnSpPr>
        <p:spPr>
          <a:xfrm>
            <a:off x="1686062" y="4049602"/>
            <a:ext cx="2705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0A0C12B4-1517-06EE-EA21-729A1528ECEC}"/>
              </a:ext>
            </a:extLst>
          </p:cNvPr>
          <p:cNvSpPr/>
          <p:nvPr/>
        </p:nvSpPr>
        <p:spPr>
          <a:xfrm>
            <a:off x="9940409" y="1142366"/>
            <a:ext cx="1501061" cy="6541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Mass spectra database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2112EC9-D0D0-BC20-FCF0-B62A66BB07C8}"/>
              </a:ext>
            </a:extLst>
          </p:cNvPr>
          <p:cNvSpPr/>
          <p:nvPr/>
        </p:nvSpPr>
        <p:spPr>
          <a:xfrm>
            <a:off x="6187431" y="1927642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CNL-IE dataset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EBA1A2A7-D209-B642-11D9-3CB6F4167420}"/>
              </a:ext>
            </a:extLst>
          </p:cNvPr>
          <p:cNvSpPr/>
          <p:nvPr/>
        </p:nvSpPr>
        <p:spPr>
          <a:xfrm>
            <a:off x="6187432" y="2734755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CNL-IE dataset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3EC48795-1ED5-AFB0-78AF-D1AFA1CB63DF}"/>
              </a:ext>
            </a:extLst>
          </p:cNvPr>
          <p:cNvSpPr/>
          <p:nvPr/>
        </p:nvSpPr>
        <p:spPr>
          <a:xfrm>
            <a:off x="7345848" y="2734755"/>
            <a:ext cx="1056572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CNL-IE dataset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0D13D8B-B7FC-8EDF-C61D-D6222E558441}"/>
              </a:ext>
            </a:extLst>
          </p:cNvPr>
          <p:cNvSpPr/>
          <p:nvPr/>
        </p:nvSpPr>
        <p:spPr>
          <a:xfrm>
            <a:off x="8552836" y="2734755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CNL-IE dataset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217FFDAC-242D-A491-DC89-34915EA63C07}"/>
              </a:ext>
            </a:extLst>
          </p:cNvPr>
          <p:cNvCxnSpPr>
            <a:cxnSpLocks/>
            <a:stCxn id="89" idx="2"/>
            <a:endCxn id="90" idx="0"/>
          </p:cNvCxnSpPr>
          <p:nvPr/>
        </p:nvCxnSpPr>
        <p:spPr>
          <a:xfrm flipH="1">
            <a:off x="6691432" y="2397342"/>
            <a:ext cx="1182701" cy="337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896DC2D4-A5C7-40D9-BB4C-0712D87C05B5}"/>
              </a:ext>
            </a:extLst>
          </p:cNvPr>
          <p:cNvCxnSpPr>
            <a:cxnSpLocks/>
            <a:stCxn id="89" idx="2"/>
            <a:endCxn id="91" idx="0"/>
          </p:cNvCxnSpPr>
          <p:nvPr/>
        </p:nvCxnSpPr>
        <p:spPr>
          <a:xfrm>
            <a:off x="7874133" y="2397342"/>
            <a:ext cx="1" cy="337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46618D3-3B77-D945-5206-44141F14A3E2}"/>
              </a:ext>
            </a:extLst>
          </p:cNvPr>
          <p:cNvCxnSpPr>
            <a:cxnSpLocks/>
            <a:stCxn id="89" idx="2"/>
            <a:endCxn id="92" idx="0"/>
          </p:cNvCxnSpPr>
          <p:nvPr/>
        </p:nvCxnSpPr>
        <p:spPr>
          <a:xfrm>
            <a:off x="7874133" y="2397342"/>
            <a:ext cx="1182703" cy="337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111348D2-0B35-1DFE-62E3-1877DCDDF80A}"/>
              </a:ext>
            </a:extLst>
          </p:cNvPr>
          <p:cNvSpPr/>
          <p:nvPr/>
        </p:nvSpPr>
        <p:spPr>
          <a:xfrm>
            <a:off x="6187432" y="3677649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Filter on minimum no. of fragments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EAF9DA76-5756-5433-A206-3572A4AC6C38}"/>
              </a:ext>
            </a:extLst>
          </p:cNvPr>
          <p:cNvCxnSpPr>
            <a:cxnSpLocks/>
            <a:stCxn id="90" idx="2"/>
          </p:cNvCxnSpPr>
          <p:nvPr/>
        </p:nvCxnSpPr>
        <p:spPr>
          <a:xfrm>
            <a:off x="6691432" y="335057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725C706-43E0-7FDD-046E-F36FB68CFC14}"/>
              </a:ext>
            </a:extLst>
          </p:cNvPr>
          <p:cNvCxnSpPr>
            <a:cxnSpLocks/>
            <a:stCxn id="91" idx="2"/>
            <a:endCxn id="96" idx="0"/>
          </p:cNvCxnSpPr>
          <p:nvPr/>
        </p:nvCxnSpPr>
        <p:spPr>
          <a:xfrm>
            <a:off x="7874134" y="3350575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0F75D14B-91A8-F27A-4AED-0D5FED102F85}"/>
              </a:ext>
            </a:extLst>
          </p:cNvPr>
          <p:cNvCxnSpPr>
            <a:cxnSpLocks/>
            <a:stCxn id="92" idx="2"/>
          </p:cNvCxnSpPr>
          <p:nvPr/>
        </p:nvCxnSpPr>
        <p:spPr>
          <a:xfrm>
            <a:off x="9056836" y="335057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54C8A6B7-A13D-9776-D366-62425471E319}"/>
              </a:ext>
            </a:extLst>
          </p:cNvPr>
          <p:cNvSpPr/>
          <p:nvPr/>
        </p:nvSpPr>
        <p:spPr>
          <a:xfrm>
            <a:off x="6187430" y="1142366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Unified IE dataset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7F33560-80AE-5515-3DC0-FDD7E9AC3553}"/>
              </a:ext>
            </a:extLst>
          </p:cNvPr>
          <p:cNvCxnSpPr>
            <a:cxnSpLocks/>
            <a:stCxn id="100" idx="2"/>
            <a:endCxn id="89" idx="0"/>
          </p:cNvCxnSpPr>
          <p:nvPr/>
        </p:nvCxnSpPr>
        <p:spPr>
          <a:xfrm>
            <a:off x="7874132" y="1612066"/>
            <a:ext cx="1" cy="3155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336C2ECC-B7F2-A28F-F69B-44162632A25B}"/>
              </a:ext>
            </a:extLst>
          </p:cNvPr>
          <p:cNvSpPr txBox="1"/>
          <p:nvPr/>
        </p:nvSpPr>
        <p:spPr>
          <a:xfrm>
            <a:off x="6517444" y="150445"/>
            <a:ext cx="3373461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Unknown structure</a:t>
            </a:r>
          </a:p>
        </p:txBody>
      </p: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0AB8004A-B3A1-DC08-6586-9066339C34B4}"/>
              </a:ext>
            </a:extLst>
          </p:cNvPr>
          <p:cNvCxnSpPr>
            <a:cxnSpLocks/>
          </p:cNvCxnSpPr>
          <p:nvPr/>
        </p:nvCxnSpPr>
        <p:spPr>
          <a:xfrm>
            <a:off x="5745482" y="0"/>
            <a:ext cx="0" cy="685800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F96A0836-5EFC-9967-8D5B-A70AC7F327E6}"/>
              </a:ext>
            </a:extLst>
          </p:cNvPr>
          <p:cNvCxnSpPr>
            <a:cxnSpLocks/>
          </p:cNvCxnSpPr>
          <p:nvPr/>
        </p:nvCxnSpPr>
        <p:spPr>
          <a:xfrm flipH="1">
            <a:off x="9731350" y="1828526"/>
            <a:ext cx="354244" cy="2608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Rectangle 168">
            <a:extLst>
              <a:ext uri="{FF2B5EF4-FFF2-40B4-BE49-F238E27FC236}">
                <a16:creationId xmlns:a16="http://schemas.microsoft.com/office/drawing/2014/main" id="{28B39461-35C0-CC94-8367-0AC7188E6FE2}"/>
              </a:ext>
            </a:extLst>
          </p:cNvPr>
          <p:cNvSpPr/>
          <p:nvPr/>
        </p:nvSpPr>
        <p:spPr>
          <a:xfrm>
            <a:off x="6187430" y="4488259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Consensus spectra filtering</a:t>
            </a:r>
          </a:p>
        </p:txBody>
      </p: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9B4123A6-8E45-B00B-992A-F1DE88CA2E78}"/>
              </a:ext>
            </a:extLst>
          </p:cNvPr>
          <p:cNvCxnSpPr>
            <a:cxnSpLocks/>
          </p:cNvCxnSpPr>
          <p:nvPr/>
        </p:nvCxnSpPr>
        <p:spPr>
          <a:xfrm>
            <a:off x="6691430" y="416118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31C6E861-E374-EB12-6945-B9EC47516496}"/>
              </a:ext>
            </a:extLst>
          </p:cNvPr>
          <p:cNvCxnSpPr>
            <a:cxnSpLocks/>
            <a:endCxn id="169" idx="0"/>
          </p:cNvCxnSpPr>
          <p:nvPr/>
        </p:nvCxnSpPr>
        <p:spPr>
          <a:xfrm>
            <a:off x="7874132" y="4161185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5F4545AC-957E-73E9-D76C-11D56E97199C}"/>
              </a:ext>
            </a:extLst>
          </p:cNvPr>
          <p:cNvCxnSpPr>
            <a:cxnSpLocks/>
          </p:cNvCxnSpPr>
          <p:nvPr/>
        </p:nvCxnSpPr>
        <p:spPr>
          <a:xfrm>
            <a:off x="9056834" y="416118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172">
            <a:extLst>
              <a:ext uri="{FF2B5EF4-FFF2-40B4-BE49-F238E27FC236}">
                <a16:creationId xmlns:a16="http://schemas.microsoft.com/office/drawing/2014/main" id="{F9912EB0-9997-EEF3-0BDE-44C5B4C70276}"/>
              </a:ext>
            </a:extLst>
          </p:cNvPr>
          <p:cNvSpPr/>
          <p:nvPr/>
        </p:nvSpPr>
        <p:spPr>
          <a:xfrm>
            <a:off x="6187430" y="5298866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Gradient boosted modeling</a:t>
            </a: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78CE82C7-CF60-F5E7-B1BE-CFB6DF121618}"/>
              </a:ext>
            </a:extLst>
          </p:cNvPr>
          <p:cNvCxnSpPr>
            <a:cxnSpLocks/>
          </p:cNvCxnSpPr>
          <p:nvPr/>
        </p:nvCxnSpPr>
        <p:spPr>
          <a:xfrm>
            <a:off x="6691430" y="4971792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B9F75016-42B5-73F4-1611-C5D067A179D4}"/>
              </a:ext>
            </a:extLst>
          </p:cNvPr>
          <p:cNvCxnSpPr>
            <a:cxnSpLocks/>
            <a:endCxn id="173" idx="0"/>
          </p:cNvCxnSpPr>
          <p:nvPr/>
        </p:nvCxnSpPr>
        <p:spPr>
          <a:xfrm>
            <a:off x="7874132" y="4971792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18276EBA-2D20-FC1D-45C9-514DAF74235F}"/>
              </a:ext>
            </a:extLst>
          </p:cNvPr>
          <p:cNvCxnSpPr>
            <a:cxnSpLocks/>
          </p:cNvCxnSpPr>
          <p:nvPr/>
        </p:nvCxnSpPr>
        <p:spPr>
          <a:xfrm>
            <a:off x="9056834" y="4971792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Rectangle 192">
            <a:extLst>
              <a:ext uri="{FF2B5EF4-FFF2-40B4-BE49-F238E27FC236}">
                <a16:creationId xmlns:a16="http://schemas.microsoft.com/office/drawing/2014/main" id="{3CBC225B-8616-D7C7-B3E9-279262A21922}"/>
              </a:ext>
            </a:extLst>
          </p:cNvPr>
          <p:cNvSpPr/>
          <p:nvPr/>
        </p:nvSpPr>
        <p:spPr>
          <a:xfrm>
            <a:off x="6187375" y="6089756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CNL model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2E45CD09-696C-7805-EF1D-7B73D55C8B1F}"/>
              </a:ext>
            </a:extLst>
          </p:cNvPr>
          <p:cNvSpPr/>
          <p:nvPr/>
        </p:nvSpPr>
        <p:spPr>
          <a:xfrm>
            <a:off x="7332000" y="6089756"/>
            <a:ext cx="108421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CNL model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2F4BD017-192D-1FBE-D896-9024C09012F9}"/>
              </a:ext>
            </a:extLst>
          </p:cNvPr>
          <p:cNvSpPr/>
          <p:nvPr/>
        </p:nvSpPr>
        <p:spPr>
          <a:xfrm>
            <a:off x="8552836" y="6089756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CNL model</a:t>
            </a:r>
          </a:p>
        </p:txBody>
      </p: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FC76B4CA-EA66-F0FF-AAA2-3EEB22E7C660}"/>
              </a:ext>
            </a:extLst>
          </p:cNvPr>
          <p:cNvCxnSpPr>
            <a:cxnSpLocks/>
          </p:cNvCxnSpPr>
          <p:nvPr/>
        </p:nvCxnSpPr>
        <p:spPr>
          <a:xfrm>
            <a:off x="6691432" y="5748680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EADE3CC2-328C-07E1-1AA5-D175E27E5AA8}"/>
              </a:ext>
            </a:extLst>
          </p:cNvPr>
          <p:cNvCxnSpPr>
            <a:cxnSpLocks/>
          </p:cNvCxnSpPr>
          <p:nvPr/>
        </p:nvCxnSpPr>
        <p:spPr>
          <a:xfrm>
            <a:off x="7874134" y="5748680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B3AEFA9F-26B0-FFE9-B5EE-F76D45D4B84D}"/>
              </a:ext>
            </a:extLst>
          </p:cNvPr>
          <p:cNvCxnSpPr>
            <a:cxnSpLocks/>
          </p:cNvCxnSpPr>
          <p:nvPr/>
        </p:nvCxnSpPr>
        <p:spPr>
          <a:xfrm>
            <a:off x="9056836" y="5748680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Rectangle: Rounded Corners 198">
            <a:extLst>
              <a:ext uri="{FF2B5EF4-FFF2-40B4-BE49-F238E27FC236}">
                <a16:creationId xmlns:a16="http://schemas.microsoft.com/office/drawing/2014/main" id="{297C40B8-5667-C22A-EC54-8CA1A3B98D65}"/>
              </a:ext>
            </a:extLst>
          </p:cNvPr>
          <p:cNvSpPr/>
          <p:nvPr/>
        </p:nvSpPr>
        <p:spPr>
          <a:xfrm>
            <a:off x="9875206" y="5263716"/>
            <a:ext cx="1352772" cy="54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Optimization</a:t>
            </a:r>
          </a:p>
        </p:txBody>
      </p: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272FFECC-4065-EEEC-92B3-08F3AAB922E6}"/>
              </a:ext>
            </a:extLst>
          </p:cNvPr>
          <p:cNvCxnSpPr>
            <a:cxnSpLocks/>
          </p:cNvCxnSpPr>
          <p:nvPr/>
        </p:nvCxnSpPr>
        <p:spPr>
          <a:xfrm flipH="1">
            <a:off x="9570034" y="5666568"/>
            <a:ext cx="30090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8B51C242-B074-6B60-A7C9-B7FCB001F7D0}"/>
              </a:ext>
            </a:extLst>
          </p:cNvPr>
          <p:cNvCxnSpPr>
            <a:cxnSpLocks/>
          </p:cNvCxnSpPr>
          <p:nvPr/>
        </p:nvCxnSpPr>
        <p:spPr>
          <a:xfrm>
            <a:off x="9574333" y="5459077"/>
            <a:ext cx="2705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90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B322E-CD18-1A61-FCEB-D3BA8F845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FB7C4FB-3E8A-E70D-E9A7-D68B1C39FE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E4CE9E-462F-2E79-FC1F-19CEEF5F5DBC}"/>
              </a:ext>
            </a:extLst>
          </p:cNvPr>
          <p:cNvSpPr txBox="1"/>
          <p:nvPr/>
        </p:nvSpPr>
        <p:spPr>
          <a:xfrm>
            <a:off x="205269" y="154064"/>
            <a:ext cx="473889" cy="56876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8A8F01-460C-71BB-ED82-A6E8D0650F7A}"/>
              </a:ext>
            </a:extLst>
          </p:cNvPr>
          <p:cNvSpPr/>
          <p:nvPr/>
        </p:nvSpPr>
        <p:spPr>
          <a:xfrm>
            <a:off x="1956650" y="1161028"/>
            <a:ext cx="3373404" cy="469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Unified IE dataset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CD42AC-EF84-2E9C-B37E-20E84D078DB2}"/>
              </a:ext>
            </a:extLst>
          </p:cNvPr>
          <p:cNvSpPr txBox="1"/>
          <p:nvPr/>
        </p:nvSpPr>
        <p:spPr>
          <a:xfrm>
            <a:off x="5878134" y="156595"/>
            <a:ext cx="461474" cy="5637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AAF926-4BFC-B2C8-FB32-DE767441A8DA}"/>
              </a:ext>
            </a:extLst>
          </p:cNvPr>
          <p:cNvSpPr/>
          <p:nvPr/>
        </p:nvSpPr>
        <p:spPr>
          <a:xfrm>
            <a:off x="1956650" y="195896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IE dataset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C1DAF1-BFD9-93DC-BA37-121895E63349}"/>
              </a:ext>
            </a:extLst>
          </p:cNvPr>
          <p:cNvSpPr/>
          <p:nvPr/>
        </p:nvSpPr>
        <p:spPr>
          <a:xfrm>
            <a:off x="3139352" y="195896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IE dataset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F75839-DD05-FFE8-FFC9-2781FF082201}"/>
              </a:ext>
            </a:extLst>
          </p:cNvPr>
          <p:cNvSpPr/>
          <p:nvPr/>
        </p:nvSpPr>
        <p:spPr>
          <a:xfrm>
            <a:off x="4322054" y="195896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IE dataset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36EC381-D1EA-6ACF-7DEA-1E7097C7B39A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2460650" y="1630728"/>
            <a:ext cx="1182702" cy="3282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002FEF0-ACD6-C6A1-11A9-7BDCECD7E05D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3643352" y="1630728"/>
            <a:ext cx="0" cy="3282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7A17E83-C521-46B3-C5A2-FB620E9745BE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>
            <a:off x="3643352" y="1630728"/>
            <a:ext cx="1182702" cy="3282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374A1E0D-4C14-E123-87C2-2A51BD173196}"/>
              </a:ext>
            </a:extLst>
          </p:cNvPr>
          <p:cNvSpPr/>
          <p:nvPr/>
        </p:nvSpPr>
        <p:spPr>
          <a:xfrm>
            <a:off x="1956650" y="2901855"/>
            <a:ext cx="3373404" cy="469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Fingerprint calculation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2335709-3962-1D66-9807-D90024D0FABA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2460650" y="2574781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F99014D-37D0-E1F3-9B43-444E7433128F}"/>
              </a:ext>
            </a:extLst>
          </p:cNvPr>
          <p:cNvCxnSpPr>
            <a:cxnSpLocks/>
            <a:stCxn id="12" idx="2"/>
            <a:endCxn id="20" idx="0"/>
          </p:cNvCxnSpPr>
          <p:nvPr/>
        </p:nvCxnSpPr>
        <p:spPr>
          <a:xfrm>
            <a:off x="3643352" y="2574781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B13F22E-3FFA-84EC-2893-DB686E72C808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4826054" y="2574781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FAEC0866-1701-A5C3-E7E5-B0EE5B9E7012}"/>
              </a:ext>
            </a:extLst>
          </p:cNvPr>
          <p:cNvSpPr/>
          <p:nvPr/>
        </p:nvSpPr>
        <p:spPr>
          <a:xfrm>
            <a:off x="1956650" y="3696145"/>
            <a:ext cx="3373404" cy="469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Gradient boosted modeling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836731B-B603-0281-E829-9F1FD2FBF559}"/>
              </a:ext>
            </a:extLst>
          </p:cNvPr>
          <p:cNvCxnSpPr>
            <a:cxnSpLocks/>
          </p:cNvCxnSpPr>
          <p:nvPr/>
        </p:nvCxnSpPr>
        <p:spPr>
          <a:xfrm>
            <a:off x="2442650" y="3369071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61B01AB-F666-C552-AACE-C9910D121D1C}"/>
              </a:ext>
            </a:extLst>
          </p:cNvPr>
          <p:cNvCxnSpPr>
            <a:cxnSpLocks/>
            <a:stCxn id="20" idx="2"/>
            <a:endCxn id="27" idx="0"/>
          </p:cNvCxnSpPr>
          <p:nvPr/>
        </p:nvCxnSpPr>
        <p:spPr>
          <a:xfrm>
            <a:off x="3643352" y="3371555"/>
            <a:ext cx="0" cy="3245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E3B1C5F-A626-EBD2-B39A-F4C7122A474D}"/>
              </a:ext>
            </a:extLst>
          </p:cNvPr>
          <p:cNvCxnSpPr>
            <a:cxnSpLocks/>
          </p:cNvCxnSpPr>
          <p:nvPr/>
        </p:nvCxnSpPr>
        <p:spPr>
          <a:xfrm>
            <a:off x="4808054" y="3369071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B18D026E-8534-DD7E-8ED4-7FB78B7CE659}"/>
              </a:ext>
            </a:extLst>
          </p:cNvPr>
          <p:cNvSpPr/>
          <p:nvPr/>
        </p:nvSpPr>
        <p:spPr>
          <a:xfrm>
            <a:off x="1956593" y="450692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FP model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5C8CF8C-8C35-57A5-20B6-8C5BAB0FD71C}"/>
              </a:ext>
            </a:extLst>
          </p:cNvPr>
          <p:cNvSpPr/>
          <p:nvPr/>
        </p:nvSpPr>
        <p:spPr>
          <a:xfrm>
            <a:off x="3139323" y="450692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FP model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58623B-5BCD-E412-13FA-DC0F6CB379A7}"/>
              </a:ext>
            </a:extLst>
          </p:cNvPr>
          <p:cNvSpPr/>
          <p:nvPr/>
        </p:nvSpPr>
        <p:spPr>
          <a:xfrm>
            <a:off x="4322054" y="450692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FP model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F64D35B-3DA4-F4F9-743F-09E692F57F78}"/>
              </a:ext>
            </a:extLst>
          </p:cNvPr>
          <p:cNvCxnSpPr>
            <a:cxnSpLocks/>
          </p:cNvCxnSpPr>
          <p:nvPr/>
        </p:nvCxnSpPr>
        <p:spPr>
          <a:xfrm>
            <a:off x="2460650" y="416584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FC9719E-35E5-C56E-7C0C-DFB76C859881}"/>
              </a:ext>
            </a:extLst>
          </p:cNvPr>
          <p:cNvCxnSpPr>
            <a:cxnSpLocks/>
          </p:cNvCxnSpPr>
          <p:nvPr/>
        </p:nvCxnSpPr>
        <p:spPr>
          <a:xfrm>
            <a:off x="3643352" y="4165845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75BA2B1-CF9C-FECE-22EE-0460D2D940F6}"/>
              </a:ext>
            </a:extLst>
          </p:cNvPr>
          <p:cNvCxnSpPr>
            <a:cxnSpLocks/>
          </p:cNvCxnSpPr>
          <p:nvPr/>
        </p:nvCxnSpPr>
        <p:spPr>
          <a:xfrm>
            <a:off x="4826054" y="416584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FA993DFA-8785-EEBE-F082-F5AF84327257}"/>
              </a:ext>
            </a:extLst>
          </p:cNvPr>
          <p:cNvSpPr txBox="1"/>
          <p:nvPr/>
        </p:nvSpPr>
        <p:spPr>
          <a:xfrm>
            <a:off x="862742" y="150445"/>
            <a:ext cx="3373461" cy="5760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Known structure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625A81D7-F46F-31C1-EFAC-2E4D5D4BB9C2}"/>
              </a:ext>
            </a:extLst>
          </p:cNvPr>
          <p:cNvSpPr/>
          <p:nvPr/>
        </p:nvSpPr>
        <p:spPr>
          <a:xfrm>
            <a:off x="302914" y="3660995"/>
            <a:ext cx="1352772" cy="540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Optimization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33AC283-AD76-5B76-2EC8-927472CF4EC9}"/>
              </a:ext>
            </a:extLst>
          </p:cNvPr>
          <p:cNvCxnSpPr>
            <a:cxnSpLocks/>
          </p:cNvCxnSpPr>
          <p:nvPr/>
        </p:nvCxnSpPr>
        <p:spPr>
          <a:xfrm flipH="1">
            <a:off x="1655686" y="3787474"/>
            <a:ext cx="30090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6E0F2AA-D72D-6E93-FAD7-5C0CED6EEDF4}"/>
              </a:ext>
            </a:extLst>
          </p:cNvPr>
          <p:cNvCxnSpPr>
            <a:cxnSpLocks/>
          </p:cNvCxnSpPr>
          <p:nvPr/>
        </p:nvCxnSpPr>
        <p:spPr>
          <a:xfrm>
            <a:off x="1686062" y="4049602"/>
            <a:ext cx="2705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419A6DA6-108C-1A39-3102-4FF9A7DD95C2}"/>
              </a:ext>
            </a:extLst>
          </p:cNvPr>
          <p:cNvSpPr/>
          <p:nvPr/>
        </p:nvSpPr>
        <p:spPr>
          <a:xfrm>
            <a:off x="9940409" y="1142366"/>
            <a:ext cx="1501061" cy="6541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Mass spectra database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EAF2752-F333-33CC-844F-5494966CBB82}"/>
              </a:ext>
            </a:extLst>
          </p:cNvPr>
          <p:cNvSpPr/>
          <p:nvPr/>
        </p:nvSpPr>
        <p:spPr>
          <a:xfrm>
            <a:off x="6187431" y="1927642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CNL-IE dataset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8F1362F-D1A1-E3BD-B357-1713A2F1EB3C}"/>
              </a:ext>
            </a:extLst>
          </p:cNvPr>
          <p:cNvSpPr/>
          <p:nvPr/>
        </p:nvSpPr>
        <p:spPr>
          <a:xfrm>
            <a:off x="6187432" y="2734755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CNL-IE dataset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9B0785C8-8145-BA11-5F57-00DF4F1A3A0D}"/>
              </a:ext>
            </a:extLst>
          </p:cNvPr>
          <p:cNvSpPr/>
          <p:nvPr/>
        </p:nvSpPr>
        <p:spPr>
          <a:xfrm>
            <a:off x="7345848" y="2734755"/>
            <a:ext cx="1056572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CNL-IE dataset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402F9285-D142-CD27-4BA0-E48AC020D7E4}"/>
              </a:ext>
            </a:extLst>
          </p:cNvPr>
          <p:cNvSpPr/>
          <p:nvPr/>
        </p:nvSpPr>
        <p:spPr>
          <a:xfrm>
            <a:off x="8552836" y="2734755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CNL-IE dataset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C71EFD88-7825-7CF3-DD62-B8A1617DFA6B}"/>
              </a:ext>
            </a:extLst>
          </p:cNvPr>
          <p:cNvCxnSpPr>
            <a:cxnSpLocks/>
            <a:stCxn id="89" idx="2"/>
            <a:endCxn id="90" idx="0"/>
          </p:cNvCxnSpPr>
          <p:nvPr/>
        </p:nvCxnSpPr>
        <p:spPr>
          <a:xfrm flipH="1">
            <a:off x="6691432" y="2397342"/>
            <a:ext cx="1182701" cy="337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E05695B0-484E-5120-7326-20D5E8CD8616}"/>
              </a:ext>
            </a:extLst>
          </p:cNvPr>
          <p:cNvCxnSpPr>
            <a:cxnSpLocks/>
            <a:stCxn id="89" idx="2"/>
            <a:endCxn id="91" idx="0"/>
          </p:cNvCxnSpPr>
          <p:nvPr/>
        </p:nvCxnSpPr>
        <p:spPr>
          <a:xfrm>
            <a:off x="7874133" y="2397342"/>
            <a:ext cx="1" cy="337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D08DEBE-9A4D-5FEE-E015-7DD885AD871D}"/>
              </a:ext>
            </a:extLst>
          </p:cNvPr>
          <p:cNvCxnSpPr>
            <a:cxnSpLocks/>
            <a:stCxn id="89" idx="2"/>
            <a:endCxn id="92" idx="0"/>
          </p:cNvCxnSpPr>
          <p:nvPr/>
        </p:nvCxnSpPr>
        <p:spPr>
          <a:xfrm>
            <a:off x="7874133" y="2397342"/>
            <a:ext cx="1182703" cy="337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B21A7FB4-89FF-2E57-49FF-53C1CC192248}"/>
              </a:ext>
            </a:extLst>
          </p:cNvPr>
          <p:cNvSpPr/>
          <p:nvPr/>
        </p:nvSpPr>
        <p:spPr>
          <a:xfrm>
            <a:off x="6187432" y="3677649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Filter on minimum no. of fragments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AE2AF565-3E68-6C7F-EE27-171872E5C615}"/>
              </a:ext>
            </a:extLst>
          </p:cNvPr>
          <p:cNvCxnSpPr>
            <a:cxnSpLocks/>
            <a:stCxn id="90" idx="2"/>
          </p:cNvCxnSpPr>
          <p:nvPr/>
        </p:nvCxnSpPr>
        <p:spPr>
          <a:xfrm>
            <a:off x="6691432" y="335057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789E2077-CCC3-ECE1-AF86-8D47BD368EC3}"/>
              </a:ext>
            </a:extLst>
          </p:cNvPr>
          <p:cNvCxnSpPr>
            <a:cxnSpLocks/>
            <a:stCxn id="91" idx="2"/>
            <a:endCxn id="96" idx="0"/>
          </p:cNvCxnSpPr>
          <p:nvPr/>
        </p:nvCxnSpPr>
        <p:spPr>
          <a:xfrm>
            <a:off x="7874134" y="3350575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4243AE7-2954-4CF6-3CAF-8B6720723C42}"/>
              </a:ext>
            </a:extLst>
          </p:cNvPr>
          <p:cNvCxnSpPr>
            <a:cxnSpLocks/>
            <a:stCxn id="92" idx="2"/>
          </p:cNvCxnSpPr>
          <p:nvPr/>
        </p:nvCxnSpPr>
        <p:spPr>
          <a:xfrm>
            <a:off x="9056836" y="335057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12BA3C4D-9E86-9D9A-B778-A586E641E6E5}"/>
              </a:ext>
            </a:extLst>
          </p:cNvPr>
          <p:cNvSpPr/>
          <p:nvPr/>
        </p:nvSpPr>
        <p:spPr>
          <a:xfrm>
            <a:off x="6187430" y="1142366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Unified IE dataset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14756AC5-A50A-AE3A-3033-D524809401F6}"/>
              </a:ext>
            </a:extLst>
          </p:cNvPr>
          <p:cNvCxnSpPr>
            <a:cxnSpLocks/>
            <a:stCxn id="100" idx="2"/>
            <a:endCxn id="89" idx="0"/>
          </p:cNvCxnSpPr>
          <p:nvPr/>
        </p:nvCxnSpPr>
        <p:spPr>
          <a:xfrm>
            <a:off x="7874132" y="1612066"/>
            <a:ext cx="1" cy="3155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3F1A143A-8BE9-CE54-965B-772CF45C8AF4}"/>
              </a:ext>
            </a:extLst>
          </p:cNvPr>
          <p:cNvSpPr txBox="1"/>
          <p:nvPr/>
        </p:nvSpPr>
        <p:spPr>
          <a:xfrm>
            <a:off x="6517444" y="150445"/>
            <a:ext cx="3373461" cy="5760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Unknown structure</a:t>
            </a:r>
          </a:p>
        </p:txBody>
      </p: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1DDC3777-AEA3-EE53-F009-7F5E2B0D922C}"/>
              </a:ext>
            </a:extLst>
          </p:cNvPr>
          <p:cNvCxnSpPr>
            <a:cxnSpLocks/>
          </p:cNvCxnSpPr>
          <p:nvPr/>
        </p:nvCxnSpPr>
        <p:spPr>
          <a:xfrm>
            <a:off x="5745482" y="0"/>
            <a:ext cx="0" cy="685800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BD31DF92-6784-88D5-5DDB-8029E7E0E686}"/>
              </a:ext>
            </a:extLst>
          </p:cNvPr>
          <p:cNvCxnSpPr>
            <a:cxnSpLocks/>
          </p:cNvCxnSpPr>
          <p:nvPr/>
        </p:nvCxnSpPr>
        <p:spPr>
          <a:xfrm flipH="1">
            <a:off x="9731350" y="1828526"/>
            <a:ext cx="354244" cy="2608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Rectangle 168">
            <a:extLst>
              <a:ext uri="{FF2B5EF4-FFF2-40B4-BE49-F238E27FC236}">
                <a16:creationId xmlns:a16="http://schemas.microsoft.com/office/drawing/2014/main" id="{EF8E6E50-7785-EFE3-553E-6525981E6AB2}"/>
              </a:ext>
            </a:extLst>
          </p:cNvPr>
          <p:cNvSpPr/>
          <p:nvPr/>
        </p:nvSpPr>
        <p:spPr>
          <a:xfrm>
            <a:off x="6187430" y="4488259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Consensus spectra filtering</a:t>
            </a:r>
          </a:p>
        </p:txBody>
      </p: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0ABF0BE9-3B2F-0BD2-C5FD-E58E44D3CF8F}"/>
              </a:ext>
            </a:extLst>
          </p:cNvPr>
          <p:cNvCxnSpPr>
            <a:cxnSpLocks/>
          </p:cNvCxnSpPr>
          <p:nvPr/>
        </p:nvCxnSpPr>
        <p:spPr>
          <a:xfrm>
            <a:off x="6691430" y="416118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3DB43910-B3E6-0142-766F-B9E813398769}"/>
              </a:ext>
            </a:extLst>
          </p:cNvPr>
          <p:cNvCxnSpPr>
            <a:cxnSpLocks/>
            <a:endCxn id="169" idx="0"/>
          </p:cNvCxnSpPr>
          <p:nvPr/>
        </p:nvCxnSpPr>
        <p:spPr>
          <a:xfrm>
            <a:off x="7874132" y="4161185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E72DF834-AB0E-5CBC-473E-8C02F6E00875}"/>
              </a:ext>
            </a:extLst>
          </p:cNvPr>
          <p:cNvCxnSpPr>
            <a:cxnSpLocks/>
          </p:cNvCxnSpPr>
          <p:nvPr/>
        </p:nvCxnSpPr>
        <p:spPr>
          <a:xfrm>
            <a:off x="9056834" y="416118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172">
            <a:extLst>
              <a:ext uri="{FF2B5EF4-FFF2-40B4-BE49-F238E27FC236}">
                <a16:creationId xmlns:a16="http://schemas.microsoft.com/office/drawing/2014/main" id="{60D82A7D-EE1A-B27F-C066-5628449C31AD}"/>
              </a:ext>
            </a:extLst>
          </p:cNvPr>
          <p:cNvSpPr/>
          <p:nvPr/>
        </p:nvSpPr>
        <p:spPr>
          <a:xfrm>
            <a:off x="6187430" y="5298866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Gradient boosted modeling</a:t>
            </a: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0DA5C5A4-1093-BF64-5CCB-47CD499160DC}"/>
              </a:ext>
            </a:extLst>
          </p:cNvPr>
          <p:cNvCxnSpPr>
            <a:cxnSpLocks/>
          </p:cNvCxnSpPr>
          <p:nvPr/>
        </p:nvCxnSpPr>
        <p:spPr>
          <a:xfrm>
            <a:off x="6691430" y="4971792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018E3B95-C4E6-3F26-D657-65AA2C2D10C5}"/>
              </a:ext>
            </a:extLst>
          </p:cNvPr>
          <p:cNvCxnSpPr>
            <a:cxnSpLocks/>
            <a:endCxn id="173" idx="0"/>
          </p:cNvCxnSpPr>
          <p:nvPr/>
        </p:nvCxnSpPr>
        <p:spPr>
          <a:xfrm>
            <a:off x="7874132" y="4971792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0234DB7B-24AF-82D1-4CE2-88FBFBB634ED}"/>
              </a:ext>
            </a:extLst>
          </p:cNvPr>
          <p:cNvCxnSpPr>
            <a:cxnSpLocks/>
          </p:cNvCxnSpPr>
          <p:nvPr/>
        </p:nvCxnSpPr>
        <p:spPr>
          <a:xfrm>
            <a:off x="9056834" y="4971792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Rectangle 192">
            <a:extLst>
              <a:ext uri="{FF2B5EF4-FFF2-40B4-BE49-F238E27FC236}">
                <a16:creationId xmlns:a16="http://schemas.microsoft.com/office/drawing/2014/main" id="{86CF5D27-55B6-743E-ABBA-F45916ABBA2F}"/>
              </a:ext>
            </a:extLst>
          </p:cNvPr>
          <p:cNvSpPr/>
          <p:nvPr/>
        </p:nvSpPr>
        <p:spPr>
          <a:xfrm>
            <a:off x="6187375" y="6089756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CNL model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AE982F34-8C6C-7AE6-0CE8-ECA31A3EA933}"/>
              </a:ext>
            </a:extLst>
          </p:cNvPr>
          <p:cNvSpPr/>
          <p:nvPr/>
        </p:nvSpPr>
        <p:spPr>
          <a:xfrm>
            <a:off x="7332000" y="6089756"/>
            <a:ext cx="108421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CNL model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A0AC74C5-2A89-0F35-7997-C97112BB71D4}"/>
              </a:ext>
            </a:extLst>
          </p:cNvPr>
          <p:cNvSpPr/>
          <p:nvPr/>
        </p:nvSpPr>
        <p:spPr>
          <a:xfrm>
            <a:off x="8552836" y="6089756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CNL model</a:t>
            </a:r>
          </a:p>
        </p:txBody>
      </p: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6288370A-DA8A-668E-2AB0-0302207F6B9E}"/>
              </a:ext>
            </a:extLst>
          </p:cNvPr>
          <p:cNvCxnSpPr>
            <a:cxnSpLocks/>
          </p:cNvCxnSpPr>
          <p:nvPr/>
        </p:nvCxnSpPr>
        <p:spPr>
          <a:xfrm>
            <a:off x="6691432" y="5748680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5540813F-8438-C661-FF20-652CBEFDE605}"/>
              </a:ext>
            </a:extLst>
          </p:cNvPr>
          <p:cNvCxnSpPr>
            <a:cxnSpLocks/>
          </p:cNvCxnSpPr>
          <p:nvPr/>
        </p:nvCxnSpPr>
        <p:spPr>
          <a:xfrm>
            <a:off x="7874134" y="5748680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B60D6822-1708-49BC-866C-5636BC9EF86F}"/>
              </a:ext>
            </a:extLst>
          </p:cNvPr>
          <p:cNvCxnSpPr>
            <a:cxnSpLocks/>
          </p:cNvCxnSpPr>
          <p:nvPr/>
        </p:nvCxnSpPr>
        <p:spPr>
          <a:xfrm>
            <a:off x="9056836" y="5748680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Rectangle: Rounded Corners 198">
            <a:extLst>
              <a:ext uri="{FF2B5EF4-FFF2-40B4-BE49-F238E27FC236}">
                <a16:creationId xmlns:a16="http://schemas.microsoft.com/office/drawing/2014/main" id="{217EC25B-43B1-384F-E388-DC15357FE11A}"/>
              </a:ext>
            </a:extLst>
          </p:cNvPr>
          <p:cNvSpPr/>
          <p:nvPr/>
        </p:nvSpPr>
        <p:spPr>
          <a:xfrm>
            <a:off x="9875206" y="5263716"/>
            <a:ext cx="1352772" cy="54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Optimization</a:t>
            </a:r>
          </a:p>
        </p:txBody>
      </p: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0CD3FF2D-22BB-7A1C-1179-66A2FFDB5A32}"/>
              </a:ext>
            </a:extLst>
          </p:cNvPr>
          <p:cNvCxnSpPr>
            <a:cxnSpLocks/>
          </p:cNvCxnSpPr>
          <p:nvPr/>
        </p:nvCxnSpPr>
        <p:spPr>
          <a:xfrm flipH="1">
            <a:off x="9570034" y="5666568"/>
            <a:ext cx="30090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F066DA18-F501-63CB-8A14-5E6BCD5743CC}"/>
              </a:ext>
            </a:extLst>
          </p:cNvPr>
          <p:cNvCxnSpPr>
            <a:cxnSpLocks/>
          </p:cNvCxnSpPr>
          <p:nvPr/>
        </p:nvCxnSpPr>
        <p:spPr>
          <a:xfrm>
            <a:off x="9574333" y="5459077"/>
            <a:ext cx="2705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6234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EB839-0ACF-1AD6-DC40-777E17559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D624141-696E-003C-3A20-09FF6831D5D3}"/>
              </a:ext>
            </a:extLst>
          </p:cNvPr>
          <p:cNvSpPr/>
          <p:nvPr/>
        </p:nvSpPr>
        <p:spPr>
          <a:xfrm>
            <a:off x="774192" y="998626"/>
            <a:ext cx="3852672" cy="3164942"/>
          </a:xfrm>
          <a:prstGeom prst="roundRect">
            <a:avLst>
              <a:gd name="adj" fmla="val 1204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641C613-5DF4-0FD1-589E-4E8FE7E19C2D}"/>
              </a:ext>
            </a:extLst>
          </p:cNvPr>
          <p:cNvGrpSpPr/>
          <p:nvPr/>
        </p:nvGrpSpPr>
        <p:grpSpPr>
          <a:xfrm>
            <a:off x="2697105" y="1944273"/>
            <a:ext cx="381367" cy="1503466"/>
            <a:chOff x="2469950" y="2131480"/>
            <a:chExt cx="476140" cy="646176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5EA34A5-CA29-B836-3687-36612ADA2B35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131480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A0E5D18-538C-526E-F0D7-C4F4AC1B14C5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454568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FB540715-514D-D9ED-71ED-CAA9C9630012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777656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E2936FB-B458-2B98-0751-BD2F15DAF11B}"/>
              </a:ext>
            </a:extLst>
          </p:cNvPr>
          <p:cNvSpPr/>
          <p:nvPr/>
        </p:nvSpPr>
        <p:spPr>
          <a:xfrm>
            <a:off x="940440" y="1944272"/>
            <a:ext cx="1520688" cy="2021103"/>
          </a:xfrm>
          <a:prstGeom prst="roundRect">
            <a:avLst>
              <a:gd name="adj" fmla="val 8824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2D25D0-809F-59F6-484F-26D7341816DA}"/>
              </a:ext>
            </a:extLst>
          </p:cNvPr>
          <p:cNvSpPr/>
          <p:nvPr/>
        </p:nvSpPr>
        <p:spPr>
          <a:xfrm>
            <a:off x="10216068" y="3163348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IE dataset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810F8C-54E2-A2A6-DF99-F88C9BA36A9A}"/>
              </a:ext>
            </a:extLst>
          </p:cNvPr>
          <p:cNvSpPr/>
          <p:nvPr/>
        </p:nvSpPr>
        <p:spPr>
          <a:xfrm>
            <a:off x="11398770" y="3163348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IE dataset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84C0DC-ABD6-B885-8168-4FC56FE36B39}"/>
              </a:ext>
            </a:extLst>
          </p:cNvPr>
          <p:cNvSpPr/>
          <p:nvPr/>
        </p:nvSpPr>
        <p:spPr>
          <a:xfrm>
            <a:off x="12581472" y="3163348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IE dataset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9777B3A-DDC1-EEE4-8BBF-A5E155C5F33D}"/>
              </a:ext>
            </a:extLst>
          </p:cNvPr>
          <p:cNvSpPr/>
          <p:nvPr/>
        </p:nvSpPr>
        <p:spPr>
          <a:xfrm>
            <a:off x="10216068" y="4106242"/>
            <a:ext cx="3373404" cy="469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Fingerprint calculation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354EAE3-A778-8A52-378F-7D02BD216187}"/>
              </a:ext>
            </a:extLst>
          </p:cNvPr>
          <p:cNvSpPr/>
          <p:nvPr/>
        </p:nvSpPr>
        <p:spPr>
          <a:xfrm>
            <a:off x="10216068" y="4900532"/>
            <a:ext cx="3373404" cy="469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Gradient boosted modeling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79C007E-B301-9977-166D-1930AC3EB43B}"/>
              </a:ext>
            </a:extLst>
          </p:cNvPr>
          <p:cNvCxnSpPr>
            <a:cxnSpLocks/>
          </p:cNvCxnSpPr>
          <p:nvPr/>
        </p:nvCxnSpPr>
        <p:spPr>
          <a:xfrm>
            <a:off x="10702068" y="4573458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CD39CFE-B278-A634-4678-F3F4C6B9A812}"/>
              </a:ext>
            </a:extLst>
          </p:cNvPr>
          <p:cNvCxnSpPr>
            <a:cxnSpLocks/>
            <a:stCxn id="20" idx="2"/>
            <a:endCxn id="27" idx="0"/>
          </p:cNvCxnSpPr>
          <p:nvPr/>
        </p:nvCxnSpPr>
        <p:spPr>
          <a:xfrm>
            <a:off x="11902770" y="4575942"/>
            <a:ext cx="0" cy="3245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31F26BF-39FD-A44D-440B-9DD66C3A71A5}"/>
              </a:ext>
            </a:extLst>
          </p:cNvPr>
          <p:cNvCxnSpPr>
            <a:cxnSpLocks/>
          </p:cNvCxnSpPr>
          <p:nvPr/>
        </p:nvCxnSpPr>
        <p:spPr>
          <a:xfrm>
            <a:off x="13067472" y="4573458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32763161-5DC6-9169-316E-A46194CC9305}"/>
              </a:ext>
            </a:extLst>
          </p:cNvPr>
          <p:cNvSpPr/>
          <p:nvPr/>
        </p:nvSpPr>
        <p:spPr>
          <a:xfrm>
            <a:off x="10216011" y="5711308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FP model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DA3C37B-7BFB-5B7B-3A5C-A0A80D06D9C7}"/>
              </a:ext>
            </a:extLst>
          </p:cNvPr>
          <p:cNvSpPr/>
          <p:nvPr/>
        </p:nvSpPr>
        <p:spPr>
          <a:xfrm>
            <a:off x="11398741" y="5711308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FP model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B596E43-6DE6-DE2F-53A6-6E32117CB11F}"/>
              </a:ext>
            </a:extLst>
          </p:cNvPr>
          <p:cNvSpPr/>
          <p:nvPr/>
        </p:nvSpPr>
        <p:spPr>
          <a:xfrm>
            <a:off x="12581472" y="5711308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FP model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E2ACCD2-6978-DC07-D259-D59689857BE2}"/>
              </a:ext>
            </a:extLst>
          </p:cNvPr>
          <p:cNvCxnSpPr>
            <a:cxnSpLocks/>
          </p:cNvCxnSpPr>
          <p:nvPr/>
        </p:nvCxnSpPr>
        <p:spPr>
          <a:xfrm>
            <a:off x="10720068" y="5370232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2307183-1197-8E73-C52F-B83E00CC79E2}"/>
              </a:ext>
            </a:extLst>
          </p:cNvPr>
          <p:cNvCxnSpPr>
            <a:cxnSpLocks/>
          </p:cNvCxnSpPr>
          <p:nvPr/>
        </p:nvCxnSpPr>
        <p:spPr>
          <a:xfrm>
            <a:off x="11902770" y="5370232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1F63C21-4293-9BBC-F51C-E833BF240359}"/>
              </a:ext>
            </a:extLst>
          </p:cNvPr>
          <p:cNvCxnSpPr>
            <a:cxnSpLocks/>
          </p:cNvCxnSpPr>
          <p:nvPr/>
        </p:nvCxnSpPr>
        <p:spPr>
          <a:xfrm>
            <a:off x="13085472" y="5370232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996F9622-931B-3230-9F67-659C6FB338F8}"/>
              </a:ext>
            </a:extLst>
          </p:cNvPr>
          <p:cNvSpPr txBox="1"/>
          <p:nvPr/>
        </p:nvSpPr>
        <p:spPr>
          <a:xfrm>
            <a:off x="862742" y="150445"/>
            <a:ext cx="3373461" cy="5760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Known structure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07F8135E-2DB5-70BE-5248-0CADC56B8AF0}"/>
              </a:ext>
            </a:extLst>
          </p:cNvPr>
          <p:cNvSpPr/>
          <p:nvPr/>
        </p:nvSpPr>
        <p:spPr>
          <a:xfrm>
            <a:off x="8562332" y="4865382"/>
            <a:ext cx="1352772" cy="540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Optimization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AF28EC6-0C44-5065-D1EC-7C482CB2FB6D}"/>
              </a:ext>
            </a:extLst>
          </p:cNvPr>
          <p:cNvCxnSpPr>
            <a:cxnSpLocks/>
          </p:cNvCxnSpPr>
          <p:nvPr/>
        </p:nvCxnSpPr>
        <p:spPr>
          <a:xfrm flipH="1">
            <a:off x="9915104" y="4991861"/>
            <a:ext cx="30090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432E3A0-6308-1A15-8260-DA770A3A761C}"/>
              </a:ext>
            </a:extLst>
          </p:cNvPr>
          <p:cNvCxnSpPr>
            <a:cxnSpLocks/>
          </p:cNvCxnSpPr>
          <p:nvPr/>
        </p:nvCxnSpPr>
        <p:spPr>
          <a:xfrm>
            <a:off x="9945480" y="5253989"/>
            <a:ext cx="2705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EBB5C7C-DD3F-669D-3F73-8467B183E4CB}"/>
              </a:ext>
            </a:extLst>
          </p:cNvPr>
          <p:cNvSpPr txBox="1"/>
          <p:nvPr/>
        </p:nvSpPr>
        <p:spPr>
          <a:xfrm>
            <a:off x="1700784" y="1018182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Dataset summary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9EF3B3-C508-80C2-CA11-80482BA8D11E}"/>
              </a:ext>
            </a:extLst>
          </p:cNvPr>
          <p:cNvSpPr txBox="1"/>
          <p:nvPr/>
        </p:nvSpPr>
        <p:spPr>
          <a:xfrm>
            <a:off x="940440" y="3564550"/>
            <a:ext cx="1520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IE library</a:t>
            </a: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2D6D64BF-EB93-16FF-3F20-30FA45D3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427308"/>
              </p:ext>
            </p:extLst>
          </p:nvPr>
        </p:nvGraphicFramePr>
        <p:xfrm>
          <a:off x="1061776" y="2082721"/>
          <a:ext cx="1278017" cy="1463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82930">
                  <a:extLst>
                    <a:ext uri="{9D8B030D-6E8A-4147-A177-3AD203B41FA5}">
                      <a16:colId xmlns:a16="http://schemas.microsoft.com/office/drawing/2014/main" val="4141728042"/>
                    </a:ext>
                  </a:extLst>
                </a:gridCol>
                <a:gridCol w="311039">
                  <a:extLst>
                    <a:ext uri="{9D8B030D-6E8A-4147-A177-3AD203B41FA5}">
                      <a16:colId xmlns:a16="http://schemas.microsoft.com/office/drawing/2014/main" val="3625181983"/>
                    </a:ext>
                  </a:extLst>
                </a:gridCol>
                <a:gridCol w="384048">
                  <a:extLst>
                    <a:ext uri="{9D8B030D-6E8A-4147-A177-3AD203B41FA5}">
                      <a16:colId xmlns:a16="http://schemas.microsoft.com/office/drawing/2014/main" val="1661865381"/>
                    </a:ext>
                  </a:extLst>
                </a:gridCol>
              </a:tblGrid>
              <a:tr h="15301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Compound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logIE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760449"/>
                  </a:ext>
                </a:extLst>
              </a:tr>
              <a:tr h="15301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Mol #1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8482046"/>
                  </a:ext>
                </a:extLst>
              </a:tr>
              <a:tr h="15301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Mol #1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7420521"/>
                  </a:ext>
                </a:extLst>
              </a:tr>
              <a:tr h="163398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Mol #2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1121320"/>
                  </a:ext>
                </a:extLst>
              </a:tr>
              <a:tr h="15301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Mol #3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8850743"/>
                  </a:ext>
                </a:extLst>
              </a:tr>
              <a:tr h="15301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Mol #3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660201"/>
                  </a:ext>
                </a:extLst>
              </a:tr>
              <a:tr h="15301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Mol #3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8590947"/>
                  </a:ext>
                </a:extLst>
              </a:tr>
              <a:tr h="15301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Mol #3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9517692"/>
                  </a:ext>
                </a:extLst>
              </a:tr>
            </a:tbl>
          </a:graphicData>
        </a:graphic>
      </p:graphicFrame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EB36954-09C8-E7FC-C3C2-F6B81E4C63A6}"/>
              </a:ext>
            </a:extLst>
          </p:cNvPr>
          <p:cNvSpPr/>
          <p:nvPr/>
        </p:nvSpPr>
        <p:spPr>
          <a:xfrm>
            <a:off x="5278008" y="778602"/>
            <a:ext cx="1475690" cy="1294726"/>
          </a:xfrm>
          <a:prstGeom prst="roundRect">
            <a:avLst>
              <a:gd name="adj" fmla="val 862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841A3499-51E3-92F6-C18F-568D91D762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89403"/>
              </p:ext>
            </p:extLst>
          </p:nvPr>
        </p:nvGraphicFramePr>
        <p:xfrm>
          <a:off x="5376845" y="1059691"/>
          <a:ext cx="1278017" cy="914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82930">
                  <a:extLst>
                    <a:ext uri="{9D8B030D-6E8A-4147-A177-3AD203B41FA5}">
                      <a16:colId xmlns:a16="http://schemas.microsoft.com/office/drawing/2014/main" val="4141728042"/>
                    </a:ext>
                  </a:extLst>
                </a:gridCol>
                <a:gridCol w="311039">
                  <a:extLst>
                    <a:ext uri="{9D8B030D-6E8A-4147-A177-3AD203B41FA5}">
                      <a16:colId xmlns:a16="http://schemas.microsoft.com/office/drawing/2014/main" val="3625181983"/>
                    </a:ext>
                  </a:extLst>
                </a:gridCol>
                <a:gridCol w="384048">
                  <a:extLst>
                    <a:ext uri="{9D8B030D-6E8A-4147-A177-3AD203B41FA5}">
                      <a16:colId xmlns:a16="http://schemas.microsoft.com/office/drawing/2014/main" val="1661865381"/>
                    </a:ext>
                  </a:extLst>
                </a:gridCol>
              </a:tblGrid>
              <a:tr h="15301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Compound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logIE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760449"/>
                  </a:ext>
                </a:extLst>
              </a:tr>
              <a:tr h="15301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Mol #1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8482046"/>
                  </a:ext>
                </a:extLst>
              </a:tr>
              <a:tr h="163398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Mol #2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1121320"/>
                  </a:ext>
                </a:extLst>
              </a:tr>
              <a:tr h="15301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Mol #3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8850743"/>
                  </a:ext>
                </a:extLst>
              </a:tr>
              <a:tr h="15301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Mol #3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9517692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AEBB43B1-18C2-E40D-11DD-1330C040EB39}"/>
              </a:ext>
            </a:extLst>
          </p:cNvPr>
          <p:cNvSpPr txBox="1"/>
          <p:nvPr/>
        </p:nvSpPr>
        <p:spPr>
          <a:xfrm>
            <a:off x="2569897" y="1611768"/>
            <a:ext cx="6357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F2A48EB-6960-AA40-A599-B6C01AF5D11E}"/>
              </a:ext>
            </a:extLst>
          </p:cNvPr>
          <p:cNvSpPr/>
          <p:nvPr/>
        </p:nvSpPr>
        <p:spPr>
          <a:xfrm>
            <a:off x="5278008" y="2150100"/>
            <a:ext cx="1475690" cy="1294726"/>
          </a:xfrm>
          <a:prstGeom prst="roundRect">
            <a:avLst>
              <a:gd name="adj" fmla="val 862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AC60284B-0510-AF23-7486-6593C29D3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7279"/>
              </p:ext>
            </p:extLst>
          </p:nvPr>
        </p:nvGraphicFramePr>
        <p:xfrm>
          <a:off x="5376845" y="2431189"/>
          <a:ext cx="1278017" cy="914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82930">
                  <a:extLst>
                    <a:ext uri="{9D8B030D-6E8A-4147-A177-3AD203B41FA5}">
                      <a16:colId xmlns:a16="http://schemas.microsoft.com/office/drawing/2014/main" val="4141728042"/>
                    </a:ext>
                  </a:extLst>
                </a:gridCol>
                <a:gridCol w="311039">
                  <a:extLst>
                    <a:ext uri="{9D8B030D-6E8A-4147-A177-3AD203B41FA5}">
                      <a16:colId xmlns:a16="http://schemas.microsoft.com/office/drawing/2014/main" val="3625181983"/>
                    </a:ext>
                  </a:extLst>
                </a:gridCol>
                <a:gridCol w="384048">
                  <a:extLst>
                    <a:ext uri="{9D8B030D-6E8A-4147-A177-3AD203B41FA5}">
                      <a16:colId xmlns:a16="http://schemas.microsoft.com/office/drawing/2014/main" val="1661865381"/>
                    </a:ext>
                  </a:extLst>
                </a:gridCol>
              </a:tblGrid>
              <a:tr h="15301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Compound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logIE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760449"/>
                  </a:ext>
                </a:extLst>
              </a:tr>
              <a:tr h="15301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Mol #1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8482046"/>
                  </a:ext>
                </a:extLst>
              </a:tr>
              <a:tr h="163398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Mol #2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1121320"/>
                  </a:ext>
                </a:extLst>
              </a:tr>
              <a:tr h="15301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Mol #3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8850743"/>
                  </a:ext>
                </a:extLst>
              </a:tr>
              <a:tr h="15301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Mol #3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9517692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89F4A16F-AE85-28A3-3A07-9E91F63513B1}"/>
              </a:ext>
            </a:extLst>
          </p:cNvPr>
          <p:cNvSpPr txBox="1"/>
          <p:nvPr/>
        </p:nvSpPr>
        <p:spPr>
          <a:xfrm>
            <a:off x="5697962" y="2150100"/>
            <a:ext cx="6357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953ABD8F-7CD6-5455-DBC1-AA5DE5F9EF7B}"/>
              </a:ext>
            </a:extLst>
          </p:cNvPr>
          <p:cNvSpPr/>
          <p:nvPr/>
        </p:nvSpPr>
        <p:spPr>
          <a:xfrm>
            <a:off x="5278008" y="3516205"/>
            <a:ext cx="1475690" cy="1294726"/>
          </a:xfrm>
          <a:prstGeom prst="roundRect">
            <a:avLst>
              <a:gd name="adj" fmla="val 862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54DDDC62-085E-94F9-1EAC-3FB6CB2EB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850350"/>
              </p:ext>
            </p:extLst>
          </p:nvPr>
        </p:nvGraphicFramePr>
        <p:xfrm>
          <a:off x="5376845" y="3797294"/>
          <a:ext cx="1278017" cy="914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82930">
                  <a:extLst>
                    <a:ext uri="{9D8B030D-6E8A-4147-A177-3AD203B41FA5}">
                      <a16:colId xmlns:a16="http://schemas.microsoft.com/office/drawing/2014/main" val="4141728042"/>
                    </a:ext>
                  </a:extLst>
                </a:gridCol>
                <a:gridCol w="311039">
                  <a:extLst>
                    <a:ext uri="{9D8B030D-6E8A-4147-A177-3AD203B41FA5}">
                      <a16:colId xmlns:a16="http://schemas.microsoft.com/office/drawing/2014/main" val="3625181983"/>
                    </a:ext>
                  </a:extLst>
                </a:gridCol>
                <a:gridCol w="384048">
                  <a:extLst>
                    <a:ext uri="{9D8B030D-6E8A-4147-A177-3AD203B41FA5}">
                      <a16:colId xmlns:a16="http://schemas.microsoft.com/office/drawing/2014/main" val="1661865381"/>
                    </a:ext>
                  </a:extLst>
                </a:gridCol>
              </a:tblGrid>
              <a:tr h="15301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Compound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logIE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760449"/>
                  </a:ext>
                </a:extLst>
              </a:tr>
              <a:tr h="15301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Mol #1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8482046"/>
                  </a:ext>
                </a:extLst>
              </a:tr>
              <a:tr h="163398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Mol #2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1121320"/>
                  </a:ext>
                </a:extLst>
              </a:tr>
              <a:tr h="15301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Mol #3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8850743"/>
                  </a:ext>
                </a:extLst>
              </a:tr>
              <a:tr h="15301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Mol #3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9517692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1BC7B41E-7B17-2570-D4C7-FD0A445255B4}"/>
              </a:ext>
            </a:extLst>
          </p:cNvPr>
          <p:cNvSpPr txBox="1"/>
          <p:nvPr/>
        </p:nvSpPr>
        <p:spPr>
          <a:xfrm>
            <a:off x="5697962" y="3516205"/>
            <a:ext cx="6357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E74C98E-24F4-503C-CA2B-7454A7D8EBA4}"/>
              </a:ext>
            </a:extLst>
          </p:cNvPr>
          <p:cNvSpPr txBox="1"/>
          <p:nvPr/>
        </p:nvSpPr>
        <p:spPr>
          <a:xfrm>
            <a:off x="2569897" y="2375864"/>
            <a:ext cx="6357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9255888-8545-8365-FCA2-645B01546243}"/>
              </a:ext>
            </a:extLst>
          </p:cNvPr>
          <p:cNvSpPr txBox="1"/>
          <p:nvPr/>
        </p:nvSpPr>
        <p:spPr>
          <a:xfrm>
            <a:off x="2569897" y="3139960"/>
            <a:ext cx="6357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</a:t>
            </a:r>
          </a:p>
        </p:txBody>
      </p:sp>
    </p:spTree>
    <p:extLst>
      <p:ext uri="{BB962C8B-B14F-4D97-AF65-F5344CB8AC3E}">
        <p14:creationId xmlns:p14="http://schemas.microsoft.com/office/powerpoint/2010/main" val="2838968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5BAD7-AD16-9F09-0F59-02DE06A52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Arrow: Chevron 106">
            <a:extLst>
              <a:ext uri="{FF2B5EF4-FFF2-40B4-BE49-F238E27FC236}">
                <a16:creationId xmlns:a16="http://schemas.microsoft.com/office/drawing/2014/main" id="{7542814C-8726-81E3-96C6-28C29C353CAC}"/>
              </a:ext>
            </a:extLst>
          </p:cNvPr>
          <p:cNvSpPr/>
          <p:nvPr/>
        </p:nvSpPr>
        <p:spPr>
          <a:xfrm>
            <a:off x="-79515" y="2325406"/>
            <a:ext cx="12271512" cy="2207188"/>
          </a:xfrm>
          <a:prstGeom prst="chevron">
            <a:avLst>
              <a:gd name="adj" fmla="val 26134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A62FFDE-560C-84A7-CA4B-F3533A8A0939}"/>
              </a:ext>
            </a:extLst>
          </p:cNvPr>
          <p:cNvSpPr/>
          <p:nvPr/>
        </p:nvSpPr>
        <p:spPr>
          <a:xfrm>
            <a:off x="774193" y="1534514"/>
            <a:ext cx="3835908" cy="4157626"/>
          </a:xfrm>
          <a:prstGeom prst="roundRect">
            <a:avLst>
              <a:gd name="adj" fmla="val 4189"/>
            </a:avLst>
          </a:prstGeom>
          <a:solidFill>
            <a:srgbClr val="8FAADC"/>
          </a:solidFill>
          <a:ln>
            <a:solidFill>
              <a:schemeClr val="bg1"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17E657FA-4BA3-B8F8-FF14-8F320E6D0AE5}"/>
              </a:ext>
            </a:extLst>
          </p:cNvPr>
          <p:cNvSpPr txBox="1"/>
          <p:nvPr/>
        </p:nvSpPr>
        <p:spPr>
          <a:xfrm>
            <a:off x="1697095" y="4818873"/>
            <a:ext cx="14364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Type of compound (shape)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071FC4A-4955-8798-F795-426B75417B71}"/>
              </a:ext>
            </a:extLst>
          </p:cNvPr>
          <p:cNvGrpSpPr/>
          <p:nvPr/>
        </p:nvGrpSpPr>
        <p:grpSpPr>
          <a:xfrm>
            <a:off x="2589764" y="2533827"/>
            <a:ext cx="492131" cy="1964667"/>
            <a:chOff x="2469950" y="2131480"/>
            <a:chExt cx="476140" cy="646176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DB8EE55-AD76-3C75-681A-F41C587E20FB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131480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C831E92-5411-7407-6C1B-F2855D7E0151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454568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44D8628-51E5-4B6B-228B-0C565D032CEE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777656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D3C093D4-17D2-2605-2489-7302AEE4BC2C}"/>
              </a:ext>
            </a:extLst>
          </p:cNvPr>
          <p:cNvSpPr/>
          <p:nvPr/>
        </p:nvSpPr>
        <p:spPr>
          <a:xfrm>
            <a:off x="953726" y="2643731"/>
            <a:ext cx="1512000" cy="151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4559E17-AE33-C1A6-5C14-BC4D5C30F182}"/>
              </a:ext>
            </a:extLst>
          </p:cNvPr>
          <p:cNvSpPr txBox="1"/>
          <p:nvPr/>
        </p:nvSpPr>
        <p:spPr>
          <a:xfrm>
            <a:off x="862742" y="150445"/>
            <a:ext cx="3373461" cy="5760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Known structure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37FEF3-AEB1-C3C6-4DF6-2F0629AA29A7}"/>
              </a:ext>
            </a:extLst>
          </p:cNvPr>
          <p:cNvSpPr txBox="1"/>
          <p:nvPr/>
        </p:nvSpPr>
        <p:spPr>
          <a:xfrm>
            <a:off x="1692403" y="1644349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Dataset summary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46AB7D-E796-AA3C-AE76-7BB850AC2C77}"/>
              </a:ext>
            </a:extLst>
          </p:cNvPr>
          <p:cNvSpPr txBox="1"/>
          <p:nvPr/>
        </p:nvSpPr>
        <p:spPr>
          <a:xfrm>
            <a:off x="949382" y="4160237"/>
            <a:ext cx="1520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IE library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57C917EF-60CF-A61E-B92C-721F2A0FE7C5}"/>
              </a:ext>
            </a:extLst>
          </p:cNvPr>
          <p:cNvGrpSpPr/>
          <p:nvPr/>
        </p:nvGrpSpPr>
        <p:grpSpPr>
          <a:xfrm>
            <a:off x="2491049" y="2250127"/>
            <a:ext cx="635782" cy="2255115"/>
            <a:chOff x="2552009" y="1611768"/>
            <a:chExt cx="635782" cy="2255115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A4AB54C-6405-5B1D-1F6A-75B97F7A6B94}"/>
                </a:ext>
              </a:extLst>
            </p:cNvPr>
            <p:cNvSpPr txBox="1"/>
            <p:nvPr/>
          </p:nvSpPr>
          <p:spPr>
            <a:xfrm>
              <a:off x="2552009" y="1611768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Min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C69FC14-5CEF-DE62-3375-EBC4271E933B}"/>
                </a:ext>
              </a:extLst>
            </p:cNvPr>
            <p:cNvSpPr txBox="1"/>
            <p:nvPr/>
          </p:nvSpPr>
          <p:spPr>
            <a:xfrm>
              <a:off x="2552009" y="2582217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Mean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36496C2-40AF-B999-CA5C-ABD40F4C0A00}"/>
                </a:ext>
              </a:extLst>
            </p:cNvPr>
            <p:cNvSpPr txBox="1"/>
            <p:nvPr/>
          </p:nvSpPr>
          <p:spPr>
            <a:xfrm>
              <a:off x="2552009" y="3559106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Max</a:t>
              </a:r>
            </a:p>
          </p:txBody>
        </p:sp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599C326-DF76-ABF7-8B27-BC67FD8E6D97}"/>
              </a:ext>
            </a:extLst>
          </p:cNvPr>
          <p:cNvSpPr/>
          <p:nvPr/>
        </p:nvSpPr>
        <p:spPr>
          <a:xfrm>
            <a:off x="4839224" y="1545406"/>
            <a:ext cx="2839408" cy="4146733"/>
          </a:xfrm>
          <a:prstGeom prst="roundRect">
            <a:avLst>
              <a:gd name="adj" fmla="val 4189"/>
            </a:avLst>
          </a:prstGeom>
          <a:solidFill>
            <a:srgbClr val="8FAADC"/>
          </a:solidFill>
          <a:ln>
            <a:solidFill>
              <a:schemeClr val="bg1"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1B83C1-917C-FD98-0BE6-BACE7A59E296}"/>
              </a:ext>
            </a:extLst>
          </p:cNvPr>
          <p:cNvSpPr txBox="1"/>
          <p:nvPr/>
        </p:nvSpPr>
        <p:spPr>
          <a:xfrm>
            <a:off x="5173840" y="1564963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Fingerprint</a:t>
            </a:r>
          </a:p>
        </p:txBody>
      </p:sp>
      <p:sp>
        <p:nvSpPr>
          <p:cNvPr id="9" name="Pentagon 8">
            <a:extLst>
              <a:ext uri="{FF2B5EF4-FFF2-40B4-BE49-F238E27FC236}">
                <a16:creationId xmlns:a16="http://schemas.microsoft.com/office/drawing/2014/main" id="{7A48AA64-EE8D-E5E3-4610-F7B959DFA6B4}"/>
              </a:ext>
            </a:extLst>
          </p:cNvPr>
          <p:cNvSpPr/>
          <p:nvPr/>
        </p:nvSpPr>
        <p:spPr>
          <a:xfrm>
            <a:off x="1159998" y="3540273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entagon 9">
            <a:extLst>
              <a:ext uri="{FF2B5EF4-FFF2-40B4-BE49-F238E27FC236}">
                <a16:creationId xmlns:a16="http://schemas.microsoft.com/office/drawing/2014/main" id="{A0E3450B-FD1A-3A81-D69E-AB1E7CDA390D}"/>
              </a:ext>
            </a:extLst>
          </p:cNvPr>
          <p:cNvSpPr/>
          <p:nvPr/>
        </p:nvSpPr>
        <p:spPr>
          <a:xfrm>
            <a:off x="1962369" y="3451776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CA4D9643-EACF-AFC2-DBBD-B52A700F96BE}"/>
              </a:ext>
            </a:extLst>
          </p:cNvPr>
          <p:cNvSpPr/>
          <p:nvPr/>
        </p:nvSpPr>
        <p:spPr>
          <a:xfrm>
            <a:off x="1585276" y="3703697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C0D74AFF-D4A8-66FA-CE17-CF1FA9886C51}"/>
              </a:ext>
            </a:extLst>
          </p:cNvPr>
          <p:cNvSpPr/>
          <p:nvPr/>
        </p:nvSpPr>
        <p:spPr>
          <a:xfrm>
            <a:off x="1981455" y="3012797"/>
            <a:ext cx="350520" cy="307777"/>
          </a:xfrm>
          <a:prstGeom prst="pentagon">
            <a:avLst/>
          </a:prstGeom>
          <a:solidFill>
            <a:srgbClr val="FFD9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Plaque 19">
            <a:extLst>
              <a:ext uri="{FF2B5EF4-FFF2-40B4-BE49-F238E27FC236}">
                <a16:creationId xmlns:a16="http://schemas.microsoft.com/office/drawing/2014/main" id="{8F41C50B-2712-8B66-70A6-FA1E58D82C4F}"/>
              </a:ext>
            </a:extLst>
          </p:cNvPr>
          <p:cNvSpPr/>
          <p:nvPr/>
        </p:nvSpPr>
        <p:spPr>
          <a:xfrm>
            <a:off x="1077764" y="3019191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C3E8B3-7646-3FD3-C6FC-05F027E9AE83}"/>
              </a:ext>
            </a:extLst>
          </p:cNvPr>
          <p:cNvSpPr txBox="1"/>
          <p:nvPr/>
        </p:nvSpPr>
        <p:spPr>
          <a:xfrm>
            <a:off x="1913968" y="3065758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5F9A8E-3D47-ECBF-7EEC-E577DAFFB3BF}"/>
              </a:ext>
            </a:extLst>
          </p:cNvPr>
          <p:cNvSpPr txBox="1"/>
          <p:nvPr/>
        </p:nvSpPr>
        <p:spPr>
          <a:xfrm>
            <a:off x="1886797" y="3499652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1.55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6B0B0D-CFBC-084A-2501-957C0E4D8D58}"/>
              </a:ext>
            </a:extLst>
          </p:cNvPr>
          <p:cNvSpPr txBox="1"/>
          <p:nvPr/>
        </p:nvSpPr>
        <p:spPr>
          <a:xfrm>
            <a:off x="1511691" y="3738779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A5A625-7239-AD02-5B8B-A1A277CA7808}"/>
              </a:ext>
            </a:extLst>
          </p:cNvPr>
          <p:cNvSpPr txBox="1"/>
          <p:nvPr/>
        </p:nvSpPr>
        <p:spPr>
          <a:xfrm>
            <a:off x="1080396" y="3579714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1.75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D1B9A7-A04A-D3E5-2A36-3D761E016CAA}"/>
              </a:ext>
            </a:extLst>
          </p:cNvPr>
          <p:cNvSpPr txBox="1"/>
          <p:nvPr/>
        </p:nvSpPr>
        <p:spPr>
          <a:xfrm>
            <a:off x="1030980" y="3086022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</a:t>
            </a:r>
          </a:p>
        </p:txBody>
      </p:sp>
      <p:sp>
        <p:nvSpPr>
          <p:cNvPr id="23" name="Plaque 22">
            <a:extLst>
              <a:ext uri="{FF2B5EF4-FFF2-40B4-BE49-F238E27FC236}">
                <a16:creationId xmlns:a16="http://schemas.microsoft.com/office/drawing/2014/main" id="{B41543D9-67FB-960F-7057-58B78EEC3AA8}"/>
              </a:ext>
            </a:extLst>
          </p:cNvPr>
          <p:cNvSpPr/>
          <p:nvPr/>
        </p:nvSpPr>
        <p:spPr>
          <a:xfrm>
            <a:off x="1521545" y="2805376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783900-3EAC-9316-9DB2-A617873B9EC9}"/>
              </a:ext>
            </a:extLst>
          </p:cNvPr>
          <p:cNvSpPr txBox="1"/>
          <p:nvPr/>
        </p:nvSpPr>
        <p:spPr>
          <a:xfrm>
            <a:off x="1474761" y="2872207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3.40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5A17545-B1C8-F13E-8C75-0BBB556C145E}"/>
              </a:ext>
            </a:extLst>
          </p:cNvPr>
          <p:cNvGrpSpPr/>
          <p:nvPr/>
        </p:nvGrpSpPr>
        <p:grpSpPr>
          <a:xfrm>
            <a:off x="3245505" y="2066642"/>
            <a:ext cx="1080000" cy="924774"/>
            <a:chOff x="3205679" y="1361465"/>
            <a:chExt cx="1080000" cy="92477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095B6D0-E553-E348-2F73-17A92BB4B5C3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Pentagon 28">
              <a:extLst>
                <a:ext uri="{FF2B5EF4-FFF2-40B4-BE49-F238E27FC236}">
                  <a16:creationId xmlns:a16="http://schemas.microsoft.com/office/drawing/2014/main" id="{D9888C33-D0A4-71CD-6CD1-93139C36AD0F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Pentagon 29">
              <a:extLst>
                <a:ext uri="{FF2B5EF4-FFF2-40B4-BE49-F238E27FC236}">
                  <a16:creationId xmlns:a16="http://schemas.microsoft.com/office/drawing/2014/main" id="{DF31A600-1EC8-5FE5-1FAF-FF2F318F937A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Plaque 30">
              <a:extLst>
                <a:ext uri="{FF2B5EF4-FFF2-40B4-BE49-F238E27FC236}">
                  <a16:creationId xmlns:a16="http://schemas.microsoft.com/office/drawing/2014/main" id="{6939CEF3-DE8B-D03C-963E-5B11BE08711F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F20D3B8-2FD9-D9E6-8AD3-ADBC3C85C279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4922A5F-372D-20E7-6AFC-6A75509B8576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1.05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2BFDBFC-FBB5-D75E-70C2-906B278D1850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2.90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097283EF-B3A4-DB19-32DE-2CE99F6218CD}"/>
              </a:ext>
            </a:extLst>
          </p:cNvPr>
          <p:cNvGrpSpPr/>
          <p:nvPr/>
        </p:nvGrpSpPr>
        <p:grpSpPr>
          <a:xfrm>
            <a:off x="3245505" y="3016701"/>
            <a:ext cx="1080000" cy="924774"/>
            <a:chOff x="3205679" y="1361465"/>
            <a:chExt cx="1080000" cy="924774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0DC6FC7F-9896-2C0F-F322-EC8928AACC8F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Pentagon 90">
              <a:extLst>
                <a:ext uri="{FF2B5EF4-FFF2-40B4-BE49-F238E27FC236}">
                  <a16:creationId xmlns:a16="http://schemas.microsoft.com/office/drawing/2014/main" id="{5E8C2415-A3BC-40AC-034D-F6C5E685D008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Pentagon 91">
              <a:extLst>
                <a:ext uri="{FF2B5EF4-FFF2-40B4-BE49-F238E27FC236}">
                  <a16:creationId xmlns:a16="http://schemas.microsoft.com/office/drawing/2014/main" id="{73A824F4-C539-F20F-8000-A0410FFD0145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Plaque 92">
              <a:extLst>
                <a:ext uri="{FF2B5EF4-FFF2-40B4-BE49-F238E27FC236}">
                  <a16:creationId xmlns:a16="http://schemas.microsoft.com/office/drawing/2014/main" id="{E4977649-BD87-0A46-D181-B7FEB8C74204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49BDAD33-45DC-96E9-FFFD-76F0003ABF1E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55B09DE5-C8C5-F97D-FE1F-D4F1C2F10047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1.45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BB169469-5A99-013B-290E-A18A2DB670CC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3.15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83CFFB97-6735-43F7-91A6-7428AF302F84}"/>
              </a:ext>
            </a:extLst>
          </p:cNvPr>
          <p:cNvGrpSpPr/>
          <p:nvPr/>
        </p:nvGrpSpPr>
        <p:grpSpPr>
          <a:xfrm>
            <a:off x="3245505" y="3966760"/>
            <a:ext cx="1080000" cy="924774"/>
            <a:chOff x="3205679" y="1361465"/>
            <a:chExt cx="1080000" cy="924774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270ED35E-60FC-2194-7459-D062EE394B23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Pentagon 98">
              <a:extLst>
                <a:ext uri="{FF2B5EF4-FFF2-40B4-BE49-F238E27FC236}">
                  <a16:creationId xmlns:a16="http://schemas.microsoft.com/office/drawing/2014/main" id="{8CBFE79E-9146-C7F7-2646-9D4E0F8C825E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Pentagon 99">
              <a:extLst>
                <a:ext uri="{FF2B5EF4-FFF2-40B4-BE49-F238E27FC236}">
                  <a16:creationId xmlns:a16="http://schemas.microsoft.com/office/drawing/2014/main" id="{788C4621-6E39-C95D-4F8D-A86872A82AF5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Plaque 100">
              <a:extLst>
                <a:ext uri="{FF2B5EF4-FFF2-40B4-BE49-F238E27FC236}">
                  <a16:creationId xmlns:a16="http://schemas.microsoft.com/office/drawing/2014/main" id="{8857102F-AA64-7FA6-1880-1EE489FA9D62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E1AA4884-E7A0-EF06-BC1D-BD8710D2C898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239FAF4-C0A9-935C-D353-523C41CACBE1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1.75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DBC38E95-287F-A4FE-C1FD-D4B79E24D1A1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3.40</a:t>
              </a:r>
            </a:p>
          </p:txBody>
        </p: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id="{3BE64353-6455-DB6C-BEE0-2F97A9139081}"/>
              </a:ext>
            </a:extLst>
          </p:cNvPr>
          <p:cNvSpPr/>
          <p:nvPr/>
        </p:nvSpPr>
        <p:spPr>
          <a:xfrm>
            <a:off x="1098127" y="4758992"/>
            <a:ext cx="2035460" cy="8353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Gelijkbenige driehoek 51">
            <a:extLst>
              <a:ext uri="{FF2B5EF4-FFF2-40B4-BE49-F238E27FC236}">
                <a16:creationId xmlns:a16="http://schemas.microsoft.com/office/drawing/2014/main" id="{5874DFE0-3070-DE08-93F1-F4F74A20B603}"/>
              </a:ext>
            </a:extLst>
          </p:cNvPr>
          <p:cNvSpPr/>
          <p:nvPr/>
        </p:nvSpPr>
        <p:spPr>
          <a:xfrm rot="7639531">
            <a:off x="2156292" y="4827462"/>
            <a:ext cx="0" cy="0"/>
          </a:xfrm>
          <a:prstGeom prst="triangle">
            <a:avLst/>
          </a:prstGeom>
          <a:solidFill>
            <a:srgbClr val="849398">
              <a:alpha val="5000"/>
            </a:srgbClr>
          </a:solidFill>
          <a:ln w="36000">
            <a:solidFill>
              <a:srgbClr val="8493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s-ES" dirty="0">
              <a:solidFill>
                <a:srgbClr val="849398"/>
              </a:solidFill>
            </a:endParaRPr>
          </a:p>
        </p:txBody>
      </p:sp>
      <p:sp>
        <p:nvSpPr>
          <p:cNvPr id="136" name="Arc 135">
            <a:extLst>
              <a:ext uri="{FF2B5EF4-FFF2-40B4-BE49-F238E27FC236}">
                <a16:creationId xmlns:a16="http://schemas.microsoft.com/office/drawing/2014/main" id="{E5D7141E-DE85-920B-3109-88B0E0F153EF}"/>
              </a:ext>
            </a:extLst>
          </p:cNvPr>
          <p:cNvSpPr/>
          <p:nvPr/>
        </p:nvSpPr>
        <p:spPr>
          <a:xfrm rot="18409040">
            <a:off x="1571720" y="4886933"/>
            <a:ext cx="485073" cy="601321"/>
          </a:xfrm>
          <a:prstGeom prst="arc">
            <a:avLst>
              <a:gd name="adj1" fmla="val 16200000"/>
              <a:gd name="adj2" fmla="val 19162302"/>
            </a:avLst>
          </a:prstGeom>
          <a:ln w="12700" cap="rnd"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Plaque 1">
            <a:extLst>
              <a:ext uri="{FF2B5EF4-FFF2-40B4-BE49-F238E27FC236}">
                <a16:creationId xmlns:a16="http://schemas.microsoft.com/office/drawing/2014/main" id="{C80DD8F1-7E8C-B0A4-D0EA-299D8D9198CB}"/>
              </a:ext>
            </a:extLst>
          </p:cNvPr>
          <p:cNvSpPr/>
          <p:nvPr/>
        </p:nvSpPr>
        <p:spPr>
          <a:xfrm>
            <a:off x="1257340" y="4983288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4281B5-CC9C-E1EF-B0D2-79B696667295}"/>
              </a:ext>
            </a:extLst>
          </p:cNvPr>
          <p:cNvSpPr txBox="1"/>
          <p:nvPr/>
        </p:nvSpPr>
        <p:spPr>
          <a:xfrm>
            <a:off x="1210556" y="5050119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3.40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7A5CA6B8-882D-9D88-74E6-B1943F2D2F7B}"/>
              </a:ext>
            </a:extLst>
          </p:cNvPr>
          <p:cNvSpPr/>
          <p:nvPr/>
        </p:nvSpPr>
        <p:spPr>
          <a:xfrm rot="3190960" flipV="1">
            <a:off x="1460314" y="4848832"/>
            <a:ext cx="485073" cy="601321"/>
          </a:xfrm>
          <a:prstGeom prst="arc">
            <a:avLst>
              <a:gd name="adj1" fmla="val 16200000"/>
              <a:gd name="adj2" fmla="val 19162302"/>
            </a:avLst>
          </a:prstGeom>
          <a:ln w="12700" cap="rnd"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BCF234B-4165-4D0A-15FA-FC9C1C803927}"/>
              </a:ext>
            </a:extLst>
          </p:cNvPr>
          <p:cNvCxnSpPr>
            <a:cxnSpLocks/>
          </p:cNvCxnSpPr>
          <p:nvPr/>
        </p:nvCxnSpPr>
        <p:spPr>
          <a:xfrm flipV="1">
            <a:off x="1613347" y="5180139"/>
            <a:ext cx="279554" cy="315"/>
          </a:xfrm>
          <a:prstGeom prst="straightConnector1">
            <a:avLst/>
          </a:prstGeom>
          <a:ln w="12700" cap="rnd"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E54C3C6-69F9-A368-C59A-3B361997B027}"/>
              </a:ext>
            </a:extLst>
          </p:cNvPr>
          <p:cNvSpPr txBox="1"/>
          <p:nvPr/>
        </p:nvSpPr>
        <p:spPr>
          <a:xfrm>
            <a:off x="1804353" y="5072574"/>
            <a:ext cx="11495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Ionization efficiency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50544A-905B-8EAD-F5D9-0916AF02CBFA}"/>
              </a:ext>
            </a:extLst>
          </p:cNvPr>
          <p:cNvSpPr txBox="1"/>
          <p:nvPr/>
        </p:nvSpPr>
        <p:spPr>
          <a:xfrm>
            <a:off x="1579022" y="5298202"/>
            <a:ext cx="7285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pH (colour)</a:t>
            </a:r>
          </a:p>
        </p:txBody>
      </p:sp>
    </p:spTree>
    <p:extLst>
      <p:ext uri="{BB962C8B-B14F-4D97-AF65-F5344CB8AC3E}">
        <p14:creationId xmlns:p14="http://schemas.microsoft.com/office/powerpoint/2010/main" val="4262673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45D55-3BC1-1769-34F7-9EB25AF4F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Arrow: Chevron 106">
            <a:extLst>
              <a:ext uri="{FF2B5EF4-FFF2-40B4-BE49-F238E27FC236}">
                <a16:creationId xmlns:a16="http://schemas.microsoft.com/office/drawing/2014/main" id="{85E5C6BD-FFAE-D6F2-6470-24F6728DE25B}"/>
              </a:ext>
            </a:extLst>
          </p:cNvPr>
          <p:cNvSpPr/>
          <p:nvPr/>
        </p:nvSpPr>
        <p:spPr>
          <a:xfrm>
            <a:off x="-79515" y="2325406"/>
            <a:ext cx="12271512" cy="2207188"/>
          </a:xfrm>
          <a:prstGeom prst="chevron">
            <a:avLst>
              <a:gd name="adj" fmla="val 26134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765974B-FFC3-5E7B-25AD-818FB58D4677}"/>
              </a:ext>
            </a:extLst>
          </p:cNvPr>
          <p:cNvSpPr/>
          <p:nvPr/>
        </p:nvSpPr>
        <p:spPr>
          <a:xfrm>
            <a:off x="507493" y="1534514"/>
            <a:ext cx="3714725" cy="4157626"/>
          </a:xfrm>
          <a:prstGeom prst="roundRect">
            <a:avLst>
              <a:gd name="adj" fmla="val 4189"/>
            </a:avLst>
          </a:prstGeom>
          <a:solidFill>
            <a:srgbClr val="8FAADC"/>
          </a:solidFill>
          <a:ln>
            <a:solidFill>
              <a:schemeClr val="bg1"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736E3607-412E-7ADE-6EB7-9FBEA1C73023}"/>
              </a:ext>
            </a:extLst>
          </p:cNvPr>
          <p:cNvSpPr txBox="1"/>
          <p:nvPr/>
        </p:nvSpPr>
        <p:spPr>
          <a:xfrm>
            <a:off x="1411345" y="4796013"/>
            <a:ext cx="14364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Type of compound (shape)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1C75AF7-0B97-6355-159C-365F3C36D345}"/>
              </a:ext>
            </a:extLst>
          </p:cNvPr>
          <p:cNvGrpSpPr/>
          <p:nvPr/>
        </p:nvGrpSpPr>
        <p:grpSpPr>
          <a:xfrm>
            <a:off x="2323064" y="2533827"/>
            <a:ext cx="492131" cy="1964667"/>
            <a:chOff x="2469950" y="2131480"/>
            <a:chExt cx="476140" cy="646176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F5A53931-C296-170C-C443-F9F93CAFF4C2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131480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D06B70B-35EC-8D96-C226-B99E7FE378A4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454568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C135D06-E8D6-1EE6-8E1C-1A0358986D59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777656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1990B99D-5221-7C46-D8A1-02205B49EE12}"/>
              </a:ext>
            </a:extLst>
          </p:cNvPr>
          <p:cNvSpPr/>
          <p:nvPr/>
        </p:nvSpPr>
        <p:spPr>
          <a:xfrm>
            <a:off x="687026" y="2624681"/>
            <a:ext cx="1512000" cy="151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2DDF46-3DD5-962F-2C1C-5067ED0C08C5}"/>
              </a:ext>
            </a:extLst>
          </p:cNvPr>
          <p:cNvSpPr txBox="1"/>
          <p:nvPr/>
        </p:nvSpPr>
        <p:spPr>
          <a:xfrm>
            <a:off x="1365111" y="1599210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Dataset summary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E21725-2BDC-143A-3DE3-9EBF4DB8E4B2}"/>
              </a:ext>
            </a:extLst>
          </p:cNvPr>
          <p:cNvSpPr txBox="1"/>
          <p:nvPr/>
        </p:nvSpPr>
        <p:spPr>
          <a:xfrm>
            <a:off x="682682" y="4141187"/>
            <a:ext cx="1520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IE library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2F8EDFF-3175-4A80-7B83-F4EB7D8BC3F9}"/>
              </a:ext>
            </a:extLst>
          </p:cNvPr>
          <p:cNvGrpSpPr/>
          <p:nvPr/>
        </p:nvGrpSpPr>
        <p:grpSpPr>
          <a:xfrm>
            <a:off x="2224349" y="2250127"/>
            <a:ext cx="635782" cy="2255115"/>
            <a:chOff x="2552009" y="1611768"/>
            <a:chExt cx="635782" cy="2255115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AA0C93D-1D57-2914-8C9A-86E4403C6694}"/>
                </a:ext>
              </a:extLst>
            </p:cNvPr>
            <p:cNvSpPr txBox="1"/>
            <p:nvPr/>
          </p:nvSpPr>
          <p:spPr>
            <a:xfrm>
              <a:off x="2552009" y="1611768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Min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7098C2E-6CF3-0840-3F0E-16D5A8925496}"/>
                </a:ext>
              </a:extLst>
            </p:cNvPr>
            <p:cNvSpPr txBox="1"/>
            <p:nvPr/>
          </p:nvSpPr>
          <p:spPr>
            <a:xfrm>
              <a:off x="2552009" y="2582217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Mean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76EB1D5-71A5-65C7-7198-4CDB4FB55BAA}"/>
                </a:ext>
              </a:extLst>
            </p:cNvPr>
            <p:cNvSpPr txBox="1"/>
            <p:nvPr/>
          </p:nvSpPr>
          <p:spPr>
            <a:xfrm>
              <a:off x="2552009" y="3559106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Max</a:t>
              </a:r>
            </a:p>
          </p:txBody>
        </p:sp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C87147A-4F4D-B376-845C-37B75C1AC192}"/>
              </a:ext>
            </a:extLst>
          </p:cNvPr>
          <p:cNvSpPr/>
          <p:nvPr/>
        </p:nvSpPr>
        <p:spPr>
          <a:xfrm>
            <a:off x="4546046" y="1895926"/>
            <a:ext cx="3099908" cy="2790651"/>
          </a:xfrm>
          <a:prstGeom prst="roundRect">
            <a:avLst>
              <a:gd name="adj" fmla="val 4189"/>
            </a:avLst>
          </a:prstGeom>
          <a:solidFill>
            <a:srgbClr val="8FAADC"/>
          </a:solidFill>
          <a:ln>
            <a:solidFill>
              <a:schemeClr val="bg1"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5E4BEE-9DA5-02BF-380B-AD84E9EEF6C6}"/>
              </a:ext>
            </a:extLst>
          </p:cNvPr>
          <p:cNvSpPr txBox="1"/>
          <p:nvPr/>
        </p:nvSpPr>
        <p:spPr>
          <a:xfrm>
            <a:off x="4859649" y="1949730"/>
            <a:ext cx="2472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Fingerprint calculation</a:t>
            </a:r>
          </a:p>
        </p:txBody>
      </p:sp>
      <p:sp>
        <p:nvSpPr>
          <p:cNvPr id="9" name="Pentagon 8">
            <a:extLst>
              <a:ext uri="{FF2B5EF4-FFF2-40B4-BE49-F238E27FC236}">
                <a16:creationId xmlns:a16="http://schemas.microsoft.com/office/drawing/2014/main" id="{A9214E4E-9A84-048B-CB85-9CD488728FFA}"/>
              </a:ext>
            </a:extLst>
          </p:cNvPr>
          <p:cNvSpPr/>
          <p:nvPr/>
        </p:nvSpPr>
        <p:spPr>
          <a:xfrm>
            <a:off x="893298" y="3521223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entagon 9">
            <a:extLst>
              <a:ext uri="{FF2B5EF4-FFF2-40B4-BE49-F238E27FC236}">
                <a16:creationId xmlns:a16="http://schemas.microsoft.com/office/drawing/2014/main" id="{DC787742-1ABD-A1BB-0F40-4EDC833C1A22}"/>
              </a:ext>
            </a:extLst>
          </p:cNvPr>
          <p:cNvSpPr/>
          <p:nvPr/>
        </p:nvSpPr>
        <p:spPr>
          <a:xfrm>
            <a:off x="1695669" y="3432726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FDE564C4-3C55-E48C-6192-1CFC871EBDF2}"/>
              </a:ext>
            </a:extLst>
          </p:cNvPr>
          <p:cNvSpPr/>
          <p:nvPr/>
        </p:nvSpPr>
        <p:spPr>
          <a:xfrm>
            <a:off x="1318576" y="3684647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37E688E4-BCA5-7497-FF3A-E9E563EC7E73}"/>
              </a:ext>
            </a:extLst>
          </p:cNvPr>
          <p:cNvSpPr/>
          <p:nvPr/>
        </p:nvSpPr>
        <p:spPr>
          <a:xfrm>
            <a:off x="1714755" y="2993747"/>
            <a:ext cx="350520" cy="307777"/>
          </a:xfrm>
          <a:prstGeom prst="pentagon">
            <a:avLst/>
          </a:prstGeom>
          <a:solidFill>
            <a:srgbClr val="FFD9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Plaque 19">
            <a:extLst>
              <a:ext uri="{FF2B5EF4-FFF2-40B4-BE49-F238E27FC236}">
                <a16:creationId xmlns:a16="http://schemas.microsoft.com/office/drawing/2014/main" id="{8FA6F6D7-4047-AE58-D067-938C8DC469B9}"/>
              </a:ext>
            </a:extLst>
          </p:cNvPr>
          <p:cNvSpPr/>
          <p:nvPr/>
        </p:nvSpPr>
        <p:spPr>
          <a:xfrm>
            <a:off x="811064" y="3000141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ED735E-3B8B-41BE-54F8-78070F770894}"/>
              </a:ext>
            </a:extLst>
          </p:cNvPr>
          <p:cNvSpPr txBox="1"/>
          <p:nvPr/>
        </p:nvSpPr>
        <p:spPr>
          <a:xfrm>
            <a:off x="1647268" y="3046708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3150B3-2249-59EC-3DBD-6C64AAE16657}"/>
              </a:ext>
            </a:extLst>
          </p:cNvPr>
          <p:cNvSpPr txBox="1"/>
          <p:nvPr/>
        </p:nvSpPr>
        <p:spPr>
          <a:xfrm>
            <a:off x="1620097" y="3480602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1.55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55242B-66A4-6F0B-8C42-4355B3CE638F}"/>
              </a:ext>
            </a:extLst>
          </p:cNvPr>
          <p:cNvSpPr txBox="1"/>
          <p:nvPr/>
        </p:nvSpPr>
        <p:spPr>
          <a:xfrm>
            <a:off x="1244991" y="3719729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CCF6C3-B89D-BA5D-251C-F76AA08BA482}"/>
              </a:ext>
            </a:extLst>
          </p:cNvPr>
          <p:cNvSpPr txBox="1"/>
          <p:nvPr/>
        </p:nvSpPr>
        <p:spPr>
          <a:xfrm>
            <a:off x="813696" y="3560664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1.75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7B22BE-E884-FF75-27E3-346F78508B5E}"/>
              </a:ext>
            </a:extLst>
          </p:cNvPr>
          <p:cNvSpPr txBox="1"/>
          <p:nvPr/>
        </p:nvSpPr>
        <p:spPr>
          <a:xfrm>
            <a:off x="764280" y="3066972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</a:t>
            </a:r>
          </a:p>
        </p:txBody>
      </p:sp>
      <p:sp>
        <p:nvSpPr>
          <p:cNvPr id="23" name="Plaque 22">
            <a:extLst>
              <a:ext uri="{FF2B5EF4-FFF2-40B4-BE49-F238E27FC236}">
                <a16:creationId xmlns:a16="http://schemas.microsoft.com/office/drawing/2014/main" id="{C724D57A-9214-1AA8-75F0-6310D6BFC490}"/>
              </a:ext>
            </a:extLst>
          </p:cNvPr>
          <p:cNvSpPr/>
          <p:nvPr/>
        </p:nvSpPr>
        <p:spPr>
          <a:xfrm>
            <a:off x="1254845" y="2786326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7DDFAE-88FD-24C1-5A21-332F1FEF511E}"/>
              </a:ext>
            </a:extLst>
          </p:cNvPr>
          <p:cNvSpPr txBox="1"/>
          <p:nvPr/>
        </p:nvSpPr>
        <p:spPr>
          <a:xfrm>
            <a:off x="1208061" y="2853157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3.40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1DEF0B2-7701-D91F-D58E-5253B477B2C6}"/>
              </a:ext>
            </a:extLst>
          </p:cNvPr>
          <p:cNvGrpSpPr/>
          <p:nvPr/>
        </p:nvGrpSpPr>
        <p:grpSpPr>
          <a:xfrm>
            <a:off x="2978805" y="2066642"/>
            <a:ext cx="1080000" cy="924774"/>
            <a:chOff x="3205679" y="1361465"/>
            <a:chExt cx="1080000" cy="92477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6366193-76EA-AFDB-8008-47B3484A978D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Pentagon 28">
              <a:extLst>
                <a:ext uri="{FF2B5EF4-FFF2-40B4-BE49-F238E27FC236}">
                  <a16:creationId xmlns:a16="http://schemas.microsoft.com/office/drawing/2014/main" id="{43238631-9657-2BEF-C1CA-0B3C0BE32DAB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Pentagon 29">
              <a:extLst>
                <a:ext uri="{FF2B5EF4-FFF2-40B4-BE49-F238E27FC236}">
                  <a16:creationId xmlns:a16="http://schemas.microsoft.com/office/drawing/2014/main" id="{C9F33CC8-47B7-7AC7-60DD-ED9D818415B4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Plaque 30">
              <a:extLst>
                <a:ext uri="{FF2B5EF4-FFF2-40B4-BE49-F238E27FC236}">
                  <a16:creationId xmlns:a16="http://schemas.microsoft.com/office/drawing/2014/main" id="{267A684E-4721-2115-6F3E-CCCE44A16FB9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BF031EB-65CA-722B-A5E4-E2153AC569DB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52E3256-1167-E08B-26E8-973E928D5BCC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1.05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F89DE92-D994-C9F0-754A-AE5CB7C07BA7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2.90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1298A1FC-2A0D-0361-B755-A6E792AF76AD}"/>
              </a:ext>
            </a:extLst>
          </p:cNvPr>
          <p:cNvGrpSpPr/>
          <p:nvPr/>
        </p:nvGrpSpPr>
        <p:grpSpPr>
          <a:xfrm>
            <a:off x="2978805" y="3016701"/>
            <a:ext cx="1080000" cy="924774"/>
            <a:chOff x="3205679" y="1361465"/>
            <a:chExt cx="1080000" cy="924774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5274F8F1-37AE-05DB-E8C8-6A3F42CF7678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Pentagon 90">
              <a:extLst>
                <a:ext uri="{FF2B5EF4-FFF2-40B4-BE49-F238E27FC236}">
                  <a16:creationId xmlns:a16="http://schemas.microsoft.com/office/drawing/2014/main" id="{C67F950E-9694-346F-4968-7FF948FC2F0E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Pentagon 91">
              <a:extLst>
                <a:ext uri="{FF2B5EF4-FFF2-40B4-BE49-F238E27FC236}">
                  <a16:creationId xmlns:a16="http://schemas.microsoft.com/office/drawing/2014/main" id="{00AD8208-E7C6-E9C5-3F14-A480CE123EC2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Plaque 92">
              <a:extLst>
                <a:ext uri="{FF2B5EF4-FFF2-40B4-BE49-F238E27FC236}">
                  <a16:creationId xmlns:a16="http://schemas.microsoft.com/office/drawing/2014/main" id="{85A24291-D476-DD13-CD52-C818A3A2ECF1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931A7A49-FFDC-4C4B-DADE-49686F721B2E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A6F50A1B-C413-41A8-46D8-B5AD9628641F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1.45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9EB2446F-0DD2-FBF3-AC3A-52BE08DE107C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3.15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9584EF8-CB3D-D100-1EAB-E5EA22569201}"/>
              </a:ext>
            </a:extLst>
          </p:cNvPr>
          <p:cNvGrpSpPr/>
          <p:nvPr/>
        </p:nvGrpSpPr>
        <p:grpSpPr>
          <a:xfrm>
            <a:off x="2978805" y="3966760"/>
            <a:ext cx="1080000" cy="924774"/>
            <a:chOff x="3205679" y="1361465"/>
            <a:chExt cx="1080000" cy="924774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BF5895C2-B66F-E9BA-DDF8-C348836893D9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Pentagon 98">
              <a:extLst>
                <a:ext uri="{FF2B5EF4-FFF2-40B4-BE49-F238E27FC236}">
                  <a16:creationId xmlns:a16="http://schemas.microsoft.com/office/drawing/2014/main" id="{1E6D409A-C523-5067-3D63-AB741B034DBD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Pentagon 99">
              <a:extLst>
                <a:ext uri="{FF2B5EF4-FFF2-40B4-BE49-F238E27FC236}">
                  <a16:creationId xmlns:a16="http://schemas.microsoft.com/office/drawing/2014/main" id="{160FDAC0-C9E7-CE40-CD47-7755934E6788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Plaque 100">
              <a:extLst>
                <a:ext uri="{FF2B5EF4-FFF2-40B4-BE49-F238E27FC236}">
                  <a16:creationId xmlns:a16="http://schemas.microsoft.com/office/drawing/2014/main" id="{DB4E942F-69BF-09D0-87A7-B56B337DB2FE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EFF70542-9142-523B-9FBC-389F1813C141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4CA2B194-2BC3-678E-8795-C8DB4097F2EF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1.75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46750D9D-8C3B-18F4-1C8A-AFE3D8532E9D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3.40</a:t>
              </a:r>
            </a:p>
          </p:txBody>
        </p:sp>
      </p:grp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D2B1279A-F2AA-CADF-89D3-13CC8AFEE52C}"/>
              </a:ext>
            </a:extLst>
          </p:cNvPr>
          <p:cNvSpPr/>
          <p:nvPr/>
        </p:nvSpPr>
        <p:spPr>
          <a:xfrm>
            <a:off x="831427" y="4758992"/>
            <a:ext cx="2035460" cy="8353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Gelijkbenige driehoek 51">
            <a:extLst>
              <a:ext uri="{FF2B5EF4-FFF2-40B4-BE49-F238E27FC236}">
                <a16:creationId xmlns:a16="http://schemas.microsoft.com/office/drawing/2014/main" id="{72D4108B-5822-4F81-AB94-D73B382F55D9}"/>
              </a:ext>
            </a:extLst>
          </p:cNvPr>
          <p:cNvSpPr/>
          <p:nvPr/>
        </p:nvSpPr>
        <p:spPr>
          <a:xfrm rot="7639531">
            <a:off x="1889592" y="4827462"/>
            <a:ext cx="0" cy="0"/>
          </a:xfrm>
          <a:prstGeom prst="triangle">
            <a:avLst/>
          </a:prstGeom>
          <a:solidFill>
            <a:srgbClr val="849398">
              <a:alpha val="5000"/>
            </a:srgbClr>
          </a:solidFill>
          <a:ln w="36000">
            <a:solidFill>
              <a:srgbClr val="8493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s-ES" dirty="0">
              <a:solidFill>
                <a:srgbClr val="849398"/>
              </a:solidFill>
            </a:endParaRPr>
          </a:p>
        </p:txBody>
      </p:sp>
      <p:sp>
        <p:nvSpPr>
          <p:cNvPr id="136" name="Arc 135">
            <a:extLst>
              <a:ext uri="{FF2B5EF4-FFF2-40B4-BE49-F238E27FC236}">
                <a16:creationId xmlns:a16="http://schemas.microsoft.com/office/drawing/2014/main" id="{8B08528F-FC8F-0F66-8AFC-C197C2E57B2A}"/>
              </a:ext>
            </a:extLst>
          </p:cNvPr>
          <p:cNvSpPr/>
          <p:nvPr/>
        </p:nvSpPr>
        <p:spPr>
          <a:xfrm rot="18409040">
            <a:off x="1285970" y="4864073"/>
            <a:ext cx="485073" cy="601321"/>
          </a:xfrm>
          <a:prstGeom prst="arc">
            <a:avLst>
              <a:gd name="adj1" fmla="val 16200000"/>
              <a:gd name="adj2" fmla="val 19162302"/>
            </a:avLst>
          </a:prstGeom>
          <a:ln w="12700" cap="rnd"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Plaque 1">
            <a:extLst>
              <a:ext uri="{FF2B5EF4-FFF2-40B4-BE49-F238E27FC236}">
                <a16:creationId xmlns:a16="http://schemas.microsoft.com/office/drawing/2014/main" id="{8F9A979B-5AA9-B0C2-B423-A7B7743E9F55}"/>
              </a:ext>
            </a:extLst>
          </p:cNvPr>
          <p:cNvSpPr/>
          <p:nvPr/>
        </p:nvSpPr>
        <p:spPr>
          <a:xfrm>
            <a:off x="917252" y="4956822"/>
            <a:ext cx="469876" cy="469876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CF5520-F17A-7E07-1718-49A4D39DDA3D}"/>
              </a:ext>
            </a:extLst>
          </p:cNvPr>
          <p:cNvSpPr txBox="1"/>
          <p:nvPr/>
        </p:nvSpPr>
        <p:spPr>
          <a:xfrm>
            <a:off x="899660" y="5060955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3.40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444195A5-77E9-F572-2DDC-886C0D402836}"/>
              </a:ext>
            </a:extLst>
          </p:cNvPr>
          <p:cNvSpPr/>
          <p:nvPr/>
        </p:nvSpPr>
        <p:spPr>
          <a:xfrm rot="3190960" flipV="1">
            <a:off x="1153228" y="4897600"/>
            <a:ext cx="485073" cy="601321"/>
          </a:xfrm>
          <a:prstGeom prst="arc">
            <a:avLst>
              <a:gd name="adj1" fmla="val 16200000"/>
              <a:gd name="adj2" fmla="val 19162302"/>
            </a:avLst>
          </a:prstGeom>
          <a:ln w="12700" cap="rnd"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55B1420-C61F-1F23-FEBA-59EA9E6BF51B}"/>
              </a:ext>
            </a:extLst>
          </p:cNvPr>
          <p:cNvCxnSpPr>
            <a:cxnSpLocks/>
          </p:cNvCxnSpPr>
          <p:nvPr/>
        </p:nvCxnSpPr>
        <p:spPr>
          <a:xfrm flipV="1">
            <a:off x="1310071" y="5190807"/>
            <a:ext cx="279554" cy="315"/>
          </a:xfrm>
          <a:prstGeom prst="straightConnector1">
            <a:avLst/>
          </a:prstGeom>
          <a:ln w="12700" cap="rnd"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48B925B-FA75-CEB3-A39B-57B9E435CB21}"/>
              </a:ext>
            </a:extLst>
          </p:cNvPr>
          <p:cNvSpPr txBox="1"/>
          <p:nvPr/>
        </p:nvSpPr>
        <p:spPr>
          <a:xfrm>
            <a:off x="1501077" y="5083242"/>
            <a:ext cx="11495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Ionization efficiency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2EB898-13E6-B156-471B-4C69FCAB1AD0}"/>
              </a:ext>
            </a:extLst>
          </p:cNvPr>
          <p:cNvSpPr txBox="1"/>
          <p:nvPr/>
        </p:nvSpPr>
        <p:spPr>
          <a:xfrm>
            <a:off x="1271936" y="5346970"/>
            <a:ext cx="7285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pH (colour)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B01C512-BA2D-0D90-A3F5-C3766DD0CAF2}"/>
              </a:ext>
            </a:extLst>
          </p:cNvPr>
          <p:cNvSpPr/>
          <p:nvPr/>
        </p:nvSpPr>
        <p:spPr>
          <a:xfrm>
            <a:off x="7955727" y="1534514"/>
            <a:ext cx="2393821" cy="4146733"/>
          </a:xfrm>
          <a:prstGeom prst="roundRect">
            <a:avLst>
              <a:gd name="adj" fmla="val 4189"/>
            </a:avLst>
          </a:prstGeom>
          <a:solidFill>
            <a:srgbClr val="8FAADC"/>
          </a:solidFill>
          <a:ln>
            <a:solidFill>
              <a:schemeClr val="bg1"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2D6ABE5-B44E-F83F-3031-333871E4A822}"/>
              </a:ext>
            </a:extLst>
          </p:cNvPr>
          <p:cNvSpPr txBox="1"/>
          <p:nvPr/>
        </p:nvSpPr>
        <p:spPr>
          <a:xfrm>
            <a:off x="7930101" y="1599210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Prediction models</a:t>
            </a:r>
          </a:p>
        </p:txBody>
      </p:sp>
      <p:sp>
        <p:nvSpPr>
          <p:cNvPr id="40" name="Plaque 39">
            <a:extLst>
              <a:ext uri="{FF2B5EF4-FFF2-40B4-BE49-F238E27FC236}">
                <a16:creationId xmlns:a16="http://schemas.microsoft.com/office/drawing/2014/main" id="{FD77B28E-574D-F1AB-051B-5BE6A6DC909B}"/>
              </a:ext>
            </a:extLst>
          </p:cNvPr>
          <p:cNvSpPr/>
          <p:nvPr/>
        </p:nvSpPr>
        <p:spPr>
          <a:xfrm>
            <a:off x="4744635" y="2793253"/>
            <a:ext cx="504274" cy="504274"/>
          </a:xfrm>
          <a:prstGeom prst="plaque">
            <a:avLst>
              <a:gd name="adj" fmla="val 4036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5AB454E-D8BC-6352-1164-D0888AFF5294}"/>
              </a:ext>
            </a:extLst>
          </p:cNvPr>
          <p:cNvCxnSpPr>
            <a:cxnSpLocks/>
          </p:cNvCxnSpPr>
          <p:nvPr/>
        </p:nvCxnSpPr>
        <p:spPr>
          <a:xfrm flipV="1">
            <a:off x="6227491" y="697311"/>
            <a:ext cx="657231" cy="1318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D6483B3C-F4D9-6118-D8DC-3DA8DD5047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633422"/>
              </p:ext>
            </p:extLst>
          </p:nvPr>
        </p:nvGraphicFramePr>
        <p:xfrm>
          <a:off x="6347860" y="2872119"/>
          <a:ext cx="116347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62" name="Pentagon 61">
            <a:extLst>
              <a:ext uri="{FF2B5EF4-FFF2-40B4-BE49-F238E27FC236}">
                <a16:creationId xmlns:a16="http://schemas.microsoft.com/office/drawing/2014/main" id="{DDE5C9FD-89A6-9CC0-92FD-CAF0AE96979D}"/>
              </a:ext>
            </a:extLst>
          </p:cNvPr>
          <p:cNvSpPr/>
          <p:nvPr/>
        </p:nvSpPr>
        <p:spPr>
          <a:xfrm>
            <a:off x="4744635" y="3743255"/>
            <a:ext cx="504274" cy="504274"/>
          </a:xfrm>
          <a:prstGeom prst="pentagon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0A778621-A0D6-C188-344F-0FA40CC26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130957"/>
              </p:ext>
            </p:extLst>
          </p:nvPr>
        </p:nvGraphicFramePr>
        <p:xfrm>
          <a:off x="6347860" y="3822121"/>
          <a:ext cx="116347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78" name="Arc 77">
            <a:extLst>
              <a:ext uri="{FF2B5EF4-FFF2-40B4-BE49-F238E27FC236}">
                <a16:creationId xmlns:a16="http://schemas.microsoft.com/office/drawing/2014/main" id="{BCB268FE-2C9E-AADB-FC37-5B92622DC542}"/>
              </a:ext>
            </a:extLst>
          </p:cNvPr>
          <p:cNvSpPr/>
          <p:nvPr/>
        </p:nvSpPr>
        <p:spPr>
          <a:xfrm rot="18995768">
            <a:off x="5783469" y="308626"/>
            <a:ext cx="545544" cy="500428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4A5C82A-7C7F-7604-0D34-7ABAC7EAE3BE}"/>
              </a:ext>
            </a:extLst>
          </p:cNvPr>
          <p:cNvGrpSpPr/>
          <p:nvPr/>
        </p:nvGrpSpPr>
        <p:grpSpPr>
          <a:xfrm>
            <a:off x="5191566" y="3640777"/>
            <a:ext cx="1219009" cy="695280"/>
            <a:chOff x="5343615" y="3822000"/>
            <a:chExt cx="1219009" cy="695280"/>
          </a:xfrm>
        </p:grpSpPr>
        <p:sp>
          <p:nvSpPr>
            <p:cNvPr id="5" name="Arc 4">
              <a:extLst>
                <a:ext uri="{FF2B5EF4-FFF2-40B4-BE49-F238E27FC236}">
                  <a16:creationId xmlns:a16="http://schemas.microsoft.com/office/drawing/2014/main" id="{A2CC8C9A-2512-A94A-69F9-7C08B94883E9}"/>
                </a:ext>
              </a:extLst>
            </p:cNvPr>
            <p:cNvSpPr/>
            <p:nvPr/>
          </p:nvSpPr>
          <p:spPr>
            <a:xfrm rot="18582686">
              <a:off x="5321057" y="3844558"/>
              <a:ext cx="545544" cy="500428"/>
            </a:xfrm>
            <a:prstGeom prst="arc">
              <a:avLst>
                <a:gd name="adj1" fmla="val 15588711"/>
                <a:gd name="adj2" fmla="val 1121401"/>
              </a:avLst>
            </a:prstGeom>
            <a:ln w="381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Arc 40">
              <a:extLst>
                <a:ext uri="{FF2B5EF4-FFF2-40B4-BE49-F238E27FC236}">
                  <a16:creationId xmlns:a16="http://schemas.microsoft.com/office/drawing/2014/main" id="{CB4F63C8-84C7-77BF-93A2-3AE3908FEB02}"/>
                </a:ext>
              </a:extLst>
            </p:cNvPr>
            <p:cNvSpPr/>
            <p:nvPr/>
          </p:nvSpPr>
          <p:spPr>
            <a:xfrm rot="2839795" flipV="1">
              <a:off x="6039638" y="3994294"/>
              <a:ext cx="545544" cy="500428"/>
            </a:xfrm>
            <a:prstGeom prst="arc">
              <a:avLst>
                <a:gd name="adj1" fmla="val 15588711"/>
                <a:gd name="adj2" fmla="val 1456719"/>
              </a:avLst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3" name="Graphic 66" descr="Checklist with solid fill">
              <a:extLst>
                <a:ext uri="{FF2B5EF4-FFF2-40B4-BE49-F238E27FC236}">
                  <a16:creationId xmlns:a16="http://schemas.microsoft.com/office/drawing/2014/main" id="{3E3405B6-64E2-4C35-55F0-706E516E782C}"/>
                </a:ext>
              </a:extLst>
            </p:cNvPr>
            <p:cNvGrpSpPr/>
            <p:nvPr/>
          </p:nvGrpSpPr>
          <p:grpSpPr>
            <a:xfrm>
              <a:off x="5769892" y="3938514"/>
              <a:ext cx="357729" cy="461585"/>
              <a:chOff x="5736886" y="3017958"/>
              <a:chExt cx="357729" cy="461585"/>
            </a:xfrm>
            <a:solidFill>
              <a:schemeClr val="tx2">
                <a:lumMod val="75000"/>
              </a:schemeClr>
            </a:solidFill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ED9C104F-F1B0-6892-44EF-56A688324BE5}"/>
                  </a:ext>
                </a:extLst>
              </p:cNvPr>
              <p:cNvSpPr/>
              <p:nvPr/>
            </p:nvSpPr>
            <p:spPr>
              <a:xfrm>
                <a:off x="5736886" y="3017958"/>
                <a:ext cx="357729" cy="461585"/>
              </a:xfrm>
              <a:custGeom>
                <a:avLst/>
                <a:gdLst>
                  <a:gd name="connsiteX0" fmla="*/ 34619 w 357729"/>
                  <a:gd name="connsiteY0" fmla="*/ 34619 h 461585"/>
                  <a:gd name="connsiteX1" fmla="*/ 323110 w 357729"/>
                  <a:gd name="connsiteY1" fmla="*/ 34619 h 461585"/>
                  <a:gd name="connsiteX2" fmla="*/ 323110 w 357729"/>
                  <a:gd name="connsiteY2" fmla="*/ 426967 h 461585"/>
                  <a:gd name="connsiteX3" fmla="*/ 34619 w 357729"/>
                  <a:gd name="connsiteY3" fmla="*/ 426967 h 461585"/>
                  <a:gd name="connsiteX4" fmla="*/ 34619 w 357729"/>
                  <a:gd name="connsiteY4" fmla="*/ 34619 h 461585"/>
                  <a:gd name="connsiteX5" fmla="*/ 0 w 357729"/>
                  <a:gd name="connsiteY5" fmla="*/ 461586 h 461585"/>
                  <a:gd name="connsiteX6" fmla="*/ 357729 w 357729"/>
                  <a:gd name="connsiteY6" fmla="*/ 461586 h 461585"/>
                  <a:gd name="connsiteX7" fmla="*/ 357729 w 357729"/>
                  <a:gd name="connsiteY7" fmla="*/ 0 h 461585"/>
                  <a:gd name="connsiteX8" fmla="*/ 0 w 357729"/>
                  <a:gd name="connsiteY8" fmla="*/ 0 h 461585"/>
                  <a:gd name="connsiteX9" fmla="*/ 0 w 357729"/>
                  <a:gd name="connsiteY9" fmla="*/ 461586 h 461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57729" h="461585">
                    <a:moveTo>
                      <a:pt x="34619" y="34619"/>
                    </a:moveTo>
                    <a:lnTo>
                      <a:pt x="323110" y="34619"/>
                    </a:lnTo>
                    <a:lnTo>
                      <a:pt x="323110" y="426967"/>
                    </a:lnTo>
                    <a:lnTo>
                      <a:pt x="34619" y="426967"/>
                    </a:lnTo>
                    <a:lnTo>
                      <a:pt x="34619" y="34619"/>
                    </a:lnTo>
                    <a:close/>
                    <a:moveTo>
                      <a:pt x="0" y="461586"/>
                    </a:moveTo>
                    <a:lnTo>
                      <a:pt x="357729" y="461586"/>
                    </a:lnTo>
                    <a:lnTo>
                      <a:pt x="357729" y="0"/>
                    </a:lnTo>
                    <a:lnTo>
                      <a:pt x="0" y="0"/>
                    </a:lnTo>
                    <a:lnTo>
                      <a:pt x="0" y="461586"/>
                    </a:lnTo>
                    <a:close/>
                  </a:path>
                </a:pathLst>
              </a:custGeom>
              <a:grpFill/>
              <a:ln w="57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E7953E6E-A27D-F3A6-A4C0-0E0F18C03E52}"/>
                  </a:ext>
                </a:extLst>
              </p:cNvPr>
              <p:cNvSpPr/>
              <p:nvPr/>
            </p:nvSpPr>
            <p:spPr>
              <a:xfrm>
                <a:off x="5927291" y="3104505"/>
                <a:ext cx="98086" cy="23079"/>
              </a:xfrm>
              <a:custGeom>
                <a:avLst/>
                <a:gdLst>
                  <a:gd name="connsiteX0" fmla="*/ 0 w 98086"/>
                  <a:gd name="connsiteY0" fmla="*/ 0 h 23079"/>
                  <a:gd name="connsiteX1" fmla="*/ 98087 w 98086"/>
                  <a:gd name="connsiteY1" fmla="*/ 0 h 23079"/>
                  <a:gd name="connsiteX2" fmla="*/ 98087 w 98086"/>
                  <a:gd name="connsiteY2" fmla="*/ 23079 h 23079"/>
                  <a:gd name="connsiteX3" fmla="*/ 0 w 98086"/>
                  <a:gd name="connsiteY3" fmla="*/ 23079 h 23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086" h="23079">
                    <a:moveTo>
                      <a:pt x="0" y="0"/>
                    </a:moveTo>
                    <a:lnTo>
                      <a:pt x="98087" y="0"/>
                    </a:lnTo>
                    <a:lnTo>
                      <a:pt x="98087" y="23079"/>
                    </a:lnTo>
                    <a:lnTo>
                      <a:pt x="0" y="23079"/>
                    </a:lnTo>
                    <a:close/>
                  </a:path>
                </a:pathLst>
              </a:custGeom>
              <a:grpFill/>
              <a:ln w="57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E4495920-9118-A354-1ACA-E0DFC46737A7}"/>
                  </a:ext>
                </a:extLst>
              </p:cNvPr>
              <p:cNvSpPr/>
              <p:nvPr/>
            </p:nvSpPr>
            <p:spPr>
              <a:xfrm>
                <a:off x="5927291" y="3196823"/>
                <a:ext cx="98086" cy="23079"/>
              </a:xfrm>
              <a:custGeom>
                <a:avLst/>
                <a:gdLst>
                  <a:gd name="connsiteX0" fmla="*/ 0 w 98086"/>
                  <a:gd name="connsiteY0" fmla="*/ 0 h 23079"/>
                  <a:gd name="connsiteX1" fmla="*/ 98087 w 98086"/>
                  <a:gd name="connsiteY1" fmla="*/ 0 h 23079"/>
                  <a:gd name="connsiteX2" fmla="*/ 98087 w 98086"/>
                  <a:gd name="connsiteY2" fmla="*/ 23079 h 23079"/>
                  <a:gd name="connsiteX3" fmla="*/ 0 w 98086"/>
                  <a:gd name="connsiteY3" fmla="*/ 23079 h 23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086" h="23079">
                    <a:moveTo>
                      <a:pt x="0" y="0"/>
                    </a:moveTo>
                    <a:lnTo>
                      <a:pt x="98087" y="0"/>
                    </a:lnTo>
                    <a:lnTo>
                      <a:pt x="98087" y="23079"/>
                    </a:lnTo>
                    <a:lnTo>
                      <a:pt x="0" y="23079"/>
                    </a:lnTo>
                    <a:close/>
                  </a:path>
                </a:pathLst>
              </a:custGeom>
              <a:grpFill/>
              <a:ln w="57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A07A70E2-C989-F908-F66D-D3D7553A0064}"/>
                  </a:ext>
                </a:extLst>
              </p:cNvPr>
              <p:cNvSpPr/>
              <p:nvPr/>
            </p:nvSpPr>
            <p:spPr>
              <a:xfrm>
                <a:off x="5927291" y="3381457"/>
                <a:ext cx="98086" cy="23079"/>
              </a:xfrm>
              <a:custGeom>
                <a:avLst/>
                <a:gdLst>
                  <a:gd name="connsiteX0" fmla="*/ 0 w 98086"/>
                  <a:gd name="connsiteY0" fmla="*/ 0 h 23079"/>
                  <a:gd name="connsiteX1" fmla="*/ 98087 w 98086"/>
                  <a:gd name="connsiteY1" fmla="*/ 0 h 23079"/>
                  <a:gd name="connsiteX2" fmla="*/ 98087 w 98086"/>
                  <a:gd name="connsiteY2" fmla="*/ 23079 h 23079"/>
                  <a:gd name="connsiteX3" fmla="*/ 0 w 98086"/>
                  <a:gd name="connsiteY3" fmla="*/ 23079 h 23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086" h="23079">
                    <a:moveTo>
                      <a:pt x="0" y="0"/>
                    </a:moveTo>
                    <a:lnTo>
                      <a:pt x="98087" y="0"/>
                    </a:lnTo>
                    <a:lnTo>
                      <a:pt x="98087" y="23079"/>
                    </a:lnTo>
                    <a:lnTo>
                      <a:pt x="0" y="23079"/>
                    </a:lnTo>
                    <a:close/>
                  </a:path>
                </a:pathLst>
              </a:custGeom>
              <a:grpFill/>
              <a:ln w="57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44F2B118-29AE-9314-DA83-61107F811AEF}"/>
                  </a:ext>
                </a:extLst>
              </p:cNvPr>
              <p:cNvSpPr/>
              <p:nvPr/>
            </p:nvSpPr>
            <p:spPr>
              <a:xfrm>
                <a:off x="5927291" y="3289140"/>
                <a:ext cx="98086" cy="23079"/>
              </a:xfrm>
              <a:custGeom>
                <a:avLst/>
                <a:gdLst>
                  <a:gd name="connsiteX0" fmla="*/ 0 w 98086"/>
                  <a:gd name="connsiteY0" fmla="*/ 0 h 23079"/>
                  <a:gd name="connsiteX1" fmla="*/ 98087 w 98086"/>
                  <a:gd name="connsiteY1" fmla="*/ 0 h 23079"/>
                  <a:gd name="connsiteX2" fmla="*/ 98087 w 98086"/>
                  <a:gd name="connsiteY2" fmla="*/ 23079 h 23079"/>
                  <a:gd name="connsiteX3" fmla="*/ 0 w 98086"/>
                  <a:gd name="connsiteY3" fmla="*/ 23079 h 23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086" h="23079">
                    <a:moveTo>
                      <a:pt x="0" y="0"/>
                    </a:moveTo>
                    <a:lnTo>
                      <a:pt x="98087" y="0"/>
                    </a:lnTo>
                    <a:lnTo>
                      <a:pt x="98087" y="23079"/>
                    </a:lnTo>
                    <a:lnTo>
                      <a:pt x="0" y="23079"/>
                    </a:lnTo>
                    <a:close/>
                  </a:path>
                </a:pathLst>
              </a:custGeom>
              <a:grpFill/>
              <a:ln w="57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A65FBF4C-2FC7-E693-8D2D-31C59B158EF3}"/>
                  </a:ext>
                </a:extLst>
              </p:cNvPr>
              <p:cNvSpPr/>
              <p:nvPr/>
            </p:nvSpPr>
            <p:spPr>
              <a:xfrm>
                <a:off x="5806124" y="3075656"/>
                <a:ext cx="85393" cy="70391"/>
              </a:xfrm>
              <a:custGeom>
                <a:avLst/>
                <a:gdLst>
                  <a:gd name="connsiteX0" fmla="*/ 85393 w 85393"/>
                  <a:gd name="connsiteY0" fmla="*/ 16156 h 70391"/>
                  <a:gd name="connsiteX1" fmla="*/ 69238 w 85393"/>
                  <a:gd name="connsiteY1" fmla="*/ 0 h 70391"/>
                  <a:gd name="connsiteX2" fmla="*/ 31157 w 85393"/>
                  <a:gd name="connsiteY2" fmla="*/ 38081 h 70391"/>
                  <a:gd name="connsiteX3" fmla="*/ 16156 w 85393"/>
                  <a:gd name="connsiteY3" fmla="*/ 23079 h 70391"/>
                  <a:gd name="connsiteX4" fmla="*/ 0 w 85393"/>
                  <a:gd name="connsiteY4" fmla="*/ 39235 h 70391"/>
                  <a:gd name="connsiteX5" fmla="*/ 31157 w 85393"/>
                  <a:gd name="connsiteY5" fmla="*/ 70392 h 70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5393" h="70391">
                    <a:moveTo>
                      <a:pt x="85393" y="16156"/>
                    </a:moveTo>
                    <a:lnTo>
                      <a:pt x="69238" y="0"/>
                    </a:lnTo>
                    <a:lnTo>
                      <a:pt x="31157" y="38081"/>
                    </a:lnTo>
                    <a:lnTo>
                      <a:pt x="16156" y="23079"/>
                    </a:lnTo>
                    <a:lnTo>
                      <a:pt x="0" y="39235"/>
                    </a:lnTo>
                    <a:lnTo>
                      <a:pt x="31157" y="70392"/>
                    </a:lnTo>
                    <a:close/>
                  </a:path>
                </a:pathLst>
              </a:custGeom>
              <a:grpFill/>
              <a:ln w="57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D00D0988-D522-CF01-D732-A1BAF7F37A15}"/>
                  </a:ext>
                </a:extLst>
              </p:cNvPr>
              <p:cNvSpPr/>
              <p:nvPr/>
            </p:nvSpPr>
            <p:spPr>
              <a:xfrm>
                <a:off x="5806124" y="3167973"/>
                <a:ext cx="85393" cy="70391"/>
              </a:xfrm>
              <a:custGeom>
                <a:avLst/>
                <a:gdLst>
                  <a:gd name="connsiteX0" fmla="*/ 85393 w 85393"/>
                  <a:gd name="connsiteY0" fmla="*/ 16156 h 70391"/>
                  <a:gd name="connsiteX1" fmla="*/ 69238 w 85393"/>
                  <a:gd name="connsiteY1" fmla="*/ 0 h 70391"/>
                  <a:gd name="connsiteX2" fmla="*/ 31157 w 85393"/>
                  <a:gd name="connsiteY2" fmla="*/ 38081 h 70391"/>
                  <a:gd name="connsiteX3" fmla="*/ 16156 w 85393"/>
                  <a:gd name="connsiteY3" fmla="*/ 23079 h 70391"/>
                  <a:gd name="connsiteX4" fmla="*/ 0 w 85393"/>
                  <a:gd name="connsiteY4" fmla="*/ 39235 h 70391"/>
                  <a:gd name="connsiteX5" fmla="*/ 31157 w 85393"/>
                  <a:gd name="connsiteY5" fmla="*/ 70392 h 70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5393" h="70391">
                    <a:moveTo>
                      <a:pt x="85393" y="16156"/>
                    </a:moveTo>
                    <a:lnTo>
                      <a:pt x="69238" y="0"/>
                    </a:lnTo>
                    <a:lnTo>
                      <a:pt x="31157" y="38081"/>
                    </a:lnTo>
                    <a:lnTo>
                      <a:pt x="16156" y="23079"/>
                    </a:lnTo>
                    <a:lnTo>
                      <a:pt x="0" y="39235"/>
                    </a:lnTo>
                    <a:lnTo>
                      <a:pt x="31157" y="70392"/>
                    </a:lnTo>
                    <a:close/>
                  </a:path>
                </a:pathLst>
              </a:custGeom>
              <a:grpFill/>
              <a:ln w="57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5FB98C10-FBB7-95F2-092A-7FBC1EEF43D8}"/>
                  </a:ext>
                </a:extLst>
              </p:cNvPr>
              <p:cNvSpPr/>
              <p:nvPr/>
            </p:nvSpPr>
            <p:spPr>
              <a:xfrm>
                <a:off x="5806124" y="3260291"/>
                <a:ext cx="85393" cy="70391"/>
              </a:xfrm>
              <a:custGeom>
                <a:avLst/>
                <a:gdLst>
                  <a:gd name="connsiteX0" fmla="*/ 85393 w 85393"/>
                  <a:gd name="connsiteY0" fmla="*/ 16156 h 70391"/>
                  <a:gd name="connsiteX1" fmla="*/ 69238 w 85393"/>
                  <a:gd name="connsiteY1" fmla="*/ 0 h 70391"/>
                  <a:gd name="connsiteX2" fmla="*/ 31157 w 85393"/>
                  <a:gd name="connsiteY2" fmla="*/ 38081 h 70391"/>
                  <a:gd name="connsiteX3" fmla="*/ 16156 w 85393"/>
                  <a:gd name="connsiteY3" fmla="*/ 23079 h 70391"/>
                  <a:gd name="connsiteX4" fmla="*/ 0 w 85393"/>
                  <a:gd name="connsiteY4" fmla="*/ 39235 h 70391"/>
                  <a:gd name="connsiteX5" fmla="*/ 31157 w 85393"/>
                  <a:gd name="connsiteY5" fmla="*/ 70392 h 70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5393" h="70391">
                    <a:moveTo>
                      <a:pt x="85393" y="16156"/>
                    </a:moveTo>
                    <a:lnTo>
                      <a:pt x="69238" y="0"/>
                    </a:lnTo>
                    <a:lnTo>
                      <a:pt x="31157" y="38081"/>
                    </a:lnTo>
                    <a:lnTo>
                      <a:pt x="16156" y="23079"/>
                    </a:lnTo>
                    <a:lnTo>
                      <a:pt x="0" y="39235"/>
                    </a:lnTo>
                    <a:lnTo>
                      <a:pt x="31157" y="70392"/>
                    </a:lnTo>
                    <a:close/>
                  </a:path>
                </a:pathLst>
              </a:custGeom>
              <a:grpFill/>
              <a:ln w="57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8D66E8E2-ECD8-5764-DFDC-D91CA4F6AC8E}"/>
                  </a:ext>
                </a:extLst>
              </p:cNvPr>
              <p:cNvSpPr/>
              <p:nvPr/>
            </p:nvSpPr>
            <p:spPr>
              <a:xfrm>
                <a:off x="5806124" y="3351454"/>
                <a:ext cx="85393" cy="70391"/>
              </a:xfrm>
              <a:custGeom>
                <a:avLst/>
                <a:gdLst>
                  <a:gd name="connsiteX0" fmla="*/ 85393 w 85393"/>
                  <a:gd name="connsiteY0" fmla="*/ 16155 h 70391"/>
                  <a:gd name="connsiteX1" fmla="*/ 69238 w 85393"/>
                  <a:gd name="connsiteY1" fmla="*/ 0 h 70391"/>
                  <a:gd name="connsiteX2" fmla="*/ 31157 w 85393"/>
                  <a:gd name="connsiteY2" fmla="*/ 38081 h 70391"/>
                  <a:gd name="connsiteX3" fmla="*/ 16156 w 85393"/>
                  <a:gd name="connsiteY3" fmla="*/ 23079 h 70391"/>
                  <a:gd name="connsiteX4" fmla="*/ 0 w 85393"/>
                  <a:gd name="connsiteY4" fmla="*/ 39235 h 70391"/>
                  <a:gd name="connsiteX5" fmla="*/ 31157 w 85393"/>
                  <a:gd name="connsiteY5" fmla="*/ 70392 h 70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5393" h="70391">
                    <a:moveTo>
                      <a:pt x="85393" y="16155"/>
                    </a:moveTo>
                    <a:lnTo>
                      <a:pt x="69238" y="0"/>
                    </a:lnTo>
                    <a:lnTo>
                      <a:pt x="31157" y="38081"/>
                    </a:lnTo>
                    <a:lnTo>
                      <a:pt x="16156" y="23079"/>
                    </a:lnTo>
                    <a:lnTo>
                      <a:pt x="0" y="39235"/>
                    </a:lnTo>
                    <a:lnTo>
                      <a:pt x="31157" y="70392"/>
                    </a:lnTo>
                    <a:close/>
                  </a:path>
                </a:pathLst>
              </a:custGeom>
              <a:grpFill/>
              <a:ln w="57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EFA962B-24E2-1879-F3CA-0E35E9BF7AB6}"/>
              </a:ext>
            </a:extLst>
          </p:cNvPr>
          <p:cNvGrpSpPr/>
          <p:nvPr/>
        </p:nvGrpSpPr>
        <p:grpSpPr>
          <a:xfrm>
            <a:off x="5191566" y="2693380"/>
            <a:ext cx="1219009" cy="695280"/>
            <a:chOff x="5343615" y="3822000"/>
            <a:chExt cx="1219009" cy="695280"/>
          </a:xfrm>
        </p:grpSpPr>
        <p:sp>
          <p:nvSpPr>
            <p:cNvPr id="65" name="Arc 64">
              <a:extLst>
                <a:ext uri="{FF2B5EF4-FFF2-40B4-BE49-F238E27FC236}">
                  <a16:creationId xmlns:a16="http://schemas.microsoft.com/office/drawing/2014/main" id="{406A69BF-0987-FCE2-8E2B-C2A73DCD82CB}"/>
                </a:ext>
              </a:extLst>
            </p:cNvPr>
            <p:cNvSpPr/>
            <p:nvPr/>
          </p:nvSpPr>
          <p:spPr>
            <a:xfrm rot="18582686">
              <a:off x="5321057" y="3844558"/>
              <a:ext cx="545544" cy="500428"/>
            </a:xfrm>
            <a:prstGeom prst="arc">
              <a:avLst>
                <a:gd name="adj1" fmla="val 15588711"/>
                <a:gd name="adj2" fmla="val 1121401"/>
              </a:avLst>
            </a:prstGeom>
            <a:ln w="381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Arc 65">
              <a:extLst>
                <a:ext uri="{FF2B5EF4-FFF2-40B4-BE49-F238E27FC236}">
                  <a16:creationId xmlns:a16="http://schemas.microsoft.com/office/drawing/2014/main" id="{E67729B4-3766-7969-1B58-DA337CC3844A}"/>
                </a:ext>
              </a:extLst>
            </p:cNvPr>
            <p:cNvSpPr/>
            <p:nvPr/>
          </p:nvSpPr>
          <p:spPr>
            <a:xfrm rot="2839795" flipV="1">
              <a:off x="6039638" y="3994294"/>
              <a:ext cx="545544" cy="500428"/>
            </a:xfrm>
            <a:prstGeom prst="arc">
              <a:avLst>
                <a:gd name="adj1" fmla="val 15588711"/>
                <a:gd name="adj2" fmla="val 1456719"/>
              </a:avLst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7" name="Graphic 66" descr="Checklist with solid fill">
              <a:extLst>
                <a:ext uri="{FF2B5EF4-FFF2-40B4-BE49-F238E27FC236}">
                  <a16:creationId xmlns:a16="http://schemas.microsoft.com/office/drawing/2014/main" id="{0A29FC97-B44C-5CF4-72A6-9B35A4FF8A45}"/>
                </a:ext>
              </a:extLst>
            </p:cNvPr>
            <p:cNvGrpSpPr/>
            <p:nvPr/>
          </p:nvGrpSpPr>
          <p:grpSpPr>
            <a:xfrm>
              <a:off x="5769892" y="3938514"/>
              <a:ext cx="357729" cy="461585"/>
              <a:chOff x="5736886" y="3017958"/>
              <a:chExt cx="357729" cy="461585"/>
            </a:xfrm>
            <a:solidFill>
              <a:schemeClr val="tx2">
                <a:lumMod val="75000"/>
              </a:schemeClr>
            </a:solidFill>
          </p:grpSpPr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D9054265-5BDE-93A0-81A4-B578C9C72F35}"/>
                  </a:ext>
                </a:extLst>
              </p:cNvPr>
              <p:cNvSpPr/>
              <p:nvPr/>
            </p:nvSpPr>
            <p:spPr>
              <a:xfrm>
                <a:off x="5736886" y="3017958"/>
                <a:ext cx="357729" cy="461585"/>
              </a:xfrm>
              <a:custGeom>
                <a:avLst/>
                <a:gdLst>
                  <a:gd name="connsiteX0" fmla="*/ 34619 w 357729"/>
                  <a:gd name="connsiteY0" fmla="*/ 34619 h 461585"/>
                  <a:gd name="connsiteX1" fmla="*/ 323110 w 357729"/>
                  <a:gd name="connsiteY1" fmla="*/ 34619 h 461585"/>
                  <a:gd name="connsiteX2" fmla="*/ 323110 w 357729"/>
                  <a:gd name="connsiteY2" fmla="*/ 426967 h 461585"/>
                  <a:gd name="connsiteX3" fmla="*/ 34619 w 357729"/>
                  <a:gd name="connsiteY3" fmla="*/ 426967 h 461585"/>
                  <a:gd name="connsiteX4" fmla="*/ 34619 w 357729"/>
                  <a:gd name="connsiteY4" fmla="*/ 34619 h 461585"/>
                  <a:gd name="connsiteX5" fmla="*/ 0 w 357729"/>
                  <a:gd name="connsiteY5" fmla="*/ 461586 h 461585"/>
                  <a:gd name="connsiteX6" fmla="*/ 357729 w 357729"/>
                  <a:gd name="connsiteY6" fmla="*/ 461586 h 461585"/>
                  <a:gd name="connsiteX7" fmla="*/ 357729 w 357729"/>
                  <a:gd name="connsiteY7" fmla="*/ 0 h 461585"/>
                  <a:gd name="connsiteX8" fmla="*/ 0 w 357729"/>
                  <a:gd name="connsiteY8" fmla="*/ 0 h 461585"/>
                  <a:gd name="connsiteX9" fmla="*/ 0 w 357729"/>
                  <a:gd name="connsiteY9" fmla="*/ 461586 h 461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57729" h="461585">
                    <a:moveTo>
                      <a:pt x="34619" y="34619"/>
                    </a:moveTo>
                    <a:lnTo>
                      <a:pt x="323110" y="34619"/>
                    </a:lnTo>
                    <a:lnTo>
                      <a:pt x="323110" y="426967"/>
                    </a:lnTo>
                    <a:lnTo>
                      <a:pt x="34619" y="426967"/>
                    </a:lnTo>
                    <a:lnTo>
                      <a:pt x="34619" y="34619"/>
                    </a:lnTo>
                    <a:close/>
                    <a:moveTo>
                      <a:pt x="0" y="461586"/>
                    </a:moveTo>
                    <a:lnTo>
                      <a:pt x="357729" y="461586"/>
                    </a:lnTo>
                    <a:lnTo>
                      <a:pt x="357729" y="0"/>
                    </a:lnTo>
                    <a:lnTo>
                      <a:pt x="0" y="0"/>
                    </a:lnTo>
                    <a:lnTo>
                      <a:pt x="0" y="461586"/>
                    </a:lnTo>
                    <a:close/>
                  </a:path>
                </a:pathLst>
              </a:custGeom>
              <a:grpFill/>
              <a:ln w="57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534CA755-00CB-5994-28CB-8569DB1BDF98}"/>
                  </a:ext>
                </a:extLst>
              </p:cNvPr>
              <p:cNvSpPr/>
              <p:nvPr/>
            </p:nvSpPr>
            <p:spPr>
              <a:xfrm>
                <a:off x="5927291" y="3104505"/>
                <a:ext cx="98086" cy="23079"/>
              </a:xfrm>
              <a:custGeom>
                <a:avLst/>
                <a:gdLst>
                  <a:gd name="connsiteX0" fmla="*/ 0 w 98086"/>
                  <a:gd name="connsiteY0" fmla="*/ 0 h 23079"/>
                  <a:gd name="connsiteX1" fmla="*/ 98087 w 98086"/>
                  <a:gd name="connsiteY1" fmla="*/ 0 h 23079"/>
                  <a:gd name="connsiteX2" fmla="*/ 98087 w 98086"/>
                  <a:gd name="connsiteY2" fmla="*/ 23079 h 23079"/>
                  <a:gd name="connsiteX3" fmla="*/ 0 w 98086"/>
                  <a:gd name="connsiteY3" fmla="*/ 23079 h 23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086" h="23079">
                    <a:moveTo>
                      <a:pt x="0" y="0"/>
                    </a:moveTo>
                    <a:lnTo>
                      <a:pt x="98087" y="0"/>
                    </a:lnTo>
                    <a:lnTo>
                      <a:pt x="98087" y="23079"/>
                    </a:lnTo>
                    <a:lnTo>
                      <a:pt x="0" y="23079"/>
                    </a:lnTo>
                    <a:close/>
                  </a:path>
                </a:pathLst>
              </a:custGeom>
              <a:grpFill/>
              <a:ln w="57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F7DD91B2-8782-627A-5CEF-BFA805EADB13}"/>
                  </a:ext>
                </a:extLst>
              </p:cNvPr>
              <p:cNvSpPr/>
              <p:nvPr/>
            </p:nvSpPr>
            <p:spPr>
              <a:xfrm>
                <a:off x="5927291" y="3196823"/>
                <a:ext cx="98086" cy="23079"/>
              </a:xfrm>
              <a:custGeom>
                <a:avLst/>
                <a:gdLst>
                  <a:gd name="connsiteX0" fmla="*/ 0 w 98086"/>
                  <a:gd name="connsiteY0" fmla="*/ 0 h 23079"/>
                  <a:gd name="connsiteX1" fmla="*/ 98087 w 98086"/>
                  <a:gd name="connsiteY1" fmla="*/ 0 h 23079"/>
                  <a:gd name="connsiteX2" fmla="*/ 98087 w 98086"/>
                  <a:gd name="connsiteY2" fmla="*/ 23079 h 23079"/>
                  <a:gd name="connsiteX3" fmla="*/ 0 w 98086"/>
                  <a:gd name="connsiteY3" fmla="*/ 23079 h 23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086" h="23079">
                    <a:moveTo>
                      <a:pt x="0" y="0"/>
                    </a:moveTo>
                    <a:lnTo>
                      <a:pt x="98087" y="0"/>
                    </a:lnTo>
                    <a:lnTo>
                      <a:pt x="98087" y="23079"/>
                    </a:lnTo>
                    <a:lnTo>
                      <a:pt x="0" y="23079"/>
                    </a:lnTo>
                    <a:close/>
                  </a:path>
                </a:pathLst>
              </a:custGeom>
              <a:grpFill/>
              <a:ln w="57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17CDAE31-D97E-3465-0870-C13DB787C8E6}"/>
                  </a:ext>
                </a:extLst>
              </p:cNvPr>
              <p:cNvSpPr/>
              <p:nvPr/>
            </p:nvSpPr>
            <p:spPr>
              <a:xfrm>
                <a:off x="5927291" y="3381457"/>
                <a:ext cx="98086" cy="23079"/>
              </a:xfrm>
              <a:custGeom>
                <a:avLst/>
                <a:gdLst>
                  <a:gd name="connsiteX0" fmla="*/ 0 w 98086"/>
                  <a:gd name="connsiteY0" fmla="*/ 0 h 23079"/>
                  <a:gd name="connsiteX1" fmla="*/ 98087 w 98086"/>
                  <a:gd name="connsiteY1" fmla="*/ 0 h 23079"/>
                  <a:gd name="connsiteX2" fmla="*/ 98087 w 98086"/>
                  <a:gd name="connsiteY2" fmla="*/ 23079 h 23079"/>
                  <a:gd name="connsiteX3" fmla="*/ 0 w 98086"/>
                  <a:gd name="connsiteY3" fmla="*/ 23079 h 23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086" h="23079">
                    <a:moveTo>
                      <a:pt x="0" y="0"/>
                    </a:moveTo>
                    <a:lnTo>
                      <a:pt x="98087" y="0"/>
                    </a:lnTo>
                    <a:lnTo>
                      <a:pt x="98087" y="23079"/>
                    </a:lnTo>
                    <a:lnTo>
                      <a:pt x="0" y="23079"/>
                    </a:lnTo>
                    <a:close/>
                  </a:path>
                </a:pathLst>
              </a:custGeom>
              <a:grpFill/>
              <a:ln w="57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DFBF022C-8FF7-5C3D-3993-78D75FCD2A96}"/>
                  </a:ext>
                </a:extLst>
              </p:cNvPr>
              <p:cNvSpPr/>
              <p:nvPr/>
            </p:nvSpPr>
            <p:spPr>
              <a:xfrm>
                <a:off x="5927291" y="3289140"/>
                <a:ext cx="98086" cy="23079"/>
              </a:xfrm>
              <a:custGeom>
                <a:avLst/>
                <a:gdLst>
                  <a:gd name="connsiteX0" fmla="*/ 0 w 98086"/>
                  <a:gd name="connsiteY0" fmla="*/ 0 h 23079"/>
                  <a:gd name="connsiteX1" fmla="*/ 98087 w 98086"/>
                  <a:gd name="connsiteY1" fmla="*/ 0 h 23079"/>
                  <a:gd name="connsiteX2" fmla="*/ 98087 w 98086"/>
                  <a:gd name="connsiteY2" fmla="*/ 23079 h 23079"/>
                  <a:gd name="connsiteX3" fmla="*/ 0 w 98086"/>
                  <a:gd name="connsiteY3" fmla="*/ 23079 h 23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086" h="23079">
                    <a:moveTo>
                      <a:pt x="0" y="0"/>
                    </a:moveTo>
                    <a:lnTo>
                      <a:pt x="98087" y="0"/>
                    </a:lnTo>
                    <a:lnTo>
                      <a:pt x="98087" y="23079"/>
                    </a:lnTo>
                    <a:lnTo>
                      <a:pt x="0" y="23079"/>
                    </a:lnTo>
                    <a:close/>
                  </a:path>
                </a:pathLst>
              </a:custGeom>
              <a:grpFill/>
              <a:ln w="57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CAA09622-61BE-290C-FF81-00B3A6180E0C}"/>
                  </a:ext>
                </a:extLst>
              </p:cNvPr>
              <p:cNvSpPr/>
              <p:nvPr/>
            </p:nvSpPr>
            <p:spPr>
              <a:xfrm>
                <a:off x="5806124" y="3075656"/>
                <a:ext cx="85393" cy="70391"/>
              </a:xfrm>
              <a:custGeom>
                <a:avLst/>
                <a:gdLst>
                  <a:gd name="connsiteX0" fmla="*/ 85393 w 85393"/>
                  <a:gd name="connsiteY0" fmla="*/ 16156 h 70391"/>
                  <a:gd name="connsiteX1" fmla="*/ 69238 w 85393"/>
                  <a:gd name="connsiteY1" fmla="*/ 0 h 70391"/>
                  <a:gd name="connsiteX2" fmla="*/ 31157 w 85393"/>
                  <a:gd name="connsiteY2" fmla="*/ 38081 h 70391"/>
                  <a:gd name="connsiteX3" fmla="*/ 16156 w 85393"/>
                  <a:gd name="connsiteY3" fmla="*/ 23079 h 70391"/>
                  <a:gd name="connsiteX4" fmla="*/ 0 w 85393"/>
                  <a:gd name="connsiteY4" fmla="*/ 39235 h 70391"/>
                  <a:gd name="connsiteX5" fmla="*/ 31157 w 85393"/>
                  <a:gd name="connsiteY5" fmla="*/ 70392 h 70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5393" h="70391">
                    <a:moveTo>
                      <a:pt x="85393" y="16156"/>
                    </a:moveTo>
                    <a:lnTo>
                      <a:pt x="69238" y="0"/>
                    </a:lnTo>
                    <a:lnTo>
                      <a:pt x="31157" y="38081"/>
                    </a:lnTo>
                    <a:lnTo>
                      <a:pt x="16156" y="23079"/>
                    </a:lnTo>
                    <a:lnTo>
                      <a:pt x="0" y="39235"/>
                    </a:lnTo>
                    <a:lnTo>
                      <a:pt x="31157" y="70392"/>
                    </a:lnTo>
                    <a:close/>
                  </a:path>
                </a:pathLst>
              </a:custGeom>
              <a:grpFill/>
              <a:ln w="57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9F61A86E-87E0-4DFD-7316-4E56F8755623}"/>
                  </a:ext>
                </a:extLst>
              </p:cNvPr>
              <p:cNvSpPr/>
              <p:nvPr/>
            </p:nvSpPr>
            <p:spPr>
              <a:xfrm>
                <a:off x="5806124" y="3167973"/>
                <a:ext cx="85393" cy="70391"/>
              </a:xfrm>
              <a:custGeom>
                <a:avLst/>
                <a:gdLst>
                  <a:gd name="connsiteX0" fmla="*/ 85393 w 85393"/>
                  <a:gd name="connsiteY0" fmla="*/ 16156 h 70391"/>
                  <a:gd name="connsiteX1" fmla="*/ 69238 w 85393"/>
                  <a:gd name="connsiteY1" fmla="*/ 0 h 70391"/>
                  <a:gd name="connsiteX2" fmla="*/ 31157 w 85393"/>
                  <a:gd name="connsiteY2" fmla="*/ 38081 h 70391"/>
                  <a:gd name="connsiteX3" fmla="*/ 16156 w 85393"/>
                  <a:gd name="connsiteY3" fmla="*/ 23079 h 70391"/>
                  <a:gd name="connsiteX4" fmla="*/ 0 w 85393"/>
                  <a:gd name="connsiteY4" fmla="*/ 39235 h 70391"/>
                  <a:gd name="connsiteX5" fmla="*/ 31157 w 85393"/>
                  <a:gd name="connsiteY5" fmla="*/ 70392 h 70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5393" h="70391">
                    <a:moveTo>
                      <a:pt x="85393" y="16156"/>
                    </a:moveTo>
                    <a:lnTo>
                      <a:pt x="69238" y="0"/>
                    </a:lnTo>
                    <a:lnTo>
                      <a:pt x="31157" y="38081"/>
                    </a:lnTo>
                    <a:lnTo>
                      <a:pt x="16156" y="23079"/>
                    </a:lnTo>
                    <a:lnTo>
                      <a:pt x="0" y="39235"/>
                    </a:lnTo>
                    <a:lnTo>
                      <a:pt x="31157" y="70392"/>
                    </a:lnTo>
                    <a:close/>
                  </a:path>
                </a:pathLst>
              </a:custGeom>
              <a:grpFill/>
              <a:ln w="57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46541562-D88C-2F2B-974D-C9A7DCABEEF1}"/>
                  </a:ext>
                </a:extLst>
              </p:cNvPr>
              <p:cNvSpPr/>
              <p:nvPr/>
            </p:nvSpPr>
            <p:spPr>
              <a:xfrm>
                <a:off x="5806124" y="3260291"/>
                <a:ext cx="85393" cy="70391"/>
              </a:xfrm>
              <a:custGeom>
                <a:avLst/>
                <a:gdLst>
                  <a:gd name="connsiteX0" fmla="*/ 85393 w 85393"/>
                  <a:gd name="connsiteY0" fmla="*/ 16156 h 70391"/>
                  <a:gd name="connsiteX1" fmla="*/ 69238 w 85393"/>
                  <a:gd name="connsiteY1" fmla="*/ 0 h 70391"/>
                  <a:gd name="connsiteX2" fmla="*/ 31157 w 85393"/>
                  <a:gd name="connsiteY2" fmla="*/ 38081 h 70391"/>
                  <a:gd name="connsiteX3" fmla="*/ 16156 w 85393"/>
                  <a:gd name="connsiteY3" fmla="*/ 23079 h 70391"/>
                  <a:gd name="connsiteX4" fmla="*/ 0 w 85393"/>
                  <a:gd name="connsiteY4" fmla="*/ 39235 h 70391"/>
                  <a:gd name="connsiteX5" fmla="*/ 31157 w 85393"/>
                  <a:gd name="connsiteY5" fmla="*/ 70392 h 70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5393" h="70391">
                    <a:moveTo>
                      <a:pt x="85393" y="16156"/>
                    </a:moveTo>
                    <a:lnTo>
                      <a:pt x="69238" y="0"/>
                    </a:lnTo>
                    <a:lnTo>
                      <a:pt x="31157" y="38081"/>
                    </a:lnTo>
                    <a:lnTo>
                      <a:pt x="16156" y="23079"/>
                    </a:lnTo>
                    <a:lnTo>
                      <a:pt x="0" y="39235"/>
                    </a:lnTo>
                    <a:lnTo>
                      <a:pt x="31157" y="70392"/>
                    </a:lnTo>
                    <a:close/>
                  </a:path>
                </a:pathLst>
              </a:custGeom>
              <a:grpFill/>
              <a:ln w="57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0E844B4F-F902-0DE1-A726-D03A471C344F}"/>
                  </a:ext>
                </a:extLst>
              </p:cNvPr>
              <p:cNvSpPr/>
              <p:nvPr/>
            </p:nvSpPr>
            <p:spPr>
              <a:xfrm>
                <a:off x="5806124" y="3351454"/>
                <a:ext cx="85393" cy="70391"/>
              </a:xfrm>
              <a:custGeom>
                <a:avLst/>
                <a:gdLst>
                  <a:gd name="connsiteX0" fmla="*/ 85393 w 85393"/>
                  <a:gd name="connsiteY0" fmla="*/ 16155 h 70391"/>
                  <a:gd name="connsiteX1" fmla="*/ 69238 w 85393"/>
                  <a:gd name="connsiteY1" fmla="*/ 0 h 70391"/>
                  <a:gd name="connsiteX2" fmla="*/ 31157 w 85393"/>
                  <a:gd name="connsiteY2" fmla="*/ 38081 h 70391"/>
                  <a:gd name="connsiteX3" fmla="*/ 16156 w 85393"/>
                  <a:gd name="connsiteY3" fmla="*/ 23079 h 70391"/>
                  <a:gd name="connsiteX4" fmla="*/ 0 w 85393"/>
                  <a:gd name="connsiteY4" fmla="*/ 39235 h 70391"/>
                  <a:gd name="connsiteX5" fmla="*/ 31157 w 85393"/>
                  <a:gd name="connsiteY5" fmla="*/ 70392 h 70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5393" h="70391">
                    <a:moveTo>
                      <a:pt x="85393" y="16155"/>
                    </a:moveTo>
                    <a:lnTo>
                      <a:pt x="69238" y="0"/>
                    </a:lnTo>
                    <a:lnTo>
                      <a:pt x="31157" y="38081"/>
                    </a:lnTo>
                    <a:lnTo>
                      <a:pt x="16156" y="23079"/>
                    </a:lnTo>
                    <a:lnTo>
                      <a:pt x="0" y="39235"/>
                    </a:lnTo>
                    <a:lnTo>
                      <a:pt x="31157" y="70392"/>
                    </a:lnTo>
                    <a:close/>
                  </a:path>
                </a:pathLst>
              </a:custGeom>
              <a:grpFill/>
              <a:ln w="57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04047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D9AEE-8067-A407-D491-CFDC28362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B5AB459E-E9F5-FF42-DC99-1137B9E340BB}"/>
              </a:ext>
            </a:extLst>
          </p:cNvPr>
          <p:cNvSpPr/>
          <p:nvPr/>
        </p:nvSpPr>
        <p:spPr>
          <a:xfrm>
            <a:off x="9940409" y="1142366"/>
            <a:ext cx="1501061" cy="6541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Mass spectra database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C0F417B-F071-4206-62E1-F890B1F0801F}"/>
              </a:ext>
            </a:extLst>
          </p:cNvPr>
          <p:cNvSpPr/>
          <p:nvPr/>
        </p:nvSpPr>
        <p:spPr>
          <a:xfrm>
            <a:off x="6187431" y="1927642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CNL-IE dataset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CED3A4A-236E-0E3B-FD78-07788D1EE1DA}"/>
              </a:ext>
            </a:extLst>
          </p:cNvPr>
          <p:cNvSpPr/>
          <p:nvPr/>
        </p:nvSpPr>
        <p:spPr>
          <a:xfrm>
            <a:off x="6187432" y="2734755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CNL-IE dataset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F0109445-BF3D-A88A-D737-E38549F2F1CA}"/>
              </a:ext>
            </a:extLst>
          </p:cNvPr>
          <p:cNvSpPr/>
          <p:nvPr/>
        </p:nvSpPr>
        <p:spPr>
          <a:xfrm>
            <a:off x="7345848" y="2734755"/>
            <a:ext cx="1056572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CNL-IE dataset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22E9ED96-B741-0393-C771-8DC1DBED59DC}"/>
              </a:ext>
            </a:extLst>
          </p:cNvPr>
          <p:cNvSpPr/>
          <p:nvPr/>
        </p:nvSpPr>
        <p:spPr>
          <a:xfrm>
            <a:off x="8552836" y="2734755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CNL-IE dataset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98EA62E6-0B23-7BD6-B7B6-1DEA715B6645}"/>
              </a:ext>
            </a:extLst>
          </p:cNvPr>
          <p:cNvCxnSpPr>
            <a:cxnSpLocks/>
            <a:stCxn id="89" idx="2"/>
            <a:endCxn id="90" idx="0"/>
          </p:cNvCxnSpPr>
          <p:nvPr/>
        </p:nvCxnSpPr>
        <p:spPr>
          <a:xfrm flipH="1">
            <a:off x="6691432" y="2397342"/>
            <a:ext cx="1182701" cy="337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47C400A3-673B-ABB6-6D04-3C087A907F84}"/>
              </a:ext>
            </a:extLst>
          </p:cNvPr>
          <p:cNvCxnSpPr>
            <a:cxnSpLocks/>
            <a:stCxn id="89" idx="2"/>
            <a:endCxn id="91" idx="0"/>
          </p:cNvCxnSpPr>
          <p:nvPr/>
        </p:nvCxnSpPr>
        <p:spPr>
          <a:xfrm>
            <a:off x="7874133" y="2397342"/>
            <a:ext cx="1" cy="337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D497E21-DFFD-CF1A-3032-B925DCBB5F04}"/>
              </a:ext>
            </a:extLst>
          </p:cNvPr>
          <p:cNvCxnSpPr>
            <a:cxnSpLocks/>
            <a:stCxn id="89" idx="2"/>
            <a:endCxn id="92" idx="0"/>
          </p:cNvCxnSpPr>
          <p:nvPr/>
        </p:nvCxnSpPr>
        <p:spPr>
          <a:xfrm>
            <a:off x="7874133" y="2397342"/>
            <a:ext cx="1182703" cy="337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A325FF79-C282-C353-F5E1-787B7CBECFEB}"/>
              </a:ext>
            </a:extLst>
          </p:cNvPr>
          <p:cNvSpPr/>
          <p:nvPr/>
        </p:nvSpPr>
        <p:spPr>
          <a:xfrm>
            <a:off x="6187432" y="3677649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Filter on minimum no. of fragments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83DE76D0-C068-1B47-1253-64D73B43021C}"/>
              </a:ext>
            </a:extLst>
          </p:cNvPr>
          <p:cNvCxnSpPr>
            <a:cxnSpLocks/>
            <a:stCxn id="90" idx="2"/>
          </p:cNvCxnSpPr>
          <p:nvPr/>
        </p:nvCxnSpPr>
        <p:spPr>
          <a:xfrm>
            <a:off x="6691432" y="335057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DFF556B-FD68-2663-DEC1-D2DBD2C1192C}"/>
              </a:ext>
            </a:extLst>
          </p:cNvPr>
          <p:cNvCxnSpPr>
            <a:cxnSpLocks/>
            <a:stCxn id="91" idx="2"/>
            <a:endCxn id="96" idx="0"/>
          </p:cNvCxnSpPr>
          <p:nvPr/>
        </p:nvCxnSpPr>
        <p:spPr>
          <a:xfrm>
            <a:off x="7874134" y="3350575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1CC41D0A-E1B6-7A5D-4CD5-7C1DBDF4F503}"/>
              </a:ext>
            </a:extLst>
          </p:cNvPr>
          <p:cNvCxnSpPr>
            <a:cxnSpLocks/>
            <a:stCxn id="92" idx="2"/>
          </p:cNvCxnSpPr>
          <p:nvPr/>
        </p:nvCxnSpPr>
        <p:spPr>
          <a:xfrm>
            <a:off x="9056836" y="335057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2F689A58-BE04-49C9-4790-080700CC9F1C}"/>
              </a:ext>
            </a:extLst>
          </p:cNvPr>
          <p:cNvSpPr/>
          <p:nvPr/>
        </p:nvSpPr>
        <p:spPr>
          <a:xfrm>
            <a:off x="6187430" y="1142366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Unified IE dataset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BC790199-7865-A127-E803-E640E3F33A8F}"/>
              </a:ext>
            </a:extLst>
          </p:cNvPr>
          <p:cNvCxnSpPr>
            <a:cxnSpLocks/>
            <a:stCxn id="100" idx="2"/>
            <a:endCxn id="89" idx="0"/>
          </p:cNvCxnSpPr>
          <p:nvPr/>
        </p:nvCxnSpPr>
        <p:spPr>
          <a:xfrm>
            <a:off x="7874132" y="1612066"/>
            <a:ext cx="1" cy="3155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68A3B049-5789-799A-1C1F-E280DC819858}"/>
              </a:ext>
            </a:extLst>
          </p:cNvPr>
          <p:cNvSpPr txBox="1"/>
          <p:nvPr/>
        </p:nvSpPr>
        <p:spPr>
          <a:xfrm>
            <a:off x="6517444" y="150445"/>
            <a:ext cx="3373461" cy="5760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Unknown structure</a:t>
            </a: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A4F0C7FA-30BF-D4FF-E691-91BA68F0B1B2}"/>
              </a:ext>
            </a:extLst>
          </p:cNvPr>
          <p:cNvCxnSpPr>
            <a:cxnSpLocks/>
          </p:cNvCxnSpPr>
          <p:nvPr/>
        </p:nvCxnSpPr>
        <p:spPr>
          <a:xfrm flipH="1">
            <a:off x="9731350" y="1828526"/>
            <a:ext cx="354244" cy="2608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Rectangle 168">
            <a:extLst>
              <a:ext uri="{FF2B5EF4-FFF2-40B4-BE49-F238E27FC236}">
                <a16:creationId xmlns:a16="http://schemas.microsoft.com/office/drawing/2014/main" id="{234FD777-69B8-A5B9-BE4C-EB0AE8D8A8B7}"/>
              </a:ext>
            </a:extLst>
          </p:cNvPr>
          <p:cNvSpPr/>
          <p:nvPr/>
        </p:nvSpPr>
        <p:spPr>
          <a:xfrm>
            <a:off x="6187430" y="4488259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Consensus spectra filtering</a:t>
            </a:r>
          </a:p>
        </p:txBody>
      </p: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C7FB28E6-3132-029E-D77D-D09D8CE2126B}"/>
              </a:ext>
            </a:extLst>
          </p:cNvPr>
          <p:cNvCxnSpPr>
            <a:cxnSpLocks/>
          </p:cNvCxnSpPr>
          <p:nvPr/>
        </p:nvCxnSpPr>
        <p:spPr>
          <a:xfrm>
            <a:off x="6691430" y="416118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F9338FFB-1402-671D-A41C-98831BE62215}"/>
              </a:ext>
            </a:extLst>
          </p:cNvPr>
          <p:cNvCxnSpPr>
            <a:cxnSpLocks/>
            <a:endCxn id="169" idx="0"/>
          </p:cNvCxnSpPr>
          <p:nvPr/>
        </p:nvCxnSpPr>
        <p:spPr>
          <a:xfrm>
            <a:off x="7874132" y="4161185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249513A8-358B-8ABF-9FF0-5411EA1863F0}"/>
              </a:ext>
            </a:extLst>
          </p:cNvPr>
          <p:cNvCxnSpPr>
            <a:cxnSpLocks/>
          </p:cNvCxnSpPr>
          <p:nvPr/>
        </p:nvCxnSpPr>
        <p:spPr>
          <a:xfrm>
            <a:off x="9056834" y="416118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172">
            <a:extLst>
              <a:ext uri="{FF2B5EF4-FFF2-40B4-BE49-F238E27FC236}">
                <a16:creationId xmlns:a16="http://schemas.microsoft.com/office/drawing/2014/main" id="{232FA765-63C5-C50A-108D-D3C22F31EEFC}"/>
              </a:ext>
            </a:extLst>
          </p:cNvPr>
          <p:cNvSpPr/>
          <p:nvPr/>
        </p:nvSpPr>
        <p:spPr>
          <a:xfrm>
            <a:off x="6187430" y="5298866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Gradient boosted modeling</a:t>
            </a: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DE77498D-64B7-8E2B-08CC-55E5A0D3EA4F}"/>
              </a:ext>
            </a:extLst>
          </p:cNvPr>
          <p:cNvCxnSpPr>
            <a:cxnSpLocks/>
          </p:cNvCxnSpPr>
          <p:nvPr/>
        </p:nvCxnSpPr>
        <p:spPr>
          <a:xfrm>
            <a:off x="6691430" y="4971792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10E9D329-1F1A-AD74-2EAF-3E06EDA20951}"/>
              </a:ext>
            </a:extLst>
          </p:cNvPr>
          <p:cNvCxnSpPr>
            <a:cxnSpLocks/>
            <a:endCxn id="173" idx="0"/>
          </p:cNvCxnSpPr>
          <p:nvPr/>
        </p:nvCxnSpPr>
        <p:spPr>
          <a:xfrm>
            <a:off x="7874132" y="4971792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CF7ADF17-8902-97D3-E11D-B1D8E419333D}"/>
              </a:ext>
            </a:extLst>
          </p:cNvPr>
          <p:cNvCxnSpPr>
            <a:cxnSpLocks/>
          </p:cNvCxnSpPr>
          <p:nvPr/>
        </p:nvCxnSpPr>
        <p:spPr>
          <a:xfrm>
            <a:off x="9056834" y="4971792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Rectangle 192">
            <a:extLst>
              <a:ext uri="{FF2B5EF4-FFF2-40B4-BE49-F238E27FC236}">
                <a16:creationId xmlns:a16="http://schemas.microsoft.com/office/drawing/2014/main" id="{AD74B331-1120-78F1-3A4D-6E75137163B2}"/>
              </a:ext>
            </a:extLst>
          </p:cNvPr>
          <p:cNvSpPr/>
          <p:nvPr/>
        </p:nvSpPr>
        <p:spPr>
          <a:xfrm>
            <a:off x="6187375" y="6089756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CNL model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0ECAE5BB-F231-D778-98B6-FAC587A40639}"/>
              </a:ext>
            </a:extLst>
          </p:cNvPr>
          <p:cNvSpPr/>
          <p:nvPr/>
        </p:nvSpPr>
        <p:spPr>
          <a:xfrm>
            <a:off x="7332000" y="6089756"/>
            <a:ext cx="108421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CNL model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FB1E646A-ED2B-751A-AD73-06A86523CFFE}"/>
              </a:ext>
            </a:extLst>
          </p:cNvPr>
          <p:cNvSpPr/>
          <p:nvPr/>
        </p:nvSpPr>
        <p:spPr>
          <a:xfrm>
            <a:off x="8552836" y="6089756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CNL model</a:t>
            </a:r>
          </a:p>
        </p:txBody>
      </p: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1828E881-58FC-3F6D-93BA-3D5F67687BAC}"/>
              </a:ext>
            </a:extLst>
          </p:cNvPr>
          <p:cNvCxnSpPr>
            <a:cxnSpLocks/>
          </p:cNvCxnSpPr>
          <p:nvPr/>
        </p:nvCxnSpPr>
        <p:spPr>
          <a:xfrm>
            <a:off x="6691432" y="5748680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A4E6C436-5A21-B1B8-FDBD-0B885CB2A9BB}"/>
              </a:ext>
            </a:extLst>
          </p:cNvPr>
          <p:cNvCxnSpPr>
            <a:cxnSpLocks/>
          </p:cNvCxnSpPr>
          <p:nvPr/>
        </p:nvCxnSpPr>
        <p:spPr>
          <a:xfrm>
            <a:off x="7874134" y="5748680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1E8BB5A2-2320-1B0E-204D-C7F2E37D9DB0}"/>
              </a:ext>
            </a:extLst>
          </p:cNvPr>
          <p:cNvCxnSpPr>
            <a:cxnSpLocks/>
          </p:cNvCxnSpPr>
          <p:nvPr/>
        </p:nvCxnSpPr>
        <p:spPr>
          <a:xfrm>
            <a:off x="9056836" y="5748680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Rectangle: Rounded Corners 198">
            <a:extLst>
              <a:ext uri="{FF2B5EF4-FFF2-40B4-BE49-F238E27FC236}">
                <a16:creationId xmlns:a16="http://schemas.microsoft.com/office/drawing/2014/main" id="{C74F9EC7-EE9F-5A85-1769-E2D5A7379121}"/>
              </a:ext>
            </a:extLst>
          </p:cNvPr>
          <p:cNvSpPr/>
          <p:nvPr/>
        </p:nvSpPr>
        <p:spPr>
          <a:xfrm>
            <a:off x="9875206" y="5263716"/>
            <a:ext cx="1352772" cy="54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Optimization</a:t>
            </a:r>
          </a:p>
        </p:txBody>
      </p: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A40058B8-7FAD-8F04-2473-50F0537F0FF6}"/>
              </a:ext>
            </a:extLst>
          </p:cNvPr>
          <p:cNvCxnSpPr>
            <a:cxnSpLocks/>
          </p:cNvCxnSpPr>
          <p:nvPr/>
        </p:nvCxnSpPr>
        <p:spPr>
          <a:xfrm flipH="1">
            <a:off x="9570034" y="5666568"/>
            <a:ext cx="30090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AAE9B32E-D0DE-1DF4-F2A5-735F3E17E9CE}"/>
              </a:ext>
            </a:extLst>
          </p:cNvPr>
          <p:cNvCxnSpPr>
            <a:cxnSpLocks/>
          </p:cNvCxnSpPr>
          <p:nvPr/>
        </p:nvCxnSpPr>
        <p:spPr>
          <a:xfrm>
            <a:off x="9574333" y="5459077"/>
            <a:ext cx="2705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021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391</Words>
  <Application>Microsoft Office PowerPoint</Application>
  <PresentationFormat>Widescreen</PresentationFormat>
  <Paragraphs>190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Cambria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Nikolopoulos</dc:creator>
  <cp:lastModifiedBy>alex nikolopoulos</cp:lastModifiedBy>
  <cp:revision>13</cp:revision>
  <dcterms:created xsi:type="dcterms:W3CDTF">2024-03-03T20:53:48Z</dcterms:created>
  <dcterms:modified xsi:type="dcterms:W3CDTF">2024-12-16T10:21:08Z</dcterms:modified>
</cp:coreProperties>
</file>