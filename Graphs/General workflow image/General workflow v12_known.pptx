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8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P model" id="{1B42616A-2B09-4BA8-A4B2-CD3BE1E7681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1" userDrawn="1">
          <p15:clr>
            <a:srgbClr val="A4A3A4"/>
          </p15:clr>
        </p15:guide>
        <p15:guide id="2" pos="19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FFD966"/>
    <a:srgbClr val="DE0000"/>
    <a:srgbClr val="3B3838"/>
    <a:srgbClr val="F2BE00"/>
    <a:srgbClr val="333F50"/>
    <a:srgbClr val="BAFDB1"/>
    <a:srgbClr val="86B4E6"/>
    <a:srgbClr val="767171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>
        <p:scale>
          <a:sx n="100" d="100"/>
          <a:sy n="100" d="100"/>
        </p:scale>
        <p:origin x="202" y="77"/>
      </p:cViewPr>
      <p:guideLst>
        <p:guide orient="horz" pos="521"/>
        <p:guide pos="19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82D98-5BC5-BBA4-1657-E3B7D1F2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2C278-A915-1BD7-D0C9-C5155D184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7A70F-4E62-850E-E72A-1928EB8E1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A12D5-ADDC-8F19-6DF1-F8870B1C1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817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3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7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0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49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4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5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0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6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1FFE-E9C5-CE3C-CAA3-8EFA7BAC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D93B91DA-6372-73BE-B002-DB96B0DA9F4A}"/>
              </a:ext>
            </a:extLst>
          </p:cNvPr>
          <p:cNvSpPr/>
          <p:nvPr/>
        </p:nvSpPr>
        <p:spPr>
          <a:xfrm>
            <a:off x="2" y="1980503"/>
            <a:ext cx="12192000" cy="2303243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557FBE-8A6B-CA75-FF0F-892693520008}"/>
              </a:ext>
            </a:extLst>
          </p:cNvPr>
          <p:cNvSpPr/>
          <p:nvPr/>
        </p:nvSpPr>
        <p:spPr>
          <a:xfrm>
            <a:off x="517720" y="1189114"/>
            <a:ext cx="3714725" cy="3886016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E70DB54-4CE5-F6EF-970D-2B0327BB0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677704"/>
              </p:ext>
            </p:extLst>
          </p:nvPr>
        </p:nvGraphicFramePr>
        <p:xfrm>
          <a:off x="842512" y="1859479"/>
          <a:ext cx="1692000" cy="1872003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355194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Compound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pH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log</a:t>
                      </a:r>
                      <a:r>
                        <a:rPr lang="en-US" sz="1100" b="0" i="1" dirty="0">
                          <a:solidFill>
                            <a:schemeClr val="tx1"/>
                          </a:solidFill>
                        </a:rPr>
                        <a:t>IE</a:t>
                      </a:r>
                      <a:endParaRPr lang="en-US" sz="1100" b="0" i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  <a:tr h="216687">
                <a:tc rowSpan="2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21668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3.40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74169"/>
                  </a:ext>
                </a:extLst>
              </a:tr>
              <a:tr h="216687">
                <a:tc rowSpan="4">
                  <a:txBody>
                    <a:bodyPr/>
                    <a:lstStyle/>
                    <a:p>
                      <a:pPr algn="ctr"/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21668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259059"/>
                  </a:ext>
                </a:extLst>
              </a:tr>
              <a:tr h="21668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581406"/>
                  </a:ext>
                </a:extLst>
              </a:tr>
              <a:tr h="21668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16687"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D3ADD3-EDBE-6623-EA0B-DDB89B0D22D0}"/>
              </a:ext>
            </a:extLst>
          </p:cNvPr>
          <p:cNvSpPr/>
          <p:nvPr/>
        </p:nvSpPr>
        <p:spPr>
          <a:xfrm>
            <a:off x="4546048" y="1514672"/>
            <a:ext cx="3099908" cy="32349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AE7DDB-7BFC-3C5F-FCAE-E2900F972DA2}"/>
              </a:ext>
            </a:extLst>
          </p:cNvPr>
          <p:cNvSpPr txBox="1"/>
          <p:nvPr/>
        </p:nvSpPr>
        <p:spPr>
          <a:xfrm>
            <a:off x="4859651" y="1615247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BB26B28-76B1-C982-36D4-91AC0FD95600}"/>
              </a:ext>
            </a:extLst>
          </p:cNvPr>
          <p:cNvSpPr/>
          <p:nvPr/>
        </p:nvSpPr>
        <p:spPr>
          <a:xfrm>
            <a:off x="7955729" y="1044124"/>
            <a:ext cx="3626673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AC9F51-145B-57D1-CF49-DB73891FB6D9}"/>
              </a:ext>
            </a:extLst>
          </p:cNvPr>
          <p:cNvSpPr txBox="1"/>
          <p:nvPr/>
        </p:nvSpPr>
        <p:spPr>
          <a:xfrm>
            <a:off x="8769320" y="1113851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347B6CB9-3B49-70DA-4DC0-BBC6464A4C8A}"/>
              </a:ext>
            </a:extLst>
          </p:cNvPr>
          <p:cNvSpPr/>
          <p:nvPr/>
        </p:nvSpPr>
        <p:spPr>
          <a:xfrm rot="2700000">
            <a:off x="4744640" y="3749573"/>
            <a:ext cx="504273" cy="504273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1A60A18-5A2A-EF4A-3ED6-C4C0FF4EA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97014"/>
              </p:ext>
            </p:extLst>
          </p:nvPr>
        </p:nvGraphicFramePr>
        <p:xfrm>
          <a:off x="6347860" y="2526429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EDD05E6E-115D-B2BE-6409-F9A888BCABCB}"/>
              </a:ext>
            </a:extLst>
          </p:cNvPr>
          <p:cNvSpPr/>
          <p:nvPr/>
        </p:nvSpPr>
        <p:spPr>
          <a:xfrm>
            <a:off x="4744640" y="2437450"/>
            <a:ext cx="504273" cy="504273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F0F743C7-8B28-FF08-6881-F99DD2A787C8}"/>
              </a:ext>
            </a:extLst>
          </p:cNvPr>
          <p:cNvGraphicFramePr>
            <a:graphicFrameLocks noGrp="1"/>
          </p:cNvGraphicFramePr>
          <p:nvPr/>
        </p:nvGraphicFramePr>
        <p:xfrm>
          <a:off x="6347860" y="3813236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223A7FCA-C315-E4B1-8B64-C489411F9005}"/>
              </a:ext>
            </a:extLst>
          </p:cNvPr>
          <p:cNvSpPr/>
          <p:nvPr/>
        </p:nvSpPr>
        <p:spPr>
          <a:xfrm rot="18582686">
            <a:off x="5169007" y="3654452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F33EC7E3-347B-CA3C-9011-8A926066580C}"/>
              </a:ext>
            </a:extLst>
          </p:cNvPr>
          <p:cNvSpPr/>
          <p:nvPr/>
        </p:nvSpPr>
        <p:spPr>
          <a:xfrm rot="2839795" flipV="1">
            <a:off x="5887588" y="3804188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18ACC278-FF05-CC26-CFEB-7188562C312B}"/>
              </a:ext>
            </a:extLst>
          </p:cNvPr>
          <p:cNvGrpSpPr/>
          <p:nvPr/>
        </p:nvGrpSpPr>
        <p:grpSpPr>
          <a:xfrm>
            <a:off x="5617241" y="37484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C0316C5-363F-ADE5-C7D5-7A90AA31CD27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F500E73-115A-79C6-46BF-58196F874F4C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CCE144-4754-825D-06DB-52090FBAA355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7E801B6-AC80-86FE-B913-EEDC4AA26A25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B99B572-2CCC-0EF5-25E5-2E389CF4E419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165701F-3F34-623F-377E-D72FE14FC6EC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9356D2F-C31B-E00E-15A4-5CFDACF44822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130D6A1-E06D-E6A4-B1DC-26886E2CBF9B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BE75F71-95A2-50E2-A80D-2023976DD522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BFD5E8B8-66C5-6F7D-8B23-9AF1953DCE3B}"/>
              </a:ext>
            </a:extLst>
          </p:cNvPr>
          <p:cNvSpPr/>
          <p:nvPr/>
        </p:nvSpPr>
        <p:spPr>
          <a:xfrm rot="18582686">
            <a:off x="5169007" y="2370251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64F720DC-0D77-3D78-1FC0-30FD2E33F639}"/>
              </a:ext>
            </a:extLst>
          </p:cNvPr>
          <p:cNvSpPr/>
          <p:nvPr/>
        </p:nvSpPr>
        <p:spPr>
          <a:xfrm rot="2839795" flipV="1">
            <a:off x="5887588" y="2519987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C7134C8A-A97A-FA5D-F780-1E9EDCBB555A}"/>
              </a:ext>
            </a:extLst>
          </p:cNvPr>
          <p:cNvGrpSpPr/>
          <p:nvPr/>
        </p:nvGrpSpPr>
        <p:grpSpPr>
          <a:xfrm>
            <a:off x="5617241" y="2464210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428332C-A5D5-A25B-546E-84EFB8EC3663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B378C14-4844-7329-A5A5-6127524BDB81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078792D-4ABF-3FDF-2725-4FE2CCC5D865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33331DD-47B2-2570-11B6-DD3E53D99480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A537F2D-0F84-FB54-A419-6843F75C8D9B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6182C0E-51A1-AA5D-8ED5-EBCBEF78CB0F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1CBD406-BDCE-4F18-82C1-6D51D3DB8987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408FA78-8C9F-80C9-83FD-288B68298A9D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2EE05B1-0635-03B7-C22F-55534B5EF38A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6109491-1287-4FD0-8FE4-95E3901DD72E}"/>
              </a:ext>
            </a:extLst>
          </p:cNvPr>
          <p:cNvSpPr/>
          <p:nvPr/>
        </p:nvSpPr>
        <p:spPr>
          <a:xfrm>
            <a:off x="8106557" y="1703301"/>
            <a:ext cx="3325016" cy="2017926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30CBDE6C-7DE8-A1D3-A896-DA0C777D53F5}"/>
              </a:ext>
            </a:extLst>
          </p:cNvPr>
          <p:cNvSpPr/>
          <p:nvPr/>
        </p:nvSpPr>
        <p:spPr>
          <a:xfrm>
            <a:off x="8210484" y="2337348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C564D38B-B894-5788-E1A2-F64727EFD92C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2434434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7ABDEAB0-ABED-D9A1-CE5C-B56C344988D7}"/>
              </a:ext>
            </a:extLst>
          </p:cNvPr>
          <p:cNvSpPr txBox="1"/>
          <p:nvPr/>
        </p:nvSpPr>
        <p:spPr>
          <a:xfrm>
            <a:off x="9483561" y="23869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AADB064C-70A8-850A-D62D-1B3065F392F0}"/>
              </a:ext>
            </a:extLst>
          </p:cNvPr>
          <p:cNvSpPr/>
          <p:nvPr/>
        </p:nvSpPr>
        <p:spPr>
          <a:xfrm>
            <a:off x="8210484" y="3006916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FCDD8A54-D4E9-F884-6ED2-513100D7B826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3104001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0DB1F51D-1F6D-6E4E-56C4-2A95CEB63E02}"/>
              </a:ext>
            </a:extLst>
          </p:cNvPr>
          <p:cNvSpPr txBox="1"/>
          <p:nvPr/>
        </p:nvSpPr>
        <p:spPr>
          <a:xfrm>
            <a:off x="9483561" y="30564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7A633083-047D-E17A-913C-E1750F84E040}"/>
              </a:ext>
            </a:extLst>
          </p:cNvPr>
          <p:cNvSpPr/>
          <p:nvPr/>
        </p:nvSpPr>
        <p:spPr>
          <a:xfrm>
            <a:off x="9766604" y="3133161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2147C5F-C263-878A-9FEB-B80414BF8E38}"/>
              </a:ext>
            </a:extLst>
          </p:cNvPr>
          <p:cNvSpPr txBox="1"/>
          <p:nvPr/>
        </p:nvSpPr>
        <p:spPr>
          <a:xfrm>
            <a:off x="9332850" y="1551702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A0B362F7-2E44-1692-8B38-EAA4E5E39374}"/>
              </a:ext>
            </a:extLst>
          </p:cNvPr>
          <p:cNvSpPr/>
          <p:nvPr/>
        </p:nvSpPr>
        <p:spPr>
          <a:xfrm>
            <a:off x="8210484" y="4338853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42E645C-15A1-A89A-600E-DE9523915461}"/>
              </a:ext>
            </a:extLst>
          </p:cNvPr>
          <p:cNvSpPr txBox="1"/>
          <p:nvPr/>
        </p:nvSpPr>
        <p:spPr>
          <a:xfrm>
            <a:off x="9483561" y="43884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4DC571BE-B011-41AD-838F-C8C600C8CF14}"/>
              </a:ext>
            </a:extLst>
          </p:cNvPr>
          <p:cNvSpPr/>
          <p:nvPr/>
        </p:nvSpPr>
        <p:spPr>
          <a:xfrm>
            <a:off x="9766604" y="4465099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D4CAE951-BB2D-7E7E-413D-0C2885BF63C7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4435939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F96CAA65-F841-798E-23B9-0B8F5CB94FEF}"/>
              </a:ext>
            </a:extLst>
          </p:cNvPr>
          <p:cNvSpPr/>
          <p:nvPr/>
        </p:nvSpPr>
        <p:spPr>
          <a:xfrm>
            <a:off x="8106557" y="4038742"/>
            <a:ext cx="3325016" cy="98568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33805E8-5E32-CCF5-E579-A57F8383EA70}"/>
              </a:ext>
            </a:extLst>
          </p:cNvPr>
          <p:cNvSpPr txBox="1"/>
          <p:nvPr/>
        </p:nvSpPr>
        <p:spPr>
          <a:xfrm>
            <a:off x="9425941" y="3883628"/>
            <a:ext cx="686248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2137D39-DBD0-BE7B-436A-75667D03C93F}"/>
              </a:ext>
            </a:extLst>
          </p:cNvPr>
          <p:cNvCxnSpPr>
            <a:cxnSpLocks/>
          </p:cNvCxnSpPr>
          <p:nvPr/>
        </p:nvCxnSpPr>
        <p:spPr>
          <a:xfrm>
            <a:off x="10166737" y="2571593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3133A948-69EC-B982-7487-7D032C67A7FA}"/>
              </a:ext>
            </a:extLst>
          </p:cNvPr>
          <p:cNvSpPr/>
          <p:nvPr/>
        </p:nvSpPr>
        <p:spPr>
          <a:xfrm>
            <a:off x="10595073" y="243953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C75C717C-80B2-CDF1-2BA9-A3EBBAC55C87}"/>
              </a:ext>
            </a:extLst>
          </p:cNvPr>
          <p:cNvSpPr/>
          <p:nvPr/>
        </p:nvSpPr>
        <p:spPr>
          <a:xfrm>
            <a:off x="10595073" y="310910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17A549A3-147D-3754-FBB6-C2C5CA40628F}"/>
              </a:ext>
            </a:extLst>
          </p:cNvPr>
          <p:cNvSpPr/>
          <p:nvPr/>
        </p:nvSpPr>
        <p:spPr>
          <a:xfrm>
            <a:off x="10595073" y="44410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D34DA9-3013-5AB8-2660-CC44AA3C11B5}"/>
              </a:ext>
            </a:extLst>
          </p:cNvPr>
          <p:cNvSpPr txBox="1"/>
          <p:nvPr/>
        </p:nvSpPr>
        <p:spPr>
          <a:xfrm>
            <a:off x="10570654" y="2444636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40BE02A-4EB2-1C22-AABE-997D38834DA2}"/>
              </a:ext>
            </a:extLst>
          </p:cNvPr>
          <p:cNvSpPr txBox="1"/>
          <p:nvPr/>
        </p:nvSpPr>
        <p:spPr>
          <a:xfrm>
            <a:off x="10559642" y="3114203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36BC8E-3E38-92D5-F6CE-75D1F1980250}"/>
              </a:ext>
            </a:extLst>
          </p:cNvPr>
          <p:cNvSpPr txBox="1"/>
          <p:nvPr/>
        </p:nvSpPr>
        <p:spPr>
          <a:xfrm>
            <a:off x="10559642" y="4446141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78671999-5DDE-00F6-2350-3324F310DFC8}"/>
              </a:ext>
            </a:extLst>
          </p:cNvPr>
          <p:cNvCxnSpPr>
            <a:cxnSpLocks/>
          </p:cNvCxnSpPr>
          <p:nvPr/>
        </p:nvCxnSpPr>
        <p:spPr>
          <a:xfrm>
            <a:off x="10166737" y="3241161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D97BD832-A0C4-CFDE-62EF-99B0A4C15966}"/>
              </a:ext>
            </a:extLst>
          </p:cNvPr>
          <p:cNvCxnSpPr>
            <a:cxnSpLocks/>
          </p:cNvCxnSpPr>
          <p:nvPr/>
        </p:nvCxnSpPr>
        <p:spPr>
          <a:xfrm>
            <a:off x="10166737" y="4573099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03CC1D3-0E8A-E484-7EE0-A3D0D32C758B}"/>
              </a:ext>
            </a:extLst>
          </p:cNvPr>
          <p:cNvSpPr txBox="1"/>
          <p:nvPr/>
        </p:nvSpPr>
        <p:spPr>
          <a:xfrm>
            <a:off x="4409272" y="156050"/>
            <a:ext cx="3373460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01A2917-BC04-1D33-64D9-8B8B7B606917}"/>
              </a:ext>
            </a:extLst>
          </p:cNvPr>
          <p:cNvSpPr/>
          <p:nvPr/>
        </p:nvSpPr>
        <p:spPr>
          <a:xfrm>
            <a:off x="10372510" y="2028050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</a:t>
            </a: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05BF8401-DC4C-BB29-5AA9-C3F631B37522}"/>
              </a:ext>
            </a:extLst>
          </p:cNvPr>
          <p:cNvSpPr/>
          <p:nvPr/>
        </p:nvSpPr>
        <p:spPr>
          <a:xfrm rot="16200000">
            <a:off x="8791150" y="1731788"/>
            <a:ext cx="198980" cy="11582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29884A1-2722-A0C9-F02E-29EC24AC328D}"/>
              </a:ext>
            </a:extLst>
          </p:cNvPr>
          <p:cNvSpPr/>
          <p:nvPr/>
        </p:nvSpPr>
        <p:spPr>
          <a:xfrm>
            <a:off x="8404861" y="1970010"/>
            <a:ext cx="97155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625A118-4503-06E3-58ED-2201E7B087A8}"/>
              </a:ext>
            </a:extLst>
          </p:cNvPr>
          <p:cNvSpPr/>
          <p:nvPr/>
        </p:nvSpPr>
        <p:spPr>
          <a:xfrm>
            <a:off x="9782453" y="1974820"/>
            <a:ext cx="224066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94769C2-5796-ED42-95BF-400D6FB7FD30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9892648" y="2236430"/>
            <a:ext cx="1838" cy="329614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loud 127">
            <a:extLst>
              <a:ext uri="{FF2B5EF4-FFF2-40B4-BE49-F238E27FC236}">
                <a16:creationId xmlns:a16="http://schemas.microsoft.com/office/drawing/2014/main" id="{930C333F-FDA6-38E2-2523-3EEA83AECD3E}"/>
              </a:ext>
            </a:extLst>
          </p:cNvPr>
          <p:cNvSpPr/>
          <p:nvPr/>
        </p:nvSpPr>
        <p:spPr>
          <a:xfrm>
            <a:off x="9766604" y="2463593"/>
            <a:ext cx="252000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F02F14E-098D-92FD-EC18-37B3736EAC41}"/>
              </a:ext>
            </a:extLst>
          </p:cNvPr>
          <p:cNvSpPr/>
          <p:nvPr/>
        </p:nvSpPr>
        <p:spPr>
          <a:xfrm>
            <a:off x="5194069" y="3031738"/>
            <a:ext cx="120407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E4BC9F-FA3D-B8E1-E6D9-D4031C8E1F91}"/>
              </a:ext>
            </a:extLst>
          </p:cNvPr>
          <p:cNvSpPr/>
          <p:nvPr/>
        </p:nvSpPr>
        <p:spPr>
          <a:xfrm>
            <a:off x="6489680" y="2825728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EDBB49-F9FC-9F90-34D5-3E1815857023}"/>
              </a:ext>
            </a:extLst>
          </p:cNvPr>
          <p:cNvSpPr/>
          <p:nvPr/>
        </p:nvSpPr>
        <p:spPr>
          <a:xfrm>
            <a:off x="6489680" y="4143087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00FDA37-4E71-908E-523E-CD3AB9FA874E}"/>
              </a:ext>
            </a:extLst>
          </p:cNvPr>
          <p:cNvSpPr/>
          <p:nvPr/>
        </p:nvSpPr>
        <p:spPr>
          <a:xfrm>
            <a:off x="5075017" y="4318756"/>
            <a:ext cx="1442174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ED188C-BD9C-10D0-96FE-C99052821E0A}"/>
              </a:ext>
            </a:extLst>
          </p:cNvPr>
          <p:cNvSpPr txBox="1"/>
          <p:nvPr/>
        </p:nvSpPr>
        <p:spPr>
          <a:xfrm>
            <a:off x="1375338" y="1264002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C1DC9D7-D65A-F74C-7CE3-2FD03F43C71F}"/>
              </a:ext>
            </a:extLst>
          </p:cNvPr>
          <p:cNvSpPr/>
          <p:nvPr/>
        </p:nvSpPr>
        <p:spPr>
          <a:xfrm>
            <a:off x="758284" y="3726911"/>
            <a:ext cx="1860456" cy="327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Ionization efficiency Library</a:t>
            </a: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D6C4938E-7B53-2A88-034F-E979DDE69639}"/>
              </a:ext>
            </a:extLst>
          </p:cNvPr>
          <p:cNvSpPr/>
          <p:nvPr/>
        </p:nvSpPr>
        <p:spPr>
          <a:xfrm>
            <a:off x="1828872" y="2342050"/>
            <a:ext cx="216000" cy="180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>
            <a:extLst>
              <a:ext uri="{FF2B5EF4-FFF2-40B4-BE49-F238E27FC236}">
                <a16:creationId xmlns:a16="http://schemas.microsoft.com/office/drawing/2014/main" id="{3EC530E2-590E-4841-F553-D9634BB90910}"/>
              </a:ext>
            </a:extLst>
          </p:cNvPr>
          <p:cNvSpPr/>
          <p:nvPr/>
        </p:nvSpPr>
        <p:spPr>
          <a:xfrm>
            <a:off x="1828872" y="2877989"/>
            <a:ext cx="216000" cy="180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laque 30">
            <a:extLst>
              <a:ext uri="{FF2B5EF4-FFF2-40B4-BE49-F238E27FC236}">
                <a16:creationId xmlns:a16="http://schemas.microsoft.com/office/drawing/2014/main" id="{239A7445-60AE-149B-CE6E-63D6C0109591}"/>
              </a:ext>
            </a:extLst>
          </p:cNvPr>
          <p:cNvSpPr/>
          <p:nvPr/>
        </p:nvSpPr>
        <p:spPr>
          <a:xfrm rot="2700000">
            <a:off x="1126507" y="2891120"/>
            <a:ext cx="360000" cy="360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2" name="Pentagon 31">
            <a:extLst>
              <a:ext uri="{FF2B5EF4-FFF2-40B4-BE49-F238E27FC236}">
                <a16:creationId xmlns:a16="http://schemas.microsoft.com/office/drawing/2014/main" id="{9E413C0F-DF0A-5109-0A28-53518F877B18}"/>
              </a:ext>
            </a:extLst>
          </p:cNvPr>
          <p:cNvSpPr/>
          <p:nvPr/>
        </p:nvSpPr>
        <p:spPr>
          <a:xfrm>
            <a:off x="1138979" y="2260041"/>
            <a:ext cx="335056" cy="33505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4" name="Cloud 33">
            <a:extLst>
              <a:ext uri="{FF2B5EF4-FFF2-40B4-BE49-F238E27FC236}">
                <a16:creationId xmlns:a16="http://schemas.microsoft.com/office/drawing/2014/main" id="{3C6B74F2-D24B-C78C-6880-76A89FEF477B}"/>
              </a:ext>
            </a:extLst>
          </p:cNvPr>
          <p:cNvSpPr/>
          <p:nvPr/>
        </p:nvSpPr>
        <p:spPr>
          <a:xfrm>
            <a:off x="1828872" y="3318084"/>
            <a:ext cx="216000" cy="180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30ECE767-6D8B-D14F-88C4-27ACF1A3B210}"/>
              </a:ext>
            </a:extLst>
          </p:cNvPr>
          <p:cNvSpPr/>
          <p:nvPr/>
        </p:nvSpPr>
        <p:spPr>
          <a:xfrm>
            <a:off x="2634555" y="2235200"/>
            <a:ext cx="144000" cy="393700"/>
          </a:xfrm>
          <a:prstGeom prst="rightBrace">
            <a:avLst>
              <a:gd name="adj1" fmla="val 38030"/>
              <a:gd name="adj2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8783CC14-4B94-36A8-AD37-C855B6B56CF9}"/>
              </a:ext>
            </a:extLst>
          </p:cNvPr>
          <p:cNvSpPr/>
          <p:nvPr/>
        </p:nvSpPr>
        <p:spPr>
          <a:xfrm>
            <a:off x="2634555" y="2663190"/>
            <a:ext cx="144000" cy="609600"/>
          </a:xfrm>
          <a:prstGeom prst="rightBrace">
            <a:avLst>
              <a:gd name="adj1" fmla="val 38030"/>
              <a:gd name="adj2" fmla="val 44167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616F3A22-EEF8-73ED-C77C-D6FD54F2C4AE}"/>
              </a:ext>
            </a:extLst>
          </p:cNvPr>
          <p:cNvSpPr/>
          <p:nvPr/>
        </p:nvSpPr>
        <p:spPr>
          <a:xfrm>
            <a:off x="2634555" y="3299460"/>
            <a:ext cx="108000" cy="186768"/>
          </a:xfrm>
          <a:prstGeom prst="rightBrace">
            <a:avLst>
              <a:gd name="adj1" fmla="val 38030"/>
              <a:gd name="adj2" fmla="val 4728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DB385FB4-2428-D158-2C07-EFBA3874C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392512"/>
              </p:ext>
            </p:extLst>
          </p:nvPr>
        </p:nvGraphicFramePr>
        <p:xfrm>
          <a:off x="2868601" y="2225239"/>
          <a:ext cx="1046435" cy="151718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614435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432908"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3.10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542391"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1.45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325434"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16454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98" name="Plaque 97">
            <a:extLst>
              <a:ext uri="{FF2B5EF4-FFF2-40B4-BE49-F238E27FC236}">
                <a16:creationId xmlns:a16="http://schemas.microsoft.com/office/drawing/2014/main" id="{88C7DE61-A35E-33FB-DF31-1B379770F06C}"/>
              </a:ext>
            </a:extLst>
          </p:cNvPr>
          <p:cNvSpPr/>
          <p:nvPr/>
        </p:nvSpPr>
        <p:spPr>
          <a:xfrm rot="2700000">
            <a:off x="3025375" y="3205819"/>
            <a:ext cx="300520" cy="300518"/>
          </a:xfrm>
          <a:prstGeom prst="plaque">
            <a:avLst>
              <a:gd name="adj" fmla="val 40364"/>
            </a:avLst>
          </a:prstGeom>
          <a:solidFill>
            <a:srgbClr val="FFD966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99" name="Pentagon 98">
            <a:extLst>
              <a:ext uri="{FF2B5EF4-FFF2-40B4-BE49-F238E27FC236}">
                <a16:creationId xmlns:a16="http://schemas.microsoft.com/office/drawing/2014/main" id="{679CBE0A-8FEF-768E-B181-83FD01F1BCAC}"/>
              </a:ext>
            </a:extLst>
          </p:cNvPr>
          <p:cNvSpPr/>
          <p:nvPr/>
        </p:nvSpPr>
        <p:spPr>
          <a:xfrm>
            <a:off x="3026819" y="2283663"/>
            <a:ext cx="297632" cy="297630"/>
          </a:xfrm>
          <a:prstGeom prst="pentagon">
            <a:avLst/>
          </a:prstGeom>
          <a:solidFill>
            <a:srgbClr val="FFD966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03" name="Plaque 102">
            <a:extLst>
              <a:ext uri="{FF2B5EF4-FFF2-40B4-BE49-F238E27FC236}">
                <a16:creationId xmlns:a16="http://schemas.microsoft.com/office/drawing/2014/main" id="{9B19A6B7-4D9F-A5EB-DE57-737A170A96A3}"/>
              </a:ext>
            </a:extLst>
          </p:cNvPr>
          <p:cNvSpPr/>
          <p:nvPr/>
        </p:nvSpPr>
        <p:spPr>
          <a:xfrm rot="2700000">
            <a:off x="3025375" y="2774641"/>
            <a:ext cx="300520" cy="300518"/>
          </a:xfrm>
          <a:prstGeom prst="plaque">
            <a:avLst>
              <a:gd name="adj" fmla="val 40364"/>
            </a:avLst>
          </a:prstGeom>
          <a:solidFill>
            <a:srgbClr val="DE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A041898-3D39-8BBA-1AF5-50DE60F00F4A}"/>
              </a:ext>
            </a:extLst>
          </p:cNvPr>
          <p:cNvGrpSpPr/>
          <p:nvPr/>
        </p:nvGrpSpPr>
        <p:grpSpPr>
          <a:xfrm>
            <a:off x="1215166" y="3890842"/>
            <a:ext cx="2319833" cy="1090014"/>
            <a:chOff x="1181557" y="3890842"/>
            <a:chExt cx="2319833" cy="1090014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0AEDA01-55EA-7742-2E53-F5FE97A5ED18}"/>
                </a:ext>
              </a:extLst>
            </p:cNvPr>
            <p:cNvSpPr txBox="1"/>
            <p:nvPr/>
          </p:nvSpPr>
          <p:spPr>
            <a:xfrm>
              <a:off x="1782918" y="4219869"/>
              <a:ext cx="171847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Type of compound (shape)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5A840A53-518E-9DA0-C326-9A40CAD45B45}"/>
                </a:ext>
              </a:extLst>
            </p:cNvPr>
            <p:cNvSpPr/>
            <p:nvPr/>
          </p:nvSpPr>
          <p:spPr>
            <a:xfrm>
              <a:off x="1181557" y="4176198"/>
              <a:ext cx="2305469" cy="7380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Gelijkbenige driehoek 51">
              <a:extLst>
                <a:ext uri="{FF2B5EF4-FFF2-40B4-BE49-F238E27FC236}">
                  <a16:creationId xmlns:a16="http://schemas.microsoft.com/office/drawing/2014/main" id="{70395C55-A042-76FF-EDFF-63643FB96C40}"/>
                </a:ext>
              </a:extLst>
            </p:cNvPr>
            <p:cNvSpPr/>
            <p:nvPr/>
          </p:nvSpPr>
          <p:spPr>
            <a:xfrm rot="7639531">
              <a:off x="2445458" y="389084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107" name="Pentagon 106">
              <a:extLst>
                <a:ext uri="{FF2B5EF4-FFF2-40B4-BE49-F238E27FC236}">
                  <a16:creationId xmlns:a16="http://schemas.microsoft.com/office/drawing/2014/main" id="{311B35FC-5767-427C-2208-63D931E6E2D2}"/>
                </a:ext>
              </a:extLst>
            </p:cNvPr>
            <p:cNvSpPr/>
            <p:nvPr/>
          </p:nvSpPr>
          <p:spPr>
            <a:xfrm>
              <a:off x="1266408" y="4303271"/>
              <a:ext cx="459874" cy="459870"/>
            </a:xfrm>
            <a:prstGeom prst="pentagon">
              <a:avLst/>
            </a:prstGeom>
            <a:solidFill>
              <a:srgbClr val="FFD966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BF932DFA-8627-C93C-20CC-242436CA7653}"/>
                </a:ext>
              </a:extLst>
            </p:cNvPr>
            <p:cNvSpPr/>
            <p:nvPr/>
          </p:nvSpPr>
          <p:spPr>
            <a:xfrm rot="3190960" flipV="1">
              <a:off x="1518490" y="4017625"/>
              <a:ext cx="673127" cy="739758"/>
            </a:xfrm>
            <a:prstGeom prst="arc">
              <a:avLst>
                <a:gd name="adj1" fmla="val 16654307"/>
                <a:gd name="adj2" fmla="val 19162302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C65CE58-C73E-1A37-4EF3-46D3AE6D1490}"/>
                </a:ext>
              </a:extLst>
            </p:cNvPr>
            <p:cNvSpPr txBox="1"/>
            <p:nvPr/>
          </p:nvSpPr>
          <p:spPr>
            <a:xfrm>
              <a:off x="1790836" y="4592824"/>
              <a:ext cx="8304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BA482CFB-8D65-B1A8-D133-39ECBCF04A99}"/>
                </a:ext>
              </a:extLst>
            </p:cNvPr>
            <p:cNvSpPr/>
            <p:nvPr/>
          </p:nvSpPr>
          <p:spPr>
            <a:xfrm rot="18900000">
              <a:off x="1521633" y="4328270"/>
              <a:ext cx="593808" cy="652586"/>
            </a:xfrm>
            <a:prstGeom prst="arc">
              <a:avLst>
                <a:gd name="adj1" fmla="val 17007455"/>
                <a:gd name="adj2" fmla="val 19065717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FD1FDA-38FF-CB31-E721-E34E61E42A91}"/>
              </a:ext>
            </a:extLst>
          </p:cNvPr>
          <p:cNvSpPr/>
          <p:nvPr/>
        </p:nvSpPr>
        <p:spPr>
          <a:xfrm>
            <a:off x="2868600" y="3719006"/>
            <a:ext cx="1046435" cy="327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 dataset</a:t>
            </a:r>
          </a:p>
        </p:txBody>
      </p:sp>
    </p:spTree>
    <p:extLst>
      <p:ext uri="{BB962C8B-B14F-4D97-AF65-F5344CB8AC3E}">
        <p14:creationId xmlns:p14="http://schemas.microsoft.com/office/powerpoint/2010/main" val="360978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1316</TotalTime>
  <Words>61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Cambria</vt:lpstr>
      <vt:lpstr>Consolas</vt:lpstr>
      <vt:lpstr>Lato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34</cp:revision>
  <dcterms:created xsi:type="dcterms:W3CDTF">2024-03-03T20:53:48Z</dcterms:created>
  <dcterms:modified xsi:type="dcterms:W3CDTF">2025-05-05T13:24:58Z</dcterms:modified>
</cp:coreProperties>
</file>