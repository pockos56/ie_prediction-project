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"/>
  </p:notesMasterIdLst>
  <p:sldIdLst>
    <p:sldId id="281" r:id="rId2"/>
  </p:sldIdLst>
  <p:sldSz cx="12192000" cy="5759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NL model" id="{83EE92EA-3E31-4A7D-93A5-0ED36B90E84F}">
          <p14:sldIdLst>
            <p14:sldId id="28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99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B3838"/>
    <a:srgbClr val="F2BE00"/>
    <a:srgbClr val="333F50"/>
    <a:srgbClr val="BAFDB1"/>
    <a:srgbClr val="86B4E6"/>
    <a:srgbClr val="767171"/>
    <a:srgbClr val="A6A6A6"/>
    <a:srgbClr val="000000"/>
    <a:srgbClr val="FFBC15"/>
    <a:srgbClr val="DEAE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972" autoAdjust="0"/>
    <p:restoredTop sz="95172" autoAdjust="0"/>
  </p:normalViewPr>
  <p:slideViewPr>
    <p:cSldViewPr snapToGrid="0">
      <p:cViewPr varScale="1">
        <p:scale>
          <a:sx n="100" d="100"/>
          <a:sy n="100" d="100"/>
        </p:scale>
        <p:origin x="202" y="77"/>
      </p:cViewPr>
      <p:guideLst>
        <p:guide orient="horz" pos="199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253B01-EE6D-4CBE-BDF8-35F5AB9D69BD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63513" y="1143000"/>
            <a:ext cx="65309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82D7BF-320F-4243-B682-510A319824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583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364A0-2AB3-F34A-54DD-213997D26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F46AD5-AA8C-9802-A2AE-3F2358FC8D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63513" y="1143000"/>
            <a:ext cx="6530975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BEAB6F-11F1-4BAF-89FD-270C831DA1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F9C4E8-6AD6-5E50-522C-DEA77B0B94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82D7BF-320F-4243-B682-510A3198240E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5474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942577"/>
            <a:ext cx="9144000" cy="2005142"/>
          </a:xfrm>
        </p:spPr>
        <p:txBody>
          <a:bodyPr anchor="b"/>
          <a:lstStyle>
            <a:lvl1pPr algn="ctr">
              <a:defRPr sz="50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025045"/>
            <a:ext cx="9144000" cy="1390533"/>
          </a:xfrm>
        </p:spPr>
        <p:txBody>
          <a:bodyPr/>
          <a:lstStyle>
            <a:lvl1pPr marL="0" indent="0" algn="ctr">
              <a:buNone/>
              <a:defRPr sz="2016"/>
            </a:lvl1pPr>
            <a:lvl2pPr marL="383957" indent="0" algn="ctr">
              <a:buNone/>
              <a:defRPr sz="1680"/>
            </a:lvl2pPr>
            <a:lvl3pPr marL="767913" indent="0" algn="ctr">
              <a:buNone/>
              <a:defRPr sz="1512"/>
            </a:lvl3pPr>
            <a:lvl4pPr marL="1151870" indent="0" algn="ctr">
              <a:buNone/>
              <a:defRPr sz="1344"/>
            </a:lvl4pPr>
            <a:lvl5pPr marL="1535826" indent="0" algn="ctr">
              <a:buNone/>
              <a:defRPr sz="1344"/>
            </a:lvl5pPr>
            <a:lvl6pPr marL="1919783" indent="0" algn="ctr">
              <a:buNone/>
              <a:defRPr sz="1344"/>
            </a:lvl6pPr>
            <a:lvl7pPr marL="2303739" indent="0" algn="ctr">
              <a:buNone/>
              <a:defRPr sz="1344"/>
            </a:lvl7pPr>
            <a:lvl8pPr marL="2687696" indent="0" algn="ctr">
              <a:buNone/>
              <a:defRPr sz="1344"/>
            </a:lvl8pPr>
            <a:lvl9pPr marL="3071652" indent="0" algn="ctr">
              <a:buNone/>
              <a:defRPr sz="1344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7000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1658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435864"/>
            <a:ext cx="10515600" cy="2395771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854300"/>
            <a:ext cx="10515600" cy="1259879"/>
          </a:xfrm>
        </p:spPr>
        <p:txBody>
          <a:bodyPr/>
          <a:lstStyle>
            <a:lvl1pPr marL="0" indent="0">
              <a:buNone/>
              <a:defRPr sz="2016">
                <a:solidFill>
                  <a:schemeClr val="tx1">
                    <a:tint val="75000"/>
                  </a:schemeClr>
                </a:solidFill>
              </a:defRPr>
            </a:lvl1pPr>
            <a:lvl2pPr marL="383957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2pPr>
            <a:lvl3pPr marL="767913" indent="0">
              <a:buNone/>
              <a:defRPr sz="1512">
                <a:solidFill>
                  <a:schemeClr val="tx1">
                    <a:tint val="75000"/>
                  </a:schemeClr>
                </a:solidFill>
              </a:defRPr>
            </a:lvl3pPr>
            <a:lvl4pPr marL="1151870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4pPr>
            <a:lvl5pPr marL="1535826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5pPr>
            <a:lvl6pPr marL="1919783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6pPr>
            <a:lvl7pPr marL="2303739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7pPr>
            <a:lvl8pPr marL="2687696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8pPr>
            <a:lvl9pPr marL="3071652" indent="0">
              <a:buNone/>
              <a:defRPr sz="13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499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533187"/>
            <a:ext cx="5181600" cy="36543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533187"/>
            <a:ext cx="5181600" cy="365431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3352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06638"/>
            <a:ext cx="10515600" cy="111322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411865"/>
            <a:ext cx="5157787" cy="691934"/>
          </a:xfrm>
        </p:spPr>
        <p:txBody>
          <a:bodyPr anchor="b"/>
          <a:lstStyle>
            <a:lvl1pPr marL="0" indent="0">
              <a:buNone/>
              <a:defRPr sz="2016" b="1"/>
            </a:lvl1pPr>
            <a:lvl2pPr marL="383957" indent="0">
              <a:buNone/>
              <a:defRPr sz="1680" b="1"/>
            </a:lvl2pPr>
            <a:lvl3pPr marL="767913" indent="0">
              <a:buNone/>
              <a:defRPr sz="1512" b="1"/>
            </a:lvl3pPr>
            <a:lvl4pPr marL="1151870" indent="0">
              <a:buNone/>
              <a:defRPr sz="1344" b="1"/>
            </a:lvl4pPr>
            <a:lvl5pPr marL="1535826" indent="0">
              <a:buNone/>
              <a:defRPr sz="1344" b="1"/>
            </a:lvl5pPr>
            <a:lvl6pPr marL="1919783" indent="0">
              <a:buNone/>
              <a:defRPr sz="1344" b="1"/>
            </a:lvl6pPr>
            <a:lvl7pPr marL="2303739" indent="0">
              <a:buNone/>
              <a:defRPr sz="1344" b="1"/>
            </a:lvl7pPr>
            <a:lvl8pPr marL="2687696" indent="0">
              <a:buNone/>
              <a:defRPr sz="1344" b="1"/>
            </a:lvl8pPr>
            <a:lvl9pPr marL="3071652" indent="0">
              <a:buNone/>
              <a:defRPr sz="13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103799"/>
            <a:ext cx="5157787" cy="309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411865"/>
            <a:ext cx="5183188" cy="691934"/>
          </a:xfrm>
        </p:spPr>
        <p:txBody>
          <a:bodyPr anchor="b"/>
          <a:lstStyle>
            <a:lvl1pPr marL="0" indent="0">
              <a:buNone/>
              <a:defRPr sz="2016" b="1"/>
            </a:lvl1pPr>
            <a:lvl2pPr marL="383957" indent="0">
              <a:buNone/>
              <a:defRPr sz="1680" b="1"/>
            </a:lvl2pPr>
            <a:lvl3pPr marL="767913" indent="0">
              <a:buNone/>
              <a:defRPr sz="1512" b="1"/>
            </a:lvl3pPr>
            <a:lvl4pPr marL="1151870" indent="0">
              <a:buNone/>
              <a:defRPr sz="1344" b="1"/>
            </a:lvl4pPr>
            <a:lvl5pPr marL="1535826" indent="0">
              <a:buNone/>
              <a:defRPr sz="1344" b="1"/>
            </a:lvl5pPr>
            <a:lvl6pPr marL="1919783" indent="0">
              <a:buNone/>
              <a:defRPr sz="1344" b="1"/>
            </a:lvl6pPr>
            <a:lvl7pPr marL="2303739" indent="0">
              <a:buNone/>
              <a:defRPr sz="1344" b="1"/>
            </a:lvl7pPr>
            <a:lvl8pPr marL="2687696" indent="0">
              <a:buNone/>
              <a:defRPr sz="1344" b="1"/>
            </a:lvl8pPr>
            <a:lvl9pPr marL="3071652" indent="0">
              <a:buNone/>
              <a:defRPr sz="13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103799"/>
            <a:ext cx="5183188" cy="3094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445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73407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49425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83963"/>
            <a:ext cx="3932237" cy="1343872"/>
          </a:xfrm>
        </p:spPr>
        <p:txBody>
          <a:bodyPr anchor="b"/>
          <a:lstStyle>
            <a:lvl1pPr>
              <a:defRPr sz="268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829255"/>
            <a:ext cx="6172200" cy="4092942"/>
          </a:xfrm>
        </p:spPr>
        <p:txBody>
          <a:bodyPr/>
          <a:lstStyle>
            <a:lvl1pPr>
              <a:defRPr sz="2687"/>
            </a:lvl1pPr>
            <a:lvl2pPr>
              <a:defRPr sz="2351"/>
            </a:lvl2pPr>
            <a:lvl3pPr>
              <a:defRPr sz="2016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727835"/>
            <a:ext cx="3932237" cy="3201028"/>
          </a:xfrm>
        </p:spPr>
        <p:txBody>
          <a:bodyPr/>
          <a:lstStyle>
            <a:lvl1pPr marL="0" indent="0">
              <a:buNone/>
              <a:defRPr sz="1344"/>
            </a:lvl1pPr>
            <a:lvl2pPr marL="383957" indent="0">
              <a:buNone/>
              <a:defRPr sz="1176"/>
            </a:lvl2pPr>
            <a:lvl3pPr marL="767913" indent="0">
              <a:buNone/>
              <a:defRPr sz="1008"/>
            </a:lvl3pPr>
            <a:lvl4pPr marL="1151870" indent="0">
              <a:buNone/>
              <a:defRPr sz="840"/>
            </a:lvl4pPr>
            <a:lvl5pPr marL="1535826" indent="0">
              <a:buNone/>
              <a:defRPr sz="840"/>
            </a:lvl5pPr>
            <a:lvl6pPr marL="1919783" indent="0">
              <a:buNone/>
              <a:defRPr sz="840"/>
            </a:lvl6pPr>
            <a:lvl7pPr marL="2303739" indent="0">
              <a:buNone/>
              <a:defRPr sz="840"/>
            </a:lvl7pPr>
            <a:lvl8pPr marL="2687696" indent="0">
              <a:buNone/>
              <a:defRPr sz="840"/>
            </a:lvl8pPr>
            <a:lvl9pPr marL="3071652" indent="0">
              <a:buNone/>
              <a:defRPr sz="8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639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83963"/>
            <a:ext cx="3932237" cy="1343872"/>
          </a:xfrm>
        </p:spPr>
        <p:txBody>
          <a:bodyPr anchor="b"/>
          <a:lstStyle>
            <a:lvl1pPr>
              <a:defRPr sz="2687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829255"/>
            <a:ext cx="6172200" cy="4092942"/>
          </a:xfrm>
        </p:spPr>
        <p:txBody>
          <a:bodyPr anchor="t"/>
          <a:lstStyle>
            <a:lvl1pPr marL="0" indent="0">
              <a:buNone/>
              <a:defRPr sz="2687"/>
            </a:lvl1pPr>
            <a:lvl2pPr marL="383957" indent="0">
              <a:buNone/>
              <a:defRPr sz="2351"/>
            </a:lvl2pPr>
            <a:lvl3pPr marL="767913" indent="0">
              <a:buNone/>
              <a:defRPr sz="2016"/>
            </a:lvl3pPr>
            <a:lvl4pPr marL="1151870" indent="0">
              <a:buNone/>
              <a:defRPr sz="1680"/>
            </a:lvl4pPr>
            <a:lvl5pPr marL="1535826" indent="0">
              <a:buNone/>
              <a:defRPr sz="1680"/>
            </a:lvl5pPr>
            <a:lvl6pPr marL="1919783" indent="0">
              <a:buNone/>
              <a:defRPr sz="1680"/>
            </a:lvl6pPr>
            <a:lvl7pPr marL="2303739" indent="0">
              <a:buNone/>
              <a:defRPr sz="1680"/>
            </a:lvl7pPr>
            <a:lvl8pPr marL="2687696" indent="0">
              <a:buNone/>
              <a:defRPr sz="1680"/>
            </a:lvl8pPr>
            <a:lvl9pPr marL="3071652" indent="0">
              <a:buNone/>
              <a:defRPr sz="168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727835"/>
            <a:ext cx="3932237" cy="3201028"/>
          </a:xfrm>
        </p:spPr>
        <p:txBody>
          <a:bodyPr/>
          <a:lstStyle>
            <a:lvl1pPr marL="0" indent="0">
              <a:buNone/>
              <a:defRPr sz="1344"/>
            </a:lvl1pPr>
            <a:lvl2pPr marL="383957" indent="0">
              <a:buNone/>
              <a:defRPr sz="1176"/>
            </a:lvl2pPr>
            <a:lvl3pPr marL="767913" indent="0">
              <a:buNone/>
              <a:defRPr sz="1008"/>
            </a:lvl3pPr>
            <a:lvl4pPr marL="1151870" indent="0">
              <a:buNone/>
              <a:defRPr sz="840"/>
            </a:lvl4pPr>
            <a:lvl5pPr marL="1535826" indent="0">
              <a:buNone/>
              <a:defRPr sz="840"/>
            </a:lvl5pPr>
            <a:lvl6pPr marL="1919783" indent="0">
              <a:buNone/>
              <a:defRPr sz="840"/>
            </a:lvl6pPr>
            <a:lvl7pPr marL="2303739" indent="0">
              <a:buNone/>
              <a:defRPr sz="840"/>
            </a:lvl7pPr>
            <a:lvl8pPr marL="2687696" indent="0">
              <a:buNone/>
              <a:defRPr sz="840"/>
            </a:lvl8pPr>
            <a:lvl9pPr marL="3071652" indent="0">
              <a:buNone/>
              <a:defRPr sz="84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3751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9240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06637"/>
            <a:ext cx="2628900" cy="488086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06637"/>
            <a:ext cx="7734300" cy="488086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7893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06638"/>
            <a:ext cx="10515600" cy="11132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533187"/>
            <a:ext cx="10515600" cy="365431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5338158"/>
            <a:ext cx="2743200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69046E-0F48-469F-B64E-AD898842AE09}" type="datetimeFigureOut">
              <a:rPr lang="en-US" smtClean="0"/>
              <a:t>5/5/2025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5338158"/>
            <a:ext cx="4114800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5338158"/>
            <a:ext cx="2743200" cy="306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0953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67913" rtl="0" eaLnBrk="1" latinLnBrk="0" hangingPunct="1">
        <a:lnSpc>
          <a:spcPct val="90000"/>
        </a:lnSpc>
        <a:spcBef>
          <a:spcPct val="0"/>
        </a:spcBef>
        <a:buNone/>
        <a:defRPr sz="369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1978" indent="-191978" algn="l" defTabSz="767913" rtl="0" eaLnBrk="1" latinLnBrk="0" hangingPunct="1">
        <a:lnSpc>
          <a:spcPct val="90000"/>
        </a:lnSpc>
        <a:spcBef>
          <a:spcPts val="840"/>
        </a:spcBef>
        <a:buFont typeface="Arial" panose="020B0604020202020204" pitchFamily="34" charset="0"/>
        <a:buChar char="•"/>
        <a:defRPr sz="2351" kern="1200">
          <a:solidFill>
            <a:schemeClr val="tx1"/>
          </a:solidFill>
          <a:latin typeface="+mn-lt"/>
          <a:ea typeface="+mn-ea"/>
          <a:cs typeface="+mn-cs"/>
        </a:defRPr>
      </a:lvl1pPr>
      <a:lvl2pPr marL="575935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2016" kern="1200">
          <a:solidFill>
            <a:schemeClr val="tx1"/>
          </a:solidFill>
          <a:latin typeface="+mn-lt"/>
          <a:ea typeface="+mn-ea"/>
          <a:cs typeface="+mn-cs"/>
        </a:defRPr>
      </a:lvl2pPr>
      <a:lvl3pPr marL="95989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680" kern="1200">
          <a:solidFill>
            <a:schemeClr val="tx1"/>
          </a:solidFill>
          <a:latin typeface="+mn-lt"/>
          <a:ea typeface="+mn-ea"/>
          <a:cs typeface="+mn-cs"/>
        </a:defRPr>
      </a:lvl3pPr>
      <a:lvl4pPr marL="1343848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4pPr>
      <a:lvl5pPr marL="1727805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5pPr>
      <a:lvl6pPr marL="211176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6pPr>
      <a:lvl7pPr marL="2495718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7pPr>
      <a:lvl8pPr marL="2879674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8pPr>
      <a:lvl9pPr marL="3263631" indent="-191978" algn="l" defTabSz="767913" rtl="0" eaLnBrk="1" latinLnBrk="0" hangingPunct="1">
        <a:lnSpc>
          <a:spcPct val="90000"/>
        </a:lnSpc>
        <a:spcBef>
          <a:spcPts val="420"/>
        </a:spcBef>
        <a:buFont typeface="Arial" panose="020B0604020202020204" pitchFamily="34" charset="0"/>
        <a:buChar char="•"/>
        <a:defRPr sz="15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1pPr>
      <a:lvl2pPr marL="383957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2pPr>
      <a:lvl3pPr marL="767913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3pPr>
      <a:lvl4pPr marL="1151870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4pPr>
      <a:lvl5pPr marL="1535826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5pPr>
      <a:lvl6pPr marL="1919783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6pPr>
      <a:lvl7pPr marL="2303739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7pPr>
      <a:lvl8pPr marL="2687696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8pPr>
      <a:lvl9pPr marL="3071652" algn="l" defTabSz="767913" rtl="0" eaLnBrk="1" latinLnBrk="0" hangingPunct="1">
        <a:defRPr sz="15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04C899-8708-67CB-CFB3-DD3D63CB9C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Arrow: Chevron 106">
            <a:extLst>
              <a:ext uri="{FF2B5EF4-FFF2-40B4-BE49-F238E27FC236}">
                <a16:creationId xmlns:a16="http://schemas.microsoft.com/office/drawing/2014/main" id="{4C946555-CBF1-976E-1667-92C185D57C6E}"/>
              </a:ext>
            </a:extLst>
          </p:cNvPr>
          <p:cNvSpPr/>
          <p:nvPr/>
        </p:nvSpPr>
        <p:spPr>
          <a:xfrm>
            <a:off x="0" y="2024887"/>
            <a:ext cx="12192000" cy="2303244"/>
          </a:xfrm>
          <a:prstGeom prst="chevron">
            <a:avLst>
              <a:gd name="adj" fmla="val 15003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02E51DC3-BE79-AC60-4FDE-3C0E4E25B4C3}"/>
              </a:ext>
            </a:extLst>
          </p:cNvPr>
          <p:cNvSpPr/>
          <p:nvPr/>
        </p:nvSpPr>
        <p:spPr>
          <a:xfrm>
            <a:off x="8161467" y="1083429"/>
            <a:ext cx="3532888" cy="4176000"/>
          </a:xfrm>
          <a:prstGeom prst="roundRect">
            <a:avLst>
              <a:gd name="adj" fmla="val 4189"/>
            </a:avLst>
          </a:prstGeom>
          <a:solidFill>
            <a:srgbClr val="BAFDB1"/>
          </a:solidFill>
          <a:ln w="38100">
            <a:solidFill>
              <a:srgbClr val="00B050">
                <a:alpha val="69804"/>
              </a:srgb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3039F75-277A-750F-F605-8D28AEAE0FBB}"/>
              </a:ext>
            </a:extLst>
          </p:cNvPr>
          <p:cNvSpPr txBox="1"/>
          <p:nvPr/>
        </p:nvSpPr>
        <p:spPr>
          <a:xfrm>
            <a:off x="9212490" y="1138030"/>
            <a:ext cx="14308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Prediction</a:t>
            </a:r>
          </a:p>
        </p:txBody>
      </p: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2F212971-F886-A4B9-A9EF-C7C2280E998B}"/>
              </a:ext>
            </a:extLst>
          </p:cNvPr>
          <p:cNvSpPr/>
          <p:nvPr/>
        </p:nvSpPr>
        <p:spPr>
          <a:xfrm>
            <a:off x="8289911" y="1628528"/>
            <a:ext cx="3276000" cy="1764000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54FA3E6F-A8D6-16A6-E0CA-87E53BFCB576}"/>
              </a:ext>
            </a:extLst>
          </p:cNvPr>
          <p:cNvSpPr/>
          <p:nvPr/>
        </p:nvSpPr>
        <p:spPr>
          <a:xfrm>
            <a:off x="8396370" y="2060414"/>
            <a:ext cx="1742522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158C98EE-5D9F-6DD9-C488-A7BA782F5918}"/>
              </a:ext>
            </a:extLst>
          </p:cNvPr>
          <p:cNvSpPr txBox="1"/>
          <p:nvPr/>
        </p:nvSpPr>
        <p:spPr>
          <a:xfrm>
            <a:off x="9515311" y="2109995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28" name="Cloud 127">
            <a:extLst>
              <a:ext uri="{FF2B5EF4-FFF2-40B4-BE49-F238E27FC236}">
                <a16:creationId xmlns:a16="http://schemas.microsoft.com/office/drawing/2014/main" id="{6EE17C15-5F61-477F-ABA7-23777C5EF0E6}"/>
              </a:ext>
            </a:extLst>
          </p:cNvPr>
          <p:cNvSpPr/>
          <p:nvPr/>
        </p:nvSpPr>
        <p:spPr>
          <a:xfrm>
            <a:off x="9794972" y="2186661"/>
            <a:ext cx="250402" cy="216000"/>
          </a:xfrm>
          <a:prstGeom prst="cloud">
            <a:avLst/>
          </a:prstGeom>
          <a:solidFill>
            <a:srgbClr val="DE0000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id="{3A010133-A3AB-DA45-8425-AA0E14F8A4A4}"/>
              </a:ext>
            </a:extLst>
          </p:cNvPr>
          <p:cNvSpPr/>
          <p:nvPr/>
        </p:nvSpPr>
        <p:spPr>
          <a:xfrm>
            <a:off x="8396370" y="2696453"/>
            <a:ext cx="1742522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F9299DEE-C99E-6EC8-7B84-2186F052193F}"/>
              </a:ext>
            </a:extLst>
          </p:cNvPr>
          <p:cNvSpPr txBox="1"/>
          <p:nvPr/>
        </p:nvSpPr>
        <p:spPr>
          <a:xfrm>
            <a:off x="9515311" y="274603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33" name="Cloud 132">
            <a:extLst>
              <a:ext uri="{FF2B5EF4-FFF2-40B4-BE49-F238E27FC236}">
                <a16:creationId xmlns:a16="http://schemas.microsoft.com/office/drawing/2014/main" id="{2E44B1A7-2CF9-5D86-BC86-7AFB1AF3476C}"/>
              </a:ext>
            </a:extLst>
          </p:cNvPr>
          <p:cNvSpPr/>
          <p:nvPr/>
        </p:nvSpPr>
        <p:spPr>
          <a:xfrm>
            <a:off x="9794173" y="2822700"/>
            <a:ext cx="252000" cy="216000"/>
          </a:xfrm>
          <a:prstGeom prst="cloud">
            <a:avLst/>
          </a:prstGeom>
          <a:solidFill>
            <a:srgbClr val="FFD966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B0C800EA-C128-D136-D20C-4D55EE916D3A}"/>
              </a:ext>
            </a:extLst>
          </p:cNvPr>
          <p:cNvSpPr txBox="1"/>
          <p:nvPr/>
        </p:nvSpPr>
        <p:spPr>
          <a:xfrm>
            <a:off x="9491696" y="1473571"/>
            <a:ext cx="872430" cy="307777"/>
          </a:xfrm>
          <a:prstGeom prst="rect">
            <a:avLst/>
          </a:prstGeom>
          <a:solidFill>
            <a:srgbClr val="BAFDB1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Training</a:t>
            </a:r>
          </a:p>
        </p:txBody>
      </p:sp>
      <p:sp>
        <p:nvSpPr>
          <p:cNvPr id="139" name="Rectangle: Rounded Corners 138">
            <a:extLst>
              <a:ext uri="{FF2B5EF4-FFF2-40B4-BE49-F238E27FC236}">
                <a16:creationId xmlns:a16="http://schemas.microsoft.com/office/drawing/2014/main" id="{96050BC4-99E9-42C8-1722-B37E775799EF}"/>
              </a:ext>
            </a:extLst>
          </p:cNvPr>
          <p:cNvSpPr/>
          <p:nvPr/>
        </p:nvSpPr>
        <p:spPr>
          <a:xfrm>
            <a:off x="8396370" y="3915107"/>
            <a:ext cx="1742522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8723D9AE-06E5-D669-9547-EFC3FC0DFDDF}"/>
              </a:ext>
            </a:extLst>
          </p:cNvPr>
          <p:cNvSpPr txBox="1"/>
          <p:nvPr/>
        </p:nvSpPr>
        <p:spPr>
          <a:xfrm>
            <a:off x="9515311" y="396468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42" name="Cloud 141">
            <a:extLst>
              <a:ext uri="{FF2B5EF4-FFF2-40B4-BE49-F238E27FC236}">
                <a16:creationId xmlns:a16="http://schemas.microsoft.com/office/drawing/2014/main" id="{890B9B4A-E98F-DFF7-7390-426EABC50E58}"/>
              </a:ext>
            </a:extLst>
          </p:cNvPr>
          <p:cNvSpPr/>
          <p:nvPr/>
        </p:nvSpPr>
        <p:spPr>
          <a:xfrm>
            <a:off x="9794173" y="4041354"/>
            <a:ext cx="252000" cy="216000"/>
          </a:xfrm>
          <a:prstGeom prst="cloud">
            <a:avLst/>
          </a:prstGeom>
          <a:solidFill>
            <a:srgbClr val="FFD966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BC8FD3E7-F0B2-2EF5-B361-33E90E2FFEE9}"/>
              </a:ext>
            </a:extLst>
          </p:cNvPr>
          <p:cNvSpPr/>
          <p:nvPr/>
        </p:nvSpPr>
        <p:spPr>
          <a:xfrm>
            <a:off x="8308444" y="3587128"/>
            <a:ext cx="3238934" cy="1548000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025E4540-2BCE-4921-ADE2-F37BE3A9B4CA}"/>
              </a:ext>
            </a:extLst>
          </p:cNvPr>
          <p:cNvSpPr txBox="1"/>
          <p:nvPr/>
        </p:nvSpPr>
        <p:spPr>
          <a:xfrm>
            <a:off x="9590029" y="3433912"/>
            <a:ext cx="675764" cy="307777"/>
          </a:xfrm>
          <a:prstGeom prst="rect">
            <a:avLst/>
          </a:prstGeom>
          <a:solidFill>
            <a:srgbClr val="BAFDB1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Test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05A451E5-BBAC-5865-CCC7-757A9071073E}"/>
              </a:ext>
            </a:extLst>
          </p:cNvPr>
          <p:cNvCxnSpPr>
            <a:cxnSpLocks/>
          </p:cNvCxnSpPr>
          <p:nvPr/>
        </p:nvCxnSpPr>
        <p:spPr>
          <a:xfrm>
            <a:off x="10265793" y="2294661"/>
            <a:ext cx="371632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482E2547-F683-7D84-4448-0B096CBBDE66}"/>
              </a:ext>
            </a:extLst>
          </p:cNvPr>
          <p:cNvSpPr/>
          <p:nvPr/>
        </p:nvSpPr>
        <p:spPr>
          <a:xfrm>
            <a:off x="10752138" y="2162602"/>
            <a:ext cx="512742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00289DA4-C5CB-4EFC-A78E-94E2FD18A0FE}"/>
              </a:ext>
            </a:extLst>
          </p:cNvPr>
          <p:cNvSpPr/>
          <p:nvPr/>
        </p:nvSpPr>
        <p:spPr>
          <a:xfrm>
            <a:off x="10752138" y="2798641"/>
            <a:ext cx="512742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DA13987F-1B7C-C633-8348-E0DE176872A9}"/>
              </a:ext>
            </a:extLst>
          </p:cNvPr>
          <p:cNvSpPr/>
          <p:nvPr/>
        </p:nvSpPr>
        <p:spPr>
          <a:xfrm>
            <a:off x="10752138" y="4017295"/>
            <a:ext cx="512742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5C63615-FD8E-113F-D6FA-1B45BA9C9BC7}"/>
              </a:ext>
            </a:extLst>
          </p:cNvPr>
          <p:cNvSpPr txBox="1"/>
          <p:nvPr/>
        </p:nvSpPr>
        <p:spPr>
          <a:xfrm>
            <a:off x="10759185" y="2167703"/>
            <a:ext cx="498648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1.45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E19ADC27-D120-7421-5F4A-A720FB9C95A6}"/>
              </a:ext>
            </a:extLst>
          </p:cNvPr>
          <p:cNvSpPr txBox="1"/>
          <p:nvPr/>
        </p:nvSpPr>
        <p:spPr>
          <a:xfrm>
            <a:off x="10752138" y="2803742"/>
            <a:ext cx="51274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0.55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08E6FE9-7916-B2B9-F2E4-82EEE1D4C47F}"/>
              </a:ext>
            </a:extLst>
          </p:cNvPr>
          <p:cNvSpPr txBox="1"/>
          <p:nvPr/>
        </p:nvSpPr>
        <p:spPr>
          <a:xfrm>
            <a:off x="10752138" y="4022396"/>
            <a:ext cx="51274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3.15</a:t>
            </a:r>
          </a:p>
        </p:txBody>
      </p: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A8AD7A97-52EE-D5E3-93D1-602438437112}"/>
              </a:ext>
            </a:extLst>
          </p:cNvPr>
          <p:cNvCxnSpPr>
            <a:cxnSpLocks/>
          </p:cNvCxnSpPr>
          <p:nvPr/>
        </p:nvCxnSpPr>
        <p:spPr>
          <a:xfrm>
            <a:off x="10265793" y="2930700"/>
            <a:ext cx="371632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2CD71D5C-260E-7A1D-83C9-9A4BCB8B16DC}"/>
              </a:ext>
            </a:extLst>
          </p:cNvPr>
          <p:cNvCxnSpPr>
            <a:cxnSpLocks/>
          </p:cNvCxnSpPr>
          <p:nvPr/>
        </p:nvCxnSpPr>
        <p:spPr>
          <a:xfrm>
            <a:off x="10265793" y="4149354"/>
            <a:ext cx="371632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7A7D775D-8D92-26CF-B822-779635692465}"/>
              </a:ext>
            </a:extLst>
          </p:cNvPr>
          <p:cNvSpPr txBox="1"/>
          <p:nvPr/>
        </p:nvSpPr>
        <p:spPr>
          <a:xfrm>
            <a:off x="4409271" y="186742"/>
            <a:ext cx="3373461" cy="57600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Unknown structure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3CDF1573-9885-4BE1-F45E-A97DD33CDDAE}"/>
              </a:ext>
            </a:extLst>
          </p:cNvPr>
          <p:cNvSpPr/>
          <p:nvPr/>
        </p:nvSpPr>
        <p:spPr>
          <a:xfrm>
            <a:off x="4280472" y="1083429"/>
            <a:ext cx="3744000" cy="4176000"/>
          </a:xfrm>
          <a:prstGeom prst="roundRect">
            <a:avLst>
              <a:gd name="adj" fmla="val 4189"/>
            </a:avLst>
          </a:prstGeom>
          <a:solidFill>
            <a:srgbClr val="BAFDB1"/>
          </a:solidFill>
          <a:ln w="38100">
            <a:solidFill>
              <a:srgbClr val="00B050">
                <a:alpha val="69804"/>
              </a:srgb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C44C14A-7D2F-331A-0F4F-E0A0006E2E28}"/>
              </a:ext>
            </a:extLst>
          </p:cNvPr>
          <p:cNvSpPr txBox="1"/>
          <p:nvPr/>
        </p:nvSpPr>
        <p:spPr>
          <a:xfrm>
            <a:off x="5152728" y="1138030"/>
            <a:ext cx="1999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Preprocessing</a:t>
            </a:r>
          </a:p>
        </p:txBody>
      </p:sp>
      <p:sp>
        <p:nvSpPr>
          <p:cNvPr id="64" name="Plaque 63">
            <a:extLst>
              <a:ext uri="{FF2B5EF4-FFF2-40B4-BE49-F238E27FC236}">
                <a16:creationId xmlns:a16="http://schemas.microsoft.com/office/drawing/2014/main" id="{0E16C8E3-357C-D661-826C-DEEF231225B5}"/>
              </a:ext>
            </a:extLst>
          </p:cNvPr>
          <p:cNvSpPr/>
          <p:nvPr/>
        </p:nvSpPr>
        <p:spPr>
          <a:xfrm>
            <a:off x="4549065" y="4016934"/>
            <a:ext cx="432000" cy="432000"/>
          </a:xfrm>
          <a:prstGeom prst="plaque">
            <a:avLst>
              <a:gd name="adj" fmla="val 40364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graphicFrame>
        <p:nvGraphicFramePr>
          <p:cNvPr id="68" name="Table 67">
            <a:extLst>
              <a:ext uri="{FF2B5EF4-FFF2-40B4-BE49-F238E27FC236}">
                <a16:creationId xmlns:a16="http://schemas.microsoft.com/office/drawing/2014/main" id="{250D0F6A-F5E8-B5A4-CBE0-97BD62EF70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9658816"/>
              </p:ext>
            </p:extLst>
          </p:nvPr>
        </p:nvGraphicFramePr>
        <p:xfrm>
          <a:off x="6824828" y="2725738"/>
          <a:ext cx="930776" cy="25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115" name="Arc 114">
            <a:extLst>
              <a:ext uri="{FF2B5EF4-FFF2-40B4-BE49-F238E27FC236}">
                <a16:creationId xmlns:a16="http://schemas.microsoft.com/office/drawing/2014/main" id="{62DD45CC-B2CE-7C3D-7E7D-3EE6D73F02B4}"/>
              </a:ext>
            </a:extLst>
          </p:cNvPr>
          <p:cNvSpPr/>
          <p:nvPr/>
        </p:nvSpPr>
        <p:spPr>
          <a:xfrm rot="18582686">
            <a:off x="4921299" y="2209712"/>
            <a:ext cx="432000" cy="393426"/>
          </a:xfrm>
          <a:prstGeom prst="arc">
            <a:avLst>
              <a:gd name="adj1" fmla="val 15588711"/>
              <a:gd name="adj2" fmla="val 1121401"/>
            </a:avLst>
          </a:prstGeom>
          <a:ln w="38100">
            <a:solidFill>
              <a:schemeClr val="tx2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6" name="Arc 115">
            <a:extLst>
              <a:ext uri="{FF2B5EF4-FFF2-40B4-BE49-F238E27FC236}">
                <a16:creationId xmlns:a16="http://schemas.microsoft.com/office/drawing/2014/main" id="{A5CFD12B-7704-418A-0E82-2871577C7664}"/>
              </a:ext>
            </a:extLst>
          </p:cNvPr>
          <p:cNvSpPr/>
          <p:nvPr/>
        </p:nvSpPr>
        <p:spPr>
          <a:xfrm rot="2839795" flipV="1">
            <a:off x="5465976" y="2346142"/>
            <a:ext cx="432000" cy="415246"/>
          </a:xfrm>
          <a:prstGeom prst="arc">
            <a:avLst>
              <a:gd name="adj1" fmla="val 15588711"/>
              <a:gd name="adj2" fmla="val 1456719"/>
            </a:avLst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6" name="Graphic 155" descr="Database outline">
            <a:extLst>
              <a:ext uri="{FF2B5EF4-FFF2-40B4-BE49-F238E27FC236}">
                <a16:creationId xmlns:a16="http://schemas.microsoft.com/office/drawing/2014/main" id="{4F50CE4A-1CAC-881E-FA21-5D031342FF8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2691" y="2211739"/>
            <a:ext cx="507514" cy="507514"/>
          </a:xfrm>
          <a:prstGeom prst="rect">
            <a:avLst/>
          </a:prstGeom>
        </p:spPr>
      </p:pic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4D4EFC42-960D-74DA-4EFB-E4B8C66B95AF}"/>
              </a:ext>
            </a:extLst>
          </p:cNvPr>
          <p:cNvCxnSpPr>
            <a:cxnSpLocks/>
          </p:cNvCxnSpPr>
          <p:nvPr/>
        </p:nvCxnSpPr>
        <p:spPr>
          <a:xfrm>
            <a:off x="6000028" y="1767847"/>
            <a:ext cx="0" cy="292388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8F01FB94-AC8A-1E12-C1E1-B337ED7782BC}"/>
              </a:ext>
            </a:extLst>
          </p:cNvPr>
          <p:cNvCxnSpPr>
            <a:cxnSpLocks/>
          </p:cNvCxnSpPr>
          <p:nvPr/>
        </p:nvCxnSpPr>
        <p:spPr>
          <a:xfrm>
            <a:off x="6135282" y="1903196"/>
            <a:ext cx="0" cy="139731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7FDCB179-909E-024E-8A87-BCD03798E2A5}"/>
              </a:ext>
            </a:extLst>
          </p:cNvPr>
          <p:cNvCxnSpPr>
            <a:cxnSpLocks/>
          </p:cNvCxnSpPr>
          <p:nvPr/>
        </p:nvCxnSpPr>
        <p:spPr>
          <a:xfrm>
            <a:off x="6369597" y="1790708"/>
            <a:ext cx="0" cy="252219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C6655E7F-AA8A-B8B6-B59B-0FA338D41709}"/>
              </a:ext>
            </a:extLst>
          </p:cNvPr>
          <p:cNvCxnSpPr>
            <a:cxnSpLocks/>
          </p:cNvCxnSpPr>
          <p:nvPr/>
        </p:nvCxnSpPr>
        <p:spPr>
          <a:xfrm>
            <a:off x="5989234" y="2052615"/>
            <a:ext cx="515427" cy="0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17C71F2D-127A-49B3-EACA-3B1979456264}"/>
              </a:ext>
            </a:extLst>
          </p:cNvPr>
          <p:cNvCxnSpPr>
            <a:cxnSpLocks/>
          </p:cNvCxnSpPr>
          <p:nvPr/>
        </p:nvCxnSpPr>
        <p:spPr>
          <a:xfrm>
            <a:off x="6000028" y="2468823"/>
            <a:ext cx="0" cy="292388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A1BA56B4-7B36-ED5B-E7CE-FB90473182E3}"/>
              </a:ext>
            </a:extLst>
          </p:cNvPr>
          <p:cNvCxnSpPr>
            <a:cxnSpLocks/>
          </p:cNvCxnSpPr>
          <p:nvPr/>
        </p:nvCxnSpPr>
        <p:spPr>
          <a:xfrm>
            <a:off x="6068607" y="2674036"/>
            <a:ext cx="0" cy="69866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82612580-04B3-622A-3453-54C58C3D24C5}"/>
              </a:ext>
            </a:extLst>
          </p:cNvPr>
          <p:cNvCxnSpPr>
            <a:cxnSpLocks/>
          </p:cNvCxnSpPr>
          <p:nvPr/>
        </p:nvCxnSpPr>
        <p:spPr>
          <a:xfrm>
            <a:off x="6369597" y="2491684"/>
            <a:ext cx="0" cy="252219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F6CAFC05-FA1F-F59A-BF7E-7CFEB9C0B208}"/>
              </a:ext>
            </a:extLst>
          </p:cNvPr>
          <p:cNvCxnSpPr>
            <a:cxnSpLocks/>
          </p:cNvCxnSpPr>
          <p:nvPr/>
        </p:nvCxnSpPr>
        <p:spPr>
          <a:xfrm>
            <a:off x="5989234" y="2753591"/>
            <a:ext cx="515427" cy="0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B1D351D2-A904-2EDF-335E-45887B9ACB5D}"/>
              </a:ext>
            </a:extLst>
          </p:cNvPr>
          <p:cNvCxnSpPr>
            <a:cxnSpLocks/>
          </p:cNvCxnSpPr>
          <p:nvPr/>
        </p:nvCxnSpPr>
        <p:spPr>
          <a:xfrm>
            <a:off x="6000028" y="2819311"/>
            <a:ext cx="0" cy="292388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415E7818-086F-EC91-4C45-C00F37629CE7}"/>
              </a:ext>
            </a:extLst>
          </p:cNvPr>
          <p:cNvCxnSpPr>
            <a:cxnSpLocks/>
          </p:cNvCxnSpPr>
          <p:nvPr/>
        </p:nvCxnSpPr>
        <p:spPr>
          <a:xfrm>
            <a:off x="6068607" y="3024524"/>
            <a:ext cx="0" cy="69866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95FDE5EE-663E-A957-EDFB-3242C508A11B}"/>
              </a:ext>
            </a:extLst>
          </p:cNvPr>
          <p:cNvCxnSpPr>
            <a:cxnSpLocks/>
          </p:cNvCxnSpPr>
          <p:nvPr/>
        </p:nvCxnSpPr>
        <p:spPr>
          <a:xfrm>
            <a:off x="6135282" y="2954660"/>
            <a:ext cx="0" cy="139731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F158E198-2487-A99E-D30F-3B813D330867}"/>
              </a:ext>
            </a:extLst>
          </p:cNvPr>
          <p:cNvCxnSpPr>
            <a:cxnSpLocks/>
          </p:cNvCxnSpPr>
          <p:nvPr/>
        </p:nvCxnSpPr>
        <p:spPr>
          <a:xfrm>
            <a:off x="6369597" y="2842172"/>
            <a:ext cx="0" cy="252219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013DB25F-C4C0-E279-EBC0-16ABCE9A2683}"/>
              </a:ext>
            </a:extLst>
          </p:cNvPr>
          <p:cNvCxnSpPr>
            <a:cxnSpLocks/>
          </p:cNvCxnSpPr>
          <p:nvPr/>
        </p:nvCxnSpPr>
        <p:spPr>
          <a:xfrm>
            <a:off x="5989234" y="3104079"/>
            <a:ext cx="515427" cy="0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0F16B4AA-6A08-AA34-C559-A3A1252BA41E}"/>
              </a:ext>
            </a:extLst>
          </p:cNvPr>
          <p:cNvCxnSpPr>
            <a:cxnSpLocks/>
          </p:cNvCxnSpPr>
          <p:nvPr/>
        </p:nvCxnSpPr>
        <p:spPr>
          <a:xfrm>
            <a:off x="6000028" y="2118335"/>
            <a:ext cx="0" cy="292388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51A1C8E3-2B7D-406E-6382-E6C5C0A7141C}"/>
              </a:ext>
            </a:extLst>
          </p:cNvPr>
          <p:cNvCxnSpPr>
            <a:cxnSpLocks/>
          </p:cNvCxnSpPr>
          <p:nvPr/>
        </p:nvCxnSpPr>
        <p:spPr>
          <a:xfrm>
            <a:off x="6068607" y="2323548"/>
            <a:ext cx="0" cy="69866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4DF92FB4-3C81-7EB8-7BDD-416FD2E7579F}"/>
              </a:ext>
            </a:extLst>
          </p:cNvPr>
          <p:cNvCxnSpPr>
            <a:cxnSpLocks/>
          </p:cNvCxnSpPr>
          <p:nvPr/>
        </p:nvCxnSpPr>
        <p:spPr>
          <a:xfrm>
            <a:off x="6135282" y="2253684"/>
            <a:ext cx="0" cy="139731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99A9AF57-BF96-FF9F-65BD-33CBB5B1429F}"/>
              </a:ext>
            </a:extLst>
          </p:cNvPr>
          <p:cNvCxnSpPr>
            <a:cxnSpLocks/>
          </p:cNvCxnSpPr>
          <p:nvPr/>
        </p:nvCxnSpPr>
        <p:spPr>
          <a:xfrm>
            <a:off x="6369597" y="2141196"/>
            <a:ext cx="0" cy="252219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B261652E-E8E6-912D-4CBB-6B73FCFB1436}"/>
              </a:ext>
            </a:extLst>
          </p:cNvPr>
          <p:cNvCxnSpPr>
            <a:cxnSpLocks/>
          </p:cNvCxnSpPr>
          <p:nvPr/>
        </p:nvCxnSpPr>
        <p:spPr>
          <a:xfrm>
            <a:off x="6301017" y="2268402"/>
            <a:ext cx="0" cy="139731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EA90747D-E81F-AA05-6668-C27385695A26}"/>
              </a:ext>
            </a:extLst>
          </p:cNvPr>
          <p:cNvCxnSpPr>
            <a:cxnSpLocks/>
          </p:cNvCxnSpPr>
          <p:nvPr/>
        </p:nvCxnSpPr>
        <p:spPr>
          <a:xfrm>
            <a:off x="5989234" y="2403103"/>
            <a:ext cx="515427" cy="0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Right Brace 211">
            <a:extLst>
              <a:ext uri="{FF2B5EF4-FFF2-40B4-BE49-F238E27FC236}">
                <a16:creationId xmlns:a16="http://schemas.microsoft.com/office/drawing/2014/main" id="{B74C8ED6-99A9-9D89-FC6F-72C097E68370}"/>
              </a:ext>
            </a:extLst>
          </p:cNvPr>
          <p:cNvSpPr/>
          <p:nvPr/>
        </p:nvSpPr>
        <p:spPr>
          <a:xfrm>
            <a:off x="6594768" y="1793247"/>
            <a:ext cx="225434" cy="1392697"/>
          </a:xfrm>
          <a:prstGeom prst="rightBrace">
            <a:avLst>
              <a:gd name="adj1" fmla="val 40367"/>
              <a:gd name="adj2" fmla="val 31762"/>
            </a:avLst>
          </a:prstGeom>
          <a:noFill/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20" name="Straight Arrow Connector 219">
            <a:extLst>
              <a:ext uri="{FF2B5EF4-FFF2-40B4-BE49-F238E27FC236}">
                <a16:creationId xmlns:a16="http://schemas.microsoft.com/office/drawing/2014/main" id="{D0F881CE-9CB2-44E0-47C4-4E21951717F4}"/>
              </a:ext>
            </a:extLst>
          </p:cNvPr>
          <p:cNvCxnSpPr>
            <a:cxnSpLocks/>
          </p:cNvCxnSpPr>
          <p:nvPr/>
        </p:nvCxnSpPr>
        <p:spPr>
          <a:xfrm flipH="1">
            <a:off x="6998971" y="2365129"/>
            <a:ext cx="116205" cy="360045"/>
          </a:xfrm>
          <a:prstGeom prst="straightConnector1">
            <a:avLst/>
          </a:prstGeom>
          <a:ln w="12700">
            <a:solidFill>
              <a:srgbClr val="767171"/>
            </a:solidFill>
            <a:prstDash val="sysDash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Arrow Connector 224">
            <a:extLst>
              <a:ext uri="{FF2B5EF4-FFF2-40B4-BE49-F238E27FC236}">
                <a16:creationId xmlns:a16="http://schemas.microsoft.com/office/drawing/2014/main" id="{CA57270A-BE9E-C65D-60B3-4DAC3F6C4FB5}"/>
              </a:ext>
            </a:extLst>
          </p:cNvPr>
          <p:cNvCxnSpPr>
            <a:cxnSpLocks/>
          </p:cNvCxnSpPr>
          <p:nvPr/>
        </p:nvCxnSpPr>
        <p:spPr>
          <a:xfrm>
            <a:off x="7181850" y="2367033"/>
            <a:ext cx="281940" cy="358140"/>
          </a:xfrm>
          <a:prstGeom prst="straightConnector1">
            <a:avLst/>
          </a:prstGeom>
          <a:ln w="12700">
            <a:solidFill>
              <a:srgbClr val="767171"/>
            </a:solidFill>
            <a:prstDash val="sysDash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Arrow Connector 228">
            <a:extLst>
              <a:ext uri="{FF2B5EF4-FFF2-40B4-BE49-F238E27FC236}">
                <a16:creationId xmlns:a16="http://schemas.microsoft.com/office/drawing/2014/main" id="{37675874-D685-57F2-30C8-856A0BCE3DC5}"/>
              </a:ext>
            </a:extLst>
          </p:cNvPr>
          <p:cNvCxnSpPr>
            <a:cxnSpLocks/>
          </p:cNvCxnSpPr>
          <p:nvPr/>
        </p:nvCxnSpPr>
        <p:spPr>
          <a:xfrm>
            <a:off x="7414260" y="2365129"/>
            <a:ext cx="285750" cy="360045"/>
          </a:xfrm>
          <a:prstGeom prst="straightConnector1">
            <a:avLst/>
          </a:prstGeom>
          <a:ln w="12700">
            <a:solidFill>
              <a:srgbClr val="3B3838"/>
            </a:solidFill>
            <a:prstDash val="sysDash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0" name="Table 259">
            <a:extLst>
              <a:ext uri="{FF2B5EF4-FFF2-40B4-BE49-F238E27FC236}">
                <a16:creationId xmlns:a16="http://schemas.microsoft.com/office/drawing/2014/main" id="{57D3D79C-7266-99FC-804D-4D6D721044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6746329"/>
              </p:ext>
            </p:extLst>
          </p:nvPr>
        </p:nvGraphicFramePr>
        <p:xfrm>
          <a:off x="6769881" y="3799139"/>
          <a:ext cx="930776" cy="25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39E6FE09-813B-5C2A-9AE7-9E23A5B1C193}"/>
              </a:ext>
            </a:extLst>
          </p:cNvPr>
          <p:cNvCxnSpPr>
            <a:cxnSpLocks/>
          </p:cNvCxnSpPr>
          <p:nvPr/>
        </p:nvCxnSpPr>
        <p:spPr>
          <a:xfrm>
            <a:off x="6058126" y="4406988"/>
            <a:ext cx="0" cy="292388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B2741006-7EC6-E6D9-F6A3-9623FE50BA7E}"/>
              </a:ext>
            </a:extLst>
          </p:cNvPr>
          <p:cNvCxnSpPr>
            <a:cxnSpLocks/>
          </p:cNvCxnSpPr>
          <p:nvPr/>
        </p:nvCxnSpPr>
        <p:spPr>
          <a:xfrm>
            <a:off x="6058126" y="3791911"/>
            <a:ext cx="0" cy="292388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3" name="Table 332">
            <a:extLst>
              <a:ext uri="{FF2B5EF4-FFF2-40B4-BE49-F238E27FC236}">
                <a16:creationId xmlns:a16="http://schemas.microsoft.com/office/drawing/2014/main" id="{2F12486A-0B9B-6E30-64EE-6198EA5DFD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40222281"/>
              </p:ext>
            </p:extLst>
          </p:nvPr>
        </p:nvGraphicFramePr>
        <p:xfrm>
          <a:off x="8545028" y="2793540"/>
          <a:ext cx="930776" cy="25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graphicFrame>
        <p:nvGraphicFramePr>
          <p:cNvPr id="334" name="Table 333">
            <a:extLst>
              <a:ext uri="{FF2B5EF4-FFF2-40B4-BE49-F238E27FC236}">
                <a16:creationId xmlns:a16="http://schemas.microsoft.com/office/drawing/2014/main" id="{53692EDE-FE34-7B44-7C00-66A7098F30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1092177"/>
              </p:ext>
            </p:extLst>
          </p:nvPr>
        </p:nvGraphicFramePr>
        <p:xfrm>
          <a:off x="8545028" y="4012194"/>
          <a:ext cx="930776" cy="25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69" name="Pentagon 68">
            <a:extLst>
              <a:ext uri="{FF2B5EF4-FFF2-40B4-BE49-F238E27FC236}">
                <a16:creationId xmlns:a16="http://schemas.microsoft.com/office/drawing/2014/main" id="{38DF9C5C-CFCD-2326-0282-06326098E621}"/>
              </a:ext>
            </a:extLst>
          </p:cNvPr>
          <p:cNvSpPr/>
          <p:nvPr/>
        </p:nvSpPr>
        <p:spPr>
          <a:xfrm>
            <a:off x="4543985" y="2249496"/>
            <a:ext cx="432000" cy="432000"/>
          </a:xfrm>
          <a:prstGeom prst="pentagon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7473F3D-E340-EF66-3E8D-3A2EE59C2D5D}"/>
              </a:ext>
            </a:extLst>
          </p:cNvPr>
          <p:cNvSpPr/>
          <p:nvPr/>
        </p:nvSpPr>
        <p:spPr>
          <a:xfrm>
            <a:off x="4465271" y="1598048"/>
            <a:ext cx="3374402" cy="1764000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042380-414E-049E-E3F8-161F187D408D}"/>
              </a:ext>
            </a:extLst>
          </p:cNvPr>
          <p:cNvSpPr txBox="1"/>
          <p:nvPr/>
        </p:nvSpPr>
        <p:spPr>
          <a:xfrm>
            <a:off x="5670661" y="1443091"/>
            <a:ext cx="963622" cy="307777"/>
          </a:xfrm>
          <a:prstGeom prst="rect">
            <a:avLst/>
          </a:prstGeom>
          <a:solidFill>
            <a:srgbClr val="BAFDB1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Training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646C309-1D91-0259-BCCA-2BFC3A58FED0}"/>
              </a:ext>
            </a:extLst>
          </p:cNvPr>
          <p:cNvSpPr/>
          <p:nvPr/>
        </p:nvSpPr>
        <p:spPr>
          <a:xfrm>
            <a:off x="4465273" y="3587128"/>
            <a:ext cx="3374401" cy="1548001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DC967B5-62D1-FF0E-413E-1C6ED8A12B2F}"/>
              </a:ext>
            </a:extLst>
          </p:cNvPr>
          <p:cNvSpPr txBox="1"/>
          <p:nvPr/>
        </p:nvSpPr>
        <p:spPr>
          <a:xfrm>
            <a:off x="5616864" y="3433912"/>
            <a:ext cx="1071216" cy="307777"/>
          </a:xfrm>
          <a:prstGeom prst="rect">
            <a:avLst/>
          </a:prstGeom>
          <a:solidFill>
            <a:srgbClr val="BAFDB1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Validation</a:t>
            </a:r>
          </a:p>
        </p:txBody>
      </p:sp>
      <p:sp>
        <p:nvSpPr>
          <p:cNvPr id="51" name="Arc 50">
            <a:extLst>
              <a:ext uri="{FF2B5EF4-FFF2-40B4-BE49-F238E27FC236}">
                <a16:creationId xmlns:a16="http://schemas.microsoft.com/office/drawing/2014/main" id="{1D7F1EAB-8469-77EF-15ED-D0443756DB13}"/>
              </a:ext>
            </a:extLst>
          </p:cNvPr>
          <p:cNvSpPr/>
          <p:nvPr/>
        </p:nvSpPr>
        <p:spPr>
          <a:xfrm rot="18582686">
            <a:off x="4926379" y="3977736"/>
            <a:ext cx="432000" cy="393426"/>
          </a:xfrm>
          <a:prstGeom prst="arc">
            <a:avLst>
              <a:gd name="adj1" fmla="val 15588711"/>
              <a:gd name="adj2" fmla="val 1121401"/>
            </a:avLst>
          </a:prstGeom>
          <a:ln w="38100">
            <a:solidFill>
              <a:schemeClr val="tx2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Arc 55">
            <a:extLst>
              <a:ext uri="{FF2B5EF4-FFF2-40B4-BE49-F238E27FC236}">
                <a16:creationId xmlns:a16="http://schemas.microsoft.com/office/drawing/2014/main" id="{74EEFA4C-F37F-60C1-CE30-92E54BC5AB62}"/>
              </a:ext>
            </a:extLst>
          </p:cNvPr>
          <p:cNvSpPr/>
          <p:nvPr/>
        </p:nvSpPr>
        <p:spPr>
          <a:xfrm rot="2839795" flipV="1">
            <a:off x="5471056" y="4114166"/>
            <a:ext cx="432000" cy="415246"/>
          </a:xfrm>
          <a:prstGeom prst="arc">
            <a:avLst>
              <a:gd name="adj1" fmla="val 15588711"/>
              <a:gd name="adj2" fmla="val 1456719"/>
            </a:avLst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7" name="Graphic 56" descr="Database outline">
            <a:extLst>
              <a:ext uri="{FF2B5EF4-FFF2-40B4-BE49-F238E27FC236}">
                <a16:creationId xmlns:a16="http://schemas.microsoft.com/office/drawing/2014/main" id="{9F15E22C-D239-F894-9282-1C8276E3A9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2691" y="3979177"/>
            <a:ext cx="507514" cy="507514"/>
          </a:xfrm>
          <a:prstGeom prst="rect">
            <a:avLst/>
          </a:prstGeom>
        </p:spPr>
      </p:pic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354B029C-0566-4C0C-8337-810FED5723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7730809"/>
              </p:ext>
            </p:extLst>
          </p:nvPr>
        </p:nvGraphicFramePr>
        <p:xfrm>
          <a:off x="6769881" y="4416022"/>
          <a:ext cx="930776" cy="25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24DB8A00-BC6E-CF73-B977-C106BE8E8CD2}"/>
              </a:ext>
            </a:extLst>
          </p:cNvPr>
          <p:cNvSpPr/>
          <p:nvPr/>
        </p:nvSpPr>
        <p:spPr>
          <a:xfrm>
            <a:off x="8396370" y="4526588"/>
            <a:ext cx="1742522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4337448-6EF6-64F0-BC1B-FA8BE0DAAEC6}"/>
              </a:ext>
            </a:extLst>
          </p:cNvPr>
          <p:cNvSpPr txBox="1"/>
          <p:nvPr/>
        </p:nvSpPr>
        <p:spPr>
          <a:xfrm>
            <a:off x="9515311" y="457616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62" name="Cloud 61">
            <a:extLst>
              <a:ext uri="{FF2B5EF4-FFF2-40B4-BE49-F238E27FC236}">
                <a16:creationId xmlns:a16="http://schemas.microsoft.com/office/drawing/2014/main" id="{3EC4BE6E-8683-243F-2543-4FC41000707D}"/>
              </a:ext>
            </a:extLst>
          </p:cNvPr>
          <p:cNvSpPr/>
          <p:nvPr/>
        </p:nvSpPr>
        <p:spPr>
          <a:xfrm>
            <a:off x="9794173" y="4652835"/>
            <a:ext cx="252000" cy="216000"/>
          </a:xfrm>
          <a:prstGeom prst="cloud">
            <a:avLst/>
          </a:prstGeom>
          <a:solidFill>
            <a:srgbClr val="FFD966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4C88B12B-1D6F-9058-80B7-45F431E3DCCE}"/>
              </a:ext>
            </a:extLst>
          </p:cNvPr>
          <p:cNvSpPr/>
          <p:nvPr/>
        </p:nvSpPr>
        <p:spPr>
          <a:xfrm>
            <a:off x="10752138" y="4628776"/>
            <a:ext cx="512742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52D528F-23B3-66C5-629A-2211492D1ED9}"/>
              </a:ext>
            </a:extLst>
          </p:cNvPr>
          <p:cNvSpPr txBox="1"/>
          <p:nvPr/>
        </p:nvSpPr>
        <p:spPr>
          <a:xfrm>
            <a:off x="10752138" y="4633877"/>
            <a:ext cx="51274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3.15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50E0666B-C79D-7464-7BC4-D00C42AFE08E}"/>
              </a:ext>
            </a:extLst>
          </p:cNvPr>
          <p:cNvCxnSpPr>
            <a:cxnSpLocks/>
          </p:cNvCxnSpPr>
          <p:nvPr/>
        </p:nvCxnSpPr>
        <p:spPr>
          <a:xfrm>
            <a:off x="10265793" y="4760835"/>
            <a:ext cx="371632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70B007DA-CD9A-251E-5A0E-07F3C21065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5580451"/>
              </p:ext>
            </p:extLst>
          </p:nvPr>
        </p:nvGraphicFramePr>
        <p:xfrm>
          <a:off x="8545028" y="4623675"/>
          <a:ext cx="930776" cy="25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C3B3A438-20F5-9839-6620-DD0FA2195301}"/>
              </a:ext>
            </a:extLst>
          </p:cNvPr>
          <p:cNvCxnSpPr>
            <a:cxnSpLocks/>
            <a:endCxn id="81" idx="2"/>
          </p:cNvCxnSpPr>
          <p:nvPr/>
        </p:nvCxnSpPr>
        <p:spPr>
          <a:xfrm>
            <a:off x="6256021" y="4070103"/>
            <a:ext cx="804863" cy="2554"/>
          </a:xfrm>
          <a:prstGeom prst="bentConnector4">
            <a:avLst>
              <a:gd name="adj1" fmla="val -118"/>
              <a:gd name="adj2" fmla="val 3978622"/>
            </a:avLst>
          </a:prstGeom>
          <a:ln w="15875">
            <a:solidFill>
              <a:srgbClr val="767171"/>
            </a:solidFill>
            <a:prstDash val="sysDash"/>
            <a:headEnd type="none" w="sm" len="sm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 80">
            <a:extLst>
              <a:ext uri="{FF2B5EF4-FFF2-40B4-BE49-F238E27FC236}">
                <a16:creationId xmlns:a16="http://schemas.microsoft.com/office/drawing/2014/main" id="{D80B5B4F-8447-FC6E-236F-051F0844D359}"/>
              </a:ext>
            </a:extLst>
          </p:cNvPr>
          <p:cNvSpPr/>
          <p:nvPr/>
        </p:nvSpPr>
        <p:spPr>
          <a:xfrm>
            <a:off x="7004686" y="3798337"/>
            <a:ext cx="112395" cy="274320"/>
          </a:xfrm>
          <a:prstGeom prst="rect">
            <a:avLst/>
          </a:prstGeom>
          <a:noFill/>
          <a:ln>
            <a:solidFill>
              <a:srgbClr val="000000">
                <a:alpha val="1961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22D4ADBC-0EDF-C33F-C2A8-4DADB94B9AFB}"/>
              </a:ext>
            </a:extLst>
          </p:cNvPr>
          <p:cNvSpPr/>
          <p:nvPr/>
        </p:nvSpPr>
        <p:spPr>
          <a:xfrm>
            <a:off x="6886576" y="4415557"/>
            <a:ext cx="112395" cy="274320"/>
          </a:xfrm>
          <a:prstGeom prst="rect">
            <a:avLst/>
          </a:prstGeom>
          <a:noFill/>
          <a:ln>
            <a:solidFill>
              <a:srgbClr val="000000">
                <a:alpha val="1961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60AC66AB-CF21-48A6-8102-BD572A06FC98}"/>
              </a:ext>
            </a:extLst>
          </p:cNvPr>
          <p:cNvSpPr/>
          <p:nvPr/>
        </p:nvSpPr>
        <p:spPr>
          <a:xfrm>
            <a:off x="7000876" y="4415557"/>
            <a:ext cx="112395" cy="274320"/>
          </a:xfrm>
          <a:prstGeom prst="rect">
            <a:avLst/>
          </a:prstGeom>
          <a:noFill/>
          <a:ln>
            <a:solidFill>
              <a:srgbClr val="000000">
                <a:alpha val="1961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83ECCD41-BDBA-C983-9478-F31BEE8DDAD3}"/>
              </a:ext>
            </a:extLst>
          </p:cNvPr>
          <p:cNvSpPr/>
          <p:nvPr/>
        </p:nvSpPr>
        <p:spPr>
          <a:xfrm>
            <a:off x="7587616" y="4417462"/>
            <a:ext cx="112395" cy="274320"/>
          </a:xfrm>
          <a:prstGeom prst="rect">
            <a:avLst/>
          </a:prstGeom>
          <a:noFill/>
          <a:ln>
            <a:solidFill>
              <a:srgbClr val="000000">
                <a:alpha val="1961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D28B5FC5-20FD-80BA-537F-2A2203EAAE48}"/>
              </a:ext>
            </a:extLst>
          </p:cNvPr>
          <p:cNvCxnSpPr>
            <a:cxnSpLocks/>
          </p:cNvCxnSpPr>
          <p:nvPr/>
        </p:nvCxnSpPr>
        <p:spPr>
          <a:xfrm>
            <a:off x="6196540" y="4630535"/>
            <a:ext cx="0" cy="50349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Straight Connector 299">
            <a:extLst>
              <a:ext uri="{FF2B5EF4-FFF2-40B4-BE49-F238E27FC236}">
                <a16:creationId xmlns:a16="http://schemas.microsoft.com/office/drawing/2014/main" id="{E0B7CF9C-129F-9EEC-9AA0-6BE5D1714360}"/>
              </a:ext>
            </a:extLst>
          </p:cNvPr>
          <p:cNvCxnSpPr>
            <a:cxnSpLocks/>
          </p:cNvCxnSpPr>
          <p:nvPr/>
        </p:nvCxnSpPr>
        <p:spPr>
          <a:xfrm>
            <a:off x="6254340" y="4542337"/>
            <a:ext cx="0" cy="139731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Straight Connector 300">
            <a:extLst>
              <a:ext uri="{FF2B5EF4-FFF2-40B4-BE49-F238E27FC236}">
                <a16:creationId xmlns:a16="http://schemas.microsoft.com/office/drawing/2014/main" id="{DA9BA53A-CEA8-FB4D-532D-017ACCF9F5DB}"/>
              </a:ext>
            </a:extLst>
          </p:cNvPr>
          <p:cNvCxnSpPr>
            <a:cxnSpLocks/>
          </p:cNvCxnSpPr>
          <p:nvPr/>
        </p:nvCxnSpPr>
        <p:spPr>
          <a:xfrm>
            <a:off x="6323555" y="4429849"/>
            <a:ext cx="0" cy="252219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Straight Connector 316">
            <a:extLst>
              <a:ext uri="{FF2B5EF4-FFF2-40B4-BE49-F238E27FC236}">
                <a16:creationId xmlns:a16="http://schemas.microsoft.com/office/drawing/2014/main" id="{374633AB-7E61-8FE1-5849-6486301C6A83}"/>
              </a:ext>
            </a:extLst>
          </p:cNvPr>
          <p:cNvCxnSpPr>
            <a:cxnSpLocks/>
          </p:cNvCxnSpPr>
          <p:nvPr/>
        </p:nvCxnSpPr>
        <p:spPr>
          <a:xfrm>
            <a:off x="6254974" y="3927260"/>
            <a:ext cx="0" cy="139731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Straight Connector 317">
            <a:extLst>
              <a:ext uri="{FF2B5EF4-FFF2-40B4-BE49-F238E27FC236}">
                <a16:creationId xmlns:a16="http://schemas.microsoft.com/office/drawing/2014/main" id="{A3CCC2A7-009E-050C-E1B0-AC77B79A1BBD}"/>
              </a:ext>
            </a:extLst>
          </p:cNvPr>
          <p:cNvCxnSpPr>
            <a:cxnSpLocks/>
          </p:cNvCxnSpPr>
          <p:nvPr/>
        </p:nvCxnSpPr>
        <p:spPr>
          <a:xfrm>
            <a:off x="6323555" y="3814772"/>
            <a:ext cx="0" cy="252219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: Elbow 153">
            <a:extLst>
              <a:ext uri="{FF2B5EF4-FFF2-40B4-BE49-F238E27FC236}">
                <a16:creationId xmlns:a16="http://schemas.microsoft.com/office/drawing/2014/main" id="{894257D5-D5F8-839F-84A3-7B2A764E4AAA}"/>
              </a:ext>
            </a:extLst>
          </p:cNvPr>
          <p:cNvCxnSpPr>
            <a:cxnSpLocks/>
            <a:endCxn id="82" idx="2"/>
          </p:cNvCxnSpPr>
          <p:nvPr/>
        </p:nvCxnSpPr>
        <p:spPr>
          <a:xfrm>
            <a:off x="6322696" y="4072009"/>
            <a:ext cx="1319213" cy="649"/>
          </a:xfrm>
          <a:prstGeom prst="bentConnector4">
            <a:avLst>
              <a:gd name="adj1" fmla="val -72"/>
              <a:gd name="adj2" fmla="val 24756394"/>
            </a:avLst>
          </a:prstGeom>
          <a:ln w="15875">
            <a:solidFill>
              <a:srgbClr val="A6A6A6"/>
            </a:solidFill>
            <a:prstDash val="sysDash"/>
            <a:headEnd type="none" w="sm" len="sm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00D78B22-435D-873B-07A4-6A3F413FFA6F}"/>
              </a:ext>
            </a:extLst>
          </p:cNvPr>
          <p:cNvSpPr/>
          <p:nvPr/>
        </p:nvSpPr>
        <p:spPr>
          <a:xfrm>
            <a:off x="7585711" y="3798337"/>
            <a:ext cx="112395" cy="274320"/>
          </a:xfrm>
          <a:prstGeom prst="rect">
            <a:avLst/>
          </a:prstGeom>
          <a:noFill/>
          <a:ln>
            <a:solidFill>
              <a:srgbClr val="000000">
                <a:alpha val="1961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9" name="Connector: Elbow 178">
            <a:extLst>
              <a:ext uri="{FF2B5EF4-FFF2-40B4-BE49-F238E27FC236}">
                <a16:creationId xmlns:a16="http://schemas.microsoft.com/office/drawing/2014/main" id="{349B53EB-8E73-0DA6-82AD-DCFFD593FFD0}"/>
              </a:ext>
            </a:extLst>
          </p:cNvPr>
          <p:cNvCxnSpPr>
            <a:cxnSpLocks/>
            <a:endCxn id="83" idx="2"/>
          </p:cNvCxnSpPr>
          <p:nvPr/>
        </p:nvCxnSpPr>
        <p:spPr>
          <a:xfrm>
            <a:off x="6198871" y="4687323"/>
            <a:ext cx="743903" cy="2554"/>
          </a:xfrm>
          <a:prstGeom prst="bentConnector4">
            <a:avLst>
              <a:gd name="adj1" fmla="val -384"/>
              <a:gd name="adj2" fmla="val 3531088"/>
            </a:avLst>
          </a:prstGeom>
          <a:ln w="15875">
            <a:solidFill>
              <a:srgbClr val="767171"/>
            </a:solidFill>
            <a:prstDash val="sysDash"/>
            <a:headEnd type="none" w="sm" len="sm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: Elbow 183">
            <a:extLst>
              <a:ext uri="{FF2B5EF4-FFF2-40B4-BE49-F238E27FC236}">
                <a16:creationId xmlns:a16="http://schemas.microsoft.com/office/drawing/2014/main" id="{C2D28F28-C695-9401-ACA2-4708955BC182}"/>
              </a:ext>
            </a:extLst>
          </p:cNvPr>
          <p:cNvCxnSpPr>
            <a:cxnSpLocks/>
            <a:endCxn id="84" idx="2"/>
          </p:cNvCxnSpPr>
          <p:nvPr/>
        </p:nvCxnSpPr>
        <p:spPr>
          <a:xfrm>
            <a:off x="6256021" y="4687323"/>
            <a:ext cx="801053" cy="2554"/>
          </a:xfrm>
          <a:prstGeom prst="bentConnector4">
            <a:avLst>
              <a:gd name="adj1" fmla="val -595"/>
              <a:gd name="adj2" fmla="val 5246633"/>
            </a:avLst>
          </a:prstGeom>
          <a:ln w="15875">
            <a:solidFill>
              <a:srgbClr val="767171"/>
            </a:solidFill>
            <a:prstDash val="sysDash"/>
            <a:headEnd type="none" w="sm" len="sm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: Elbow 221">
            <a:extLst>
              <a:ext uri="{FF2B5EF4-FFF2-40B4-BE49-F238E27FC236}">
                <a16:creationId xmlns:a16="http://schemas.microsoft.com/office/drawing/2014/main" id="{8F7046FB-5A72-D2EF-DB70-A81DCD6F6C9F}"/>
              </a:ext>
            </a:extLst>
          </p:cNvPr>
          <p:cNvCxnSpPr>
            <a:cxnSpLocks/>
            <a:endCxn id="85" idx="2"/>
          </p:cNvCxnSpPr>
          <p:nvPr/>
        </p:nvCxnSpPr>
        <p:spPr>
          <a:xfrm>
            <a:off x="6324601" y="4688864"/>
            <a:ext cx="1319213" cy="2919"/>
          </a:xfrm>
          <a:prstGeom prst="bentConnector4">
            <a:avLst>
              <a:gd name="adj1" fmla="val 217"/>
              <a:gd name="adj2" fmla="val 6169373"/>
            </a:avLst>
          </a:prstGeom>
          <a:ln w="15875">
            <a:solidFill>
              <a:srgbClr val="A6A6A6"/>
            </a:solidFill>
            <a:prstDash val="sysDash"/>
            <a:headEnd type="none" w="sm" len="sm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Straight Connector 318">
            <a:extLst>
              <a:ext uri="{FF2B5EF4-FFF2-40B4-BE49-F238E27FC236}">
                <a16:creationId xmlns:a16="http://schemas.microsoft.com/office/drawing/2014/main" id="{48908E5A-63D0-CCD6-EF5C-96F048BB832A}"/>
              </a:ext>
            </a:extLst>
          </p:cNvPr>
          <p:cNvCxnSpPr>
            <a:cxnSpLocks/>
          </p:cNvCxnSpPr>
          <p:nvPr/>
        </p:nvCxnSpPr>
        <p:spPr>
          <a:xfrm>
            <a:off x="6047332" y="4076679"/>
            <a:ext cx="515427" cy="0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Straight Connector 301">
            <a:extLst>
              <a:ext uri="{FF2B5EF4-FFF2-40B4-BE49-F238E27FC236}">
                <a16:creationId xmlns:a16="http://schemas.microsoft.com/office/drawing/2014/main" id="{18E3AA18-C55E-D448-BCBA-6450E25D1BFC}"/>
              </a:ext>
            </a:extLst>
          </p:cNvPr>
          <p:cNvCxnSpPr>
            <a:cxnSpLocks/>
          </p:cNvCxnSpPr>
          <p:nvPr/>
        </p:nvCxnSpPr>
        <p:spPr>
          <a:xfrm>
            <a:off x="6047332" y="4691756"/>
            <a:ext cx="515427" cy="0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Group 47">
            <a:extLst>
              <a:ext uri="{FF2B5EF4-FFF2-40B4-BE49-F238E27FC236}">
                <a16:creationId xmlns:a16="http://schemas.microsoft.com/office/drawing/2014/main" id="{3A771519-8415-35BB-94E6-9D909B255B5E}"/>
              </a:ext>
            </a:extLst>
          </p:cNvPr>
          <p:cNvGrpSpPr/>
          <p:nvPr/>
        </p:nvGrpSpPr>
        <p:grpSpPr>
          <a:xfrm>
            <a:off x="7032504" y="2078683"/>
            <a:ext cx="515427" cy="292388"/>
            <a:chOff x="7011436" y="2473900"/>
            <a:chExt cx="515427" cy="292388"/>
          </a:xfrm>
        </p:grpSpPr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D4EAFBB6-97EC-F07A-8E51-778AA0740976}"/>
                </a:ext>
              </a:extLst>
            </p:cNvPr>
            <p:cNvCxnSpPr>
              <a:cxnSpLocks/>
            </p:cNvCxnSpPr>
            <p:nvPr/>
          </p:nvCxnSpPr>
          <p:spPr>
            <a:xfrm>
              <a:off x="7022231" y="2473900"/>
              <a:ext cx="0" cy="292388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645613E9-0642-0D1B-15F8-61A21878411D}"/>
                </a:ext>
              </a:extLst>
            </p:cNvPr>
            <p:cNvCxnSpPr>
              <a:cxnSpLocks/>
            </p:cNvCxnSpPr>
            <p:nvPr/>
          </p:nvCxnSpPr>
          <p:spPr>
            <a:xfrm>
              <a:off x="7090810" y="2679113"/>
              <a:ext cx="0" cy="69866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ED5DBC79-27F1-E16C-0887-3A8E83BFA96B}"/>
                </a:ext>
              </a:extLst>
            </p:cNvPr>
            <p:cNvCxnSpPr>
              <a:cxnSpLocks/>
            </p:cNvCxnSpPr>
            <p:nvPr/>
          </p:nvCxnSpPr>
          <p:spPr>
            <a:xfrm>
              <a:off x="7157485" y="2609248"/>
              <a:ext cx="0" cy="139731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8B93022A-124B-ACF4-925A-FB35553BEA34}"/>
                </a:ext>
              </a:extLst>
            </p:cNvPr>
            <p:cNvCxnSpPr>
              <a:cxnSpLocks/>
            </p:cNvCxnSpPr>
            <p:nvPr/>
          </p:nvCxnSpPr>
          <p:spPr>
            <a:xfrm>
              <a:off x="7391800" y="2496760"/>
              <a:ext cx="0" cy="252219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E8085482-E23F-4E9F-C806-DC0245D0B5DA}"/>
                </a:ext>
              </a:extLst>
            </p:cNvPr>
            <p:cNvCxnSpPr>
              <a:cxnSpLocks/>
            </p:cNvCxnSpPr>
            <p:nvPr/>
          </p:nvCxnSpPr>
          <p:spPr>
            <a:xfrm>
              <a:off x="7011436" y="2758668"/>
              <a:ext cx="515427" cy="0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Rectangle 40">
            <a:extLst>
              <a:ext uri="{FF2B5EF4-FFF2-40B4-BE49-F238E27FC236}">
                <a16:creationId xmlns:a16="http://schemas.microsoft.com/office/drawing/2014/main" id="{06F8917D-D5AA-C90A-E4F4-C3F3C878DE85}"/>
              </a:ext>
            </a:extLst>
          </p:cNvPr>
          <p:cNvSpPr/>
          <p:nvPr/>
        </p:nvSpPr>
        <p:spPr>
          <a:xfrm>
            <a:off x="4981065" y="2884340"/>
            <a:ext cx="950766" cy="2746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Mass spectra Database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6F2E522-B1B0-1591-7A63-B4BBF8883289}"/>
              </a:ext>
            </a:extLst>
          </p:cNvPr>
          <p:cNvSpPr/>
          <p:nvPr/>
        </p:nvSpPr>
        <p:spPr>
          <a:xfrm>
            <a:off x="4981065" y="4624748"/>
            <a:ext cx="950766" cy="2746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Mass spectra Database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8D0311C9-FCBD-3929-B6E2-69BDF73F3193}"/>
              </a:ext>
            </a:extLst>
          </p:cNvPr>
          <p:cNvSpPr/>
          <p:nvPr/>
        </p:nvSpPr>
        <p:spPr>
          <a:xfrm>
            <a:off x="6824829" y="1753574"/>
            <a:ext cx="930776" cy="2746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Consensus spectra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8A54FD15-26A1-73A8-DEF5-736608059F9A}"/>
              </a:ext>
            </a:extLst>
          </p:cNvPr>
          <p:cNvSpPr/>
          <p:nvPr/>
        </p:nvSpPr>
        <p:spPr>
          <a:xfrm>
            <a:off x="10451107" y="1755938"/>
            <a:ext cx="1114804" cy="30447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logIE value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19124E08-8A09-F2B3-4469-72CB9B55809C}"/>
              </a:ext>
            </a:extLst>
          </p:cNvPr>
          <p:cNvSpPr/>
          <p:nvPr/>
        </p:nvSpPr>
        <p:spPr>
          <a:xfrm>
            <a:off x="6758941" y="4921754"/>
            <a:ext cx="940726" cy="1687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CNL Vector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36EDFCB6-DAEC-39AE-8479-A20F60067D16}"/>
              </a:ext>
            </a:extLst>
          </p:cNvPr>
          <p:cNvSpPr/>
          <p:nvPr/>
        </p:nvSpPr>
        <p:spPr>
          <a:xfrm>
            <a:off x="6824829" y="3039014"/>
            <a:ext cx="930776" cy="1909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CNL Vector</a:t>
            </a:r>
          </a:p>
        </p:txBody>
      </p:sp>
      <p:sp>
        <p:nvSpPr>
          <p:cNvPr id="44" name="Right Brace 43">
            <a:extLst>
              <a:ext uri="{FF2B5EF4-FFF2-40B4-BE49-F238E27FC236}">
                <a16:creationId xmlns:a16="http://schemas.microsoft.com/office/drawing/2014/main" id="{E81455BF-AC43-E016-CD37-4C6548B3507E}"/>
              </a:ext>
            </a:extLst>
          </p:cNvPr>
          <p:cNvSpPr/>
          <p:nvPr/>
        </p:nvSpPr>
        <p:spPr>
          <a:xfrm rot="16200000">
            <a:off x="8885062" y="1669663"/>
            <a:ext cx="131166" cy="813437"/>
          </a:xfrm>
          <a:prstGeom prst="rightBrace">
            <a:avLst>
              <a:gd name="adj1" fmla="val 56351"/>
              <a:gd name="adj2" fmla="val 50576"/>
            </a:avLst>
          </a:prstGeom>
          <a:noFill/>
          <a:ln w="12700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4CF954D-3062-FD7A-2DA9-A6B48F3AFBAD}"/>
              </a:ext>
            </a:extLst>
          </p:cNvPr>
          <p:cNvSpPr/>
          <p:nvPr/>
        </p:nvSpPr>
        <p:spPr>
          <a:xfrm>
            <a:off x="8569326" y="1785268"/>
            <a:ext cx="762638" cy="2458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CNLs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A7A01696-E675-504D-3EEC-9556B46E180B}"/>
              </a:ext>
            </a:extLst>
          </p:cNvPr>
          <p:cNvSpPr/>
          <p:nvPr/>
        </p:nvSpPr>
        <p:spPr>
          <a:xfrm>
            <a:off x="9305731" y="1785067"/>
            <a:ext cx="224066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MW</a:t>
            </a:r>
          </a:p>
        </p:txBody>
      </p:sp>
      <p:sp>
        <p:nvSpPr>
          <p:cNvPr id="78" name="Rectangle 77">
            <a:extLst>
              <a:ext uri="{FF2B5EF4-FFF2-40B4-BE49-F238E27FC236}">
                <a16:creationId xmlns:a16="http://schemas.microsoft.com/office/drawing/2014/main" id="{A2D05447-FBA1-B240-2050-44A354B8857D}"/>
              </a:ext>
            </a:extLst>
          </p:cNvPr>
          <p:cNvSpPr/>
          <p:nvPr/>
        </p:nvSpPr>
        <p:spPr>
          <a:xfrm>
            <a:off x="9810781" y="1785067"/>
            <a:ext cx="224066" cy="24622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rIns="0" rtlCol="0" anchor="ctr">
            <a:spAutoFit/>
          </a:bodyPr>
          <a:lstStyle/>
          <a:p>
            <a:pPr algn="ctr"/>
            <a:r>
              <a:rPr lang="en-US" sz="10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pH</a:t>
            </a:r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B1AD1867-A702-2ABC-545E-5C59F3804391}"/>
              </a:ext>
            </a:extLst>
          </p:cNvPr>
          <p:cNvCxnSpPr>
            <a:cxnSpLocks/>
          </p:cNvCxnSpPr>
          <p:nvPr/>
        </p:nvCxnSpPr>
        <p:spPr>
          <a:xfrm flipH="1" flipV="1">
            <a:off x="9417764" y="1998176"/>
            <a:ext cx="0" cy="164426"/>
          </a:xfrm>
          <a:prstGeom prst="straightConnector1">
            <a:avLst/>
          </a:prstGeom>
          <a:ln w="12700">
            <a:solidFill>
              <a:srgbClr val="3B3838"/>
            </a:solidFill>
            <a:prstDash val="sysDash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C25841F3-D6D3-2AC7-09B5-2EC90B381809}"/>
              </a:ext>
            </a:extLst>
          </p:cNvPr>
          <p:cNvCxnSpPr>
            <a:cxnSpLocks/>
          </p:cNvCxnSpPr>
          <p:nvPr/>
        </p:nvCxnSpPr>
        <p:spPr>
          <a:xfrm flipH="1" flipV="1">
            <a:off x="9920173" y="1998177"/>
            <a:ext cx="0" cy="200835"/>
          </a:xfrm>
          <a:prstGeom prst="straightConnector1">
            <a:avLst/>
          </a:prstGeom>
          <a:ln w="12700">
            <a:solidFill>
              <a:srgbClr val="3B3838"/>
            </a:solidFill>
            <a:prstDash val="sysDash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2" name="Table 331">
            <a:extLst>
              <a:ext uri="{FF2B5EF4-FFF2-40B4-BE49-F238E27FC236}">
                <a16:creationId xmlns:a16="http://schemas.microsoft.com/office/drawing/2014/main" id="{0CC4DA50-4806-0489-9B48-DAD50B6D92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8307771"/>
              </p:ext>
            </p:extLst>
          </p:nvPr>
        </p:nvGraphicFramePr>
        <p:xfrm>
          <a:off x="8545028" y="2157501"/>
          <a:ext cx="930776" cy="25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71" name="Rectangle: Rounded Corners 70">
            <a:extLst>
              <a:ext uri="{FF2B5EF4-FFF2-40B4-BE49-F238E27FC236}">
                <a16:creationId xmlns:a16="http://schemas.microsoft.com/office/drawing/2014/main" id="{6AD4089A-0E61-8251-7FA2-E2E164D99FC9}"/>
              </a:ext>
            </a:extLst>
          </p:cNvPr>
          <p:cNvSpPr/>
          <p:nvPr/>
        </p:nvSpPr>
        <p:spPr>
          <a:xfrm>
            <a:off x="446536" y="1223341"/>
            <a:ext cx="3714725" cy="3886016"/>
          </a:xfrm>
          <a:prstGeom prst="roundRect">
            <a:avLst>
              <a:gd name="adj" fmla="val 4189"/>
            </a:avLst>
          </a:prstGeom>
          <a:solidFill>
            <a:srgbClr val="BAFDB1"/>
          </a:solidFill>
          <a:ln w="38100">
            <a:solidFill>
              <a:srgbClr val="00B050">
                <a:alpha val="69804"/>
              </a:srgb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4532EF86-6BB1-9540-8688-76D1F3953E2F}"/>
              </a:ext>
            </a:extLst>
          </p:cNvPr>
          <p:cNvCxnSpPr>
            <a:cxnSpLocks/>
          </p:cNvCxnSpPr>
          <p:nvPr/>
        </p:nvCxnSpPr>
        <p:spPr>
          <a:xfrm>
            <a:off x="2262109" y="2756860"/>
            <a:ext cx="492131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Oval 85">
            <a:extLst>
              <a:ext uri="{FF2B5EF4-FFF2-40B4-BE49-F238E27FC236}">
                <a16:creationId xmlns:a16="http://schemas.microsoft.com/office/drawing/2014/main" id="{7E5E7B21-0E07-5F75-9083-641444C07381}"/>
              </a:ext>
            </a:extLst>
          </p:cNvPr>
          <p:cNvSpPr/>
          <p:nvPr/>
        </p:nvSpPr>
        <p:spPr>
          <a:xfrm>
            <a:off x="626066" y="1865372"/>
            <a:ext cx="1512000" cy="151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4D834FF0-6642-2521-515D-860A69D9F914}"/>
              </a:ext>
            </a:extLst>
          </p:cNvPr>
          <p:cNvSpPr txBox="1"/>
          <p:nvPr/>
        </p:nvSpPr>
        <p:spPr>
          <a:xfrm>
            <a:off x="1304153" y="1323550"/>
            <a:ext cx="1999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Dataset summary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C0585097-CBB5-3C98-B52F-A111B90822EE}"/>
              </a:ext>
            </a:extLst>
          </p:cNvPr>
          <p:cNvSpPr txBox="1"/>
          <p:nvPr/>
        </p:nvSpPr>
        <p:spPr>
          <a:xfrm>
            <a:off x="2163389" y="2461274"/>
            <a:ext cx="63578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Mean</a:t>
            </a:r>
          </a:p>
        </p:txBody>
      </p:sp>
      <p:sp>
        <p:nvSpPr>
          <p:cNvPr id="110" name="Pentagon 109">
            <a:extLst>
              <a:ext uri="{FF2B5EF4-FFF2-40B4-BE49-F238E27FC236}">
                <a16:creationId xmlns:a16="http://schemas.microsoft.com/office/drawing/2014/main" id="{86DC2D32-228D-07C9-671A-EA9FB0217E63}"/>
              </a:ext>
            </a:extLst>
          </p:cNvPr>
          <p:cNvSpPr/>
          <p:nvPr/>
        </p:nvSpPr>
        <p:spPr>
          <a:xfrm>
            <a:off x="832339" y="2761920"/>
            <a:ext cx="350520" cy="307777"/>
          </a:xfrm>
          <a:prstGeom prst="pentagon">
            <a:avLst/>
          </a:prstGeom>
          <a:solidFill>
            <a:srgbClr val="DE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1" name="Pentagon 110">
            <a:extLst>
              <a:ext uri="{FF2B5EF4-FFF2-40B4-BE49-F238E27FC236}">
                <a16:creationId xmlns:a16="http://schemas.microsoft.com/office/drawing/2014/main" id="{A441A2BB-0FF4-217B-9E85-EC2C483CBBCE}"/>
              </a:ext>
            </a:extLst>
          </p:cNvPr>
          <p:cNvSpPr/>
          <p:nvPr/>
        </p:nvSpPr>
        <p:spPr>
          <a:xfrm>
            <a:off x="1634710" y="2673424"/>
            <a:ext cx="350520" cy="307777"/>
          </a:xfrm>
          <a:prstGeom prst="pentagon">
            <a:avLst/>
          </a:prstGeom>
          <a:solidFill>
            <a:srgbClr val="DE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2" name="Pentagon 111">
            <a:extLst>
              <a:ext uri="{FF2B5EF4-FFF2-40B4-BE49-F238E27FC236}">
                <a16:creationId xmlns:a16="http://schemas.microsoft.com/office/drawing/2014/main" id="{2EFA6BCD-AE4D-40EF-FD13-BB1A7D89E2FA}"/>
              </a:ext>
            </a:extLst>
          </p:cNvPr>
          <p:cNvSpPr/>
          <p:nvPr/>
        </p:nvSpPr>
        <p:spPr>
          <a:xfrm>
            <a:off x="1257617" y="2925344"/>
            <a:ext cx="350520" cy="307777"/>
          </a:xfrm>
          <a:prstGeom prst="pentagon">
            <a:avLst/>
          </a:prstGeom>
          <a:solidFill>
            <a:srgbClr val="DE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3" name="Pentagon 112">
            <a:extLst>
              <a:ext uri="{FF2B5EF4-FFF2-40B4-BE49-F238E27FC236}">
                <a16:creationId xmlns:a16="http://schemas.microsoft.com/office/drawing/2014/main" id="{DD21648E-FA21-167B-0669-4EA8A309A3AF}"/>
              </a:ext>
            </a:extLst>
          </p:cNvPr>
          <p:cNvSpPr/>
          <p:nvPr/>
        </p:nvSpPr>
        <p:spPr>
          <a:xfrm>
            <a:off x="1653795" y="2234444"/>
            <a:ext cx="350520" cy="307777"/>
          </a:xfrm>
          <a:prstGeom prst="pentagon">
            <a:avLst/>
          </a:prstGeom>
          <a:solidFill>
            <a:srgbClr val="FFD9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7" name="Plaque 116">
            <a:extLst>
              <a:ext uri="{FF2B5EF4-FFF2-40B4-BE49-F238E27FC236}">
                <a16:creationId xmlns:a16="http://schemas.microsoft.com/office/drawing/2014/main" id="{6926A796-5FFF-DD10-2459-DDA2736869D3}"/>
              </a:ext>
            </a:extLst>
          </p:cNvPr>
          <p:cNvSpPr/>
          <p:nvPr/>
        </p:nvSpPr>
        <p:spPr>
          <a:xfrm>
            <a:off x="750104" y="2240834"/>
            <a:ext cx="394642" cy="394642"/>
          </a:xfrm>
          <a:prstGeom prst="plaque">
            <a:avLst>
              <a:gd name="adj" fmla="val 40364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A8295F5C-F8F2-2070-3EE0-454EA797D547}"/>
              </a:ext>
            </a:extLst>
          </p:cNvPr>
          <p:cNvSpPr txBox="1"/>
          <p:nvPr/>
        </p:nvSpPr>
        <p:spPr>
          <a:xfrm>
            <a:off x="1586308" y="2287400"/>
            <a:ext cx="50506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0.55</a:t>
            </a:r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FF9E3666-2198-0F43-6D76-6BAACD070611}"/>
              </a:ext>
            </a:extLst>
          </p:cNvPr>
          <p:cNvSpPr txBox="1"/>
          <p:nvPr/>
        </p:nvSpPr>
        <p:spPr>
          <a:xfrm>
            <a:off x="1559137" y="2721294"/>
            <a:ext cx="50506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1.55</a:t>
            </a: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5FF36654-0CE2-BC8D-A790-0BB4135AC8CA}"/>
              </a:ext>
            </a:extLst>
          </p:cNvPr>
          <p:cNvSpPr txBox="1"/>
          <p:nvPr/>
        </p:nvSpPr>
        <p:spPr>
          <a:xfrm>
            <a:off x="1184031" y="2960422"/>
            <a:ext cx="50506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1.05</a:t>
            </a: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C8E06463-7100-09B1-73BD-65CD6D4C35F6}"/>
              </a:ext>
            </a:extLst>
          </p:cNvPr>
          <p:cNvSpPr txBox="1"/>
          <p:nvPr/>
        </p:nvSpPr>
        <p:spPr>
          <a:xfrm>
            <a:off x="752737" y="2801357"/>
            <a:ext cx="50506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1.75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1EA95361-6C23-087C-6CD4-0D9A218E3932}"/>
              </a:ext>
            </a:extLst>
          </p:cNvPr>
          <p:cNvSpPr txBox="1"/>
          <p:nvPr/>
        </p:nvSpPr>
        <p:spPr>
          <a:xfrm>
            <a:off x="703320" y="2307664"/>
            <a:ext cx="50506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2.90</a:t>
            </a:r>
          </a:p>
        </p:txBody>
      </p:sp>
      <p:sp>
        <p:nvSpPr>
          <p:cNvPr id="123" name="Plaque 122">
            <a:extLst>
              <a:ext uri="{FF2B5EF4-FFF2-40B4-BE49-F238E27FC236}">
                <a16:creationId xmlns:a16="http://schemas.microsoft.com/office/drawing/2014/main" id="{65664547-4250-5130-1AFE-0FC60F5CAA7D}"/>
              </a:ext>
            </a:extLst>
          </p:cNvPr>
          <p:cNvSpPr/>
          <p:nvPr/>
        </p:nvSpPr>
        <p:spPr>
          <a:xfrm>
            <a:off x="1193886" y="2027019"/>
            <a:ext cx="394642" cy="394642"/>
          </a:xfrm>
          <a:prstGeom prst="plaque">
            <a:avLst>
              <a:gd name="adj" fmla="val 40364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829F3388-A3F4-96E2-5450-B4DFC00F24A2}"/>
              </a:ext>
            </a:extLst>
          </p:cNvPr>
          <p:cNvSpPr txBox="1"/>
          <p:nvPr/>
        </p:nvSpPr>
        <p:spPr>
          <a:xfrm>
            <a:off x="1147102" y="2093850"/>
            <a:ext cx="50506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3.40</a:t>
            </a:r>
          </a:p>
        </p:txBody>
      </p: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387F2985-6BA5-5F06-CEF4-69449F20D6E6}"/>
              </a:ext>
            </a:extLst>
          </p:cNvPr>
          <p:cNvGrpSpPr/>
          <p:nvPr/>
        </p:nvGrpSpPr>
        <p:grpSpPr>
          <a:xfrm>
            <a:off x="2917845" y="2257391"/>
            <a:ext cx="1080000" cy="924774"/>
            <a:chOff x="3205679" y="1361465"/>
            <a:chExt cx="1080000" cy="924774"/>
          </a:xfrm>
        </p:grpSpPr>
        <p:sp>
          <p:nvSpPr>
            <p:cNvPr id="161" name="Oval 160">
              <a:extLst>
                <a:ext uri="{FF2B5EF4-FFF2-40B4-BE49-F238E27FC236}">
                  <a16:creationId xmlns:a16="http://schemas.microsoft.com/office/drawing/2014/main" id="{1A536F32-8919-CFC6-D9EF-18A41C08B9EF}"/>
                </a:ext>
              </a:extLst>
            </p:cNvPr>
            <p:cNvSpPr/>
            <p:nvPr/>
          </p:nvSpPr>
          <p:spPr>
            <a:xfrm>
              <a:off x="3205679" y="1361465"/>
              <a:ext cx="1080000" cy="92477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2">
                  <a:lumMod val="75000"/>
                  <a:alpha val="69804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2" name="Pentagon 161">
              <a:extLst>
                <a:ext uri="{FF2B5EF4-FFF2-40B4-BE49-F238E27FC236}">
                  <a16:creationId xmlns:a16="http://schemas.microsoft.com/office/drawing/2014/main" id="{221B8FC3-08C1-11D4-9D9D-CB8399073DA9}"/>
                </a:ext>
              </a:extLst>
            </p:cNvPr>
            <p:cNvSpPr/>
            <p:nvPr/>
          </p:nvSpPr>
          <p:spPr>
            <a:xfrm>
              <a:off x="3743377" y="1870250"/>
              <a:ext cx="350520" cy="307777"/>
            </a:xfrm>
            <a:prstGeom prst="pentagon">
              <a:avLst/>
            </a:prstGeom>
            <a:solidFill>
              <a:srgbClr val="DE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3" name="Pentagon 162">
              <a:extLst>
                <a:ext uri="{FF2B5EF4-FFF2-40B4-BE49-F238E27FC236}">
                  <a16:creationId xmlns:a16="http://schemas.microsoft.com/office/drawing/2014/main" id="{C2BEB88C-D660-F23E-8056-DAFC226F07C1}"/>
                </a:ext>
              </a:extLst>
            </p:cNvPr>
            <p:cNvSpPr/>
            <p:nvPr/>
          </p:nvSpPr>
          <p:spPr>
            <a:xfrm>
              <a:off x="3719398" y="1422985"/>
              <a:ext cx="350520" cy="307777"/>
            </a:xfrm>
            <a:prstGeom prst="pentagon">
              <a:avLst/>
            </a:prstGeom>
            <a:solidFill>
              <a:srgbClr val="FFD96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4" name="Plaque 163">
              <a:extLst>
                <a:ext uri="{FF2B5EF4-FFF2-40B4-BE49-F238E27FC236}">
                  <a16:creationId xmlns:a16="http://schemas.microsoft.com/office/drawing/2014/main" id="{170E4B33-906D-520D-2065-752ABDD2BEB7}"/>
                </a:ext>
              </a:extLst>
            </p:cNvPr>
            <p:cNvSpPr/>
            <p:nvPr/>
          </p:nvSpPr>
          <p:spPr>
            <a:xfrm>
              <a:off x="3316430" y="1633184"/>
              <a:ext cx="394642" cy="394642"/>
            </a:xfrm>
            <a:prstGeom prst="plaque">
              <a:avLst>
                <a:gd name="adj" fmla="val 40364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dirty="0"/>
            </a:p>
          </p:txBody>
        </p:sp>
        <p:sp>
          <p:nvSpPr>
            <p:cNvPr id="165" name="TextBox 164">
              <a:extLst>
                <a:ext uri="{FF2B5EF4-FFF2-40B4-BE49-F238E27FC236}">
                  <a16:creationId xmlns:a16="http://schemas.microsoft.com/office/drawing/2014/main" id="{5D2BAD81-B01F-E416-2FE3-BAE426203555}"/>
                </a:ext>
              </a:extLst>
            </p:cNvPr>
            <p:cNvSpPr txBox="1"/>
            <p:nvPr/>
          </p:nvSpPr>
          <p:spPr>
            <a:xfrm>
              <a:off x="3651911" y="1475946"/>
              <a:ext cx="50506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0.55</a:t>
              </a:r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AABF9E53-8D1C-3DC0-F6FE-D1F356120A9F}"/>
                </a:ext>
              </a:extLst>
            </p:cNvPr>
            <p:cNvSpPr txBox="1"/>
            <p:nvPr/>
          </p:nvSpPr>
          <p:spPr>
            <a:xfrm>
              <a:off x="3669792" y="1905333"/>
              <a:ext cx="50506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1.45</a:t>
              </a:r>
            </a:p>
          </p:txBody>
        </p: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193A0823-700D-1B08-400F-810D58255E1E}"/>
                </a:ext>
              </a:extLst>
            </p:cNvPr>
            <p:cNvSpPr txBox="1"/>
            <p:nvPr/>
          </p:nvSpPr>
          <p:spPr>
            <a:xfrm>
              <a:off x="3269646" y="1700015"/>
              <a:ext cx="50506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3.15</a:t>
              </a:r>
            </a:p>
          </p:txBody>
        </p:sp>
      </p:grpSp>
      <p:sp>
        <p:nvSpPr>
          <p:cNvPr id="140" name="TextBox 139">
            <a:extLst>
              <a:ext uri="{FF2B5EF4-FFF2-40B4-BE49-F238E27FC236}">
                <a16:creationId xmlns:a16="http://schemas.microsoft.com/office/drawing/2014/main" id="{E8962CB8-1283-5F3B-6268-46A296854C93}"/>
              </a:ext>
            </a:extLst>
          </p:cNvPr>
          <p:cNvSpPr txBox="1"/>
          <p:nvPr/>
        </p:nvSpPr>
        <p:spPr>
          <a:xfrm>
            <a:off x="1667496" y="3992093"/>
            <a:ext cx="1819703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Aptos" panose="020B0004020202020204" pitchFamily="34" charset="0"/>
                <a:ea typeface="Cambria" panose="02040503050406030204" pitchFamily="18" charset="0"/>
              </a:rPr>
              <a:t>Type of compound (shape)</a:t>
            </a:r>
          </a:p>
        </p:txBody>
      </p:sp>
      <p:sp>
        <p:nvSpPr>
          <p:cNvPr id="143" name="Rectangle: Rounded Corners 142">
            <a:extLst>
              <a:ext uri="{FF2B5EF4-FFF2-40B4-BE49-F238E27FC236}">
                <a16:creationId xmlns:a16="http://schemas.microsoft.com/office/drawing/2014/main" id="{FDA9122E-5698-C85E-91E4-B36EFEB01E8C}"/>
              </a:ext>
            </a:extLst>
          </p:cNvPr>
          <p:cNvSpPr/>
          <p:nvPr/>
        </p:nvSpPr>
        <p:spPr>
          <a:xfrm>
            <a:off x="1120597" y="3944668"/>
            <a:ext cx="2305469" cy="922000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8" name="Gelijkbenige driehoek 51">
            <a:extLst>
              <a:ext uri="{FF2B5EF4-FFF2-40B4-BE49-F238E27FC236}">
                <a16:creationId xmlns:a16="http://schemas.microsoft.com/office/drawing/2014/main" id="{169B66D9-3088-F5EA-D5B5-028C16CADF32}"/>
              </a:ext>
            </a:extLst>
          </p:cNvPr>
          <p:cNvSpPr/>
          <p:nvPr/>
        </p:nvSpPr>
        <p:spPr>
          <a:xfrm rot="7639531">
            <a:off x="2178758" y="3730934"/>
            <a:ext cx="0" cy="0"/>
          </a:xfrm>
          <a:prstGeom prst="triangle">
            <a:avLst/>
          </a:prstGeom>
          <a:solidFill>
            <a:srgbClr val="849398">
              <a:alpha val="5000"/>
            </a:srgbClr>
          </a:solidFill>
          <a:ln w="36000">
            <a:solidFill>
              <a:srgbClr val="8493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endParaRPr lang="es-ES" dirty="0">
              <a:solidFill>
                <a:srgbClr val="849398"/>
              </a:solidFill>
            </a:endParaRPr>
          </a:p>
        </p:txBody>
      </p:sp>
      <p:sp>
        <p:nvSpPr>
          <p:cNvPr id="151" name="Arc 150">
            <a:extLst>
              <a:ext uri="{FF2B5EF4-FFF2-40B4-BE49-F238E27FC236}">
                <a16:creationId xmlns:a16="http://schemas.microsoft.com/office/drawing/2014/main" id="{10AE032F-D9BE-80B2-4F52-745AA8324E29}"/>
              </a:ext>
            </a:extLst>
          </p:cNvPr>
          <p:cNvSpPr/>
          <p:nvPr/>
        </p:nvSpPr>
        <p:spPr>
          <a:xfrm rot="18323492">
            <a:off x="1537040" y="4082509"/>
            <a:ext cx="485073" cy="601321"/>
          </a:xfrm>
          <a:prstGeom prst="arc">
            <a:avLst>
              <a:gd name="adj1" fmla="val 16200000"/>
              <a:gd name="adj2" fmla="val 19365484"/>
            </a:avLst>
          </a:prstGeom>
          <a:ln w="19050" cap="rnd">
            <a:solidFill>
              <a:schemeClr val="accent1"/>
            </a:solidFill>
            <a:round/>
            <a:headEnd type="none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A89F5878-3845-A155-7006-8451675B2DE8}"/>
              </a:ext>
            </a:extLst>
          </p:cNvPr>
          <p:cNvGrpSpPr/>
          <p:nvPr/>
        </p:nvGrpSpPr>
        <p:grpSpPr>
          <a:xfrm>
            <a:off x="1188827" y="4170729"/>
            <a:ext cx="505060" cy="469877"/>
            <a:chOff x="899661" y="4385584"/>
            <a:chExt cx="505060" cy="469877"/>
          </a:xfrm>
        </p:grpSpPr>
        <p:sp>
          <p:nvSpPr>
            <p:cNvPr id="159" name="Plaque 158">
              <a:extLst>
                <a:ext uri="{FF2B5EF4-FFF2-40B4-BE49-F238E27FC236}">
                  <a16:creationId xmlns:a16="http://schemas.microsoft.com/office/drawing/2014/main" id="{AAB04E35-4A41-D6BD-C3A6-D0317F6E470D}"/>
                </a:ext>
              </a:extLst>
            </p:cNvPr>
            <p:cNvSpPr/>
            <p:nvPr/>
          </p:nvSpPr>
          <p:spPr>
            <a:xfrm>
              <a:off x="917255" y="4385584"/>
              <a:ext cx="469877" cy="469877"/>
            </a:xfrm>
            <a:prstGeom prst="plaque">
              <a:avLst>
                <a:gd name="adj" fmla="val 40364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dirty="0"/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74D10640-CBB5-90C3-A1F6-D125D4532E47}"/>
                </a:ext>
              </a:extLst>
            </p:cNvPr>
            <p:cNvSpPr txBox="1"/>
            <p:nvPr/>
          </p:nvSpPr>
          <p:spPr>
            <a:xfrm>
              <a:off x="899661" y="4489714"/>
              <a:ext cx="505060" cy="2539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3.40</a:t>
              </a:r>
            </a:p>
          </p:txBody>
        </p:sp>
      </p:grpSp>
      <p:sp>
        <p:nvSpPr>
          <p:cNvPr id="153" name="Arc 152">
            <a:extLst>
              <a:ext uri="{FF2B5EF4-FFF2-40B4-BE49-F238E27FC236}">
                <a16:creationId xmlns:a16="http://schemas.microsoft.com/office/drawing/2014/main" id="{59D7E598-4E2F-0852-9A83-3450724C0A58}"/>
              </a:ext>
            </a:extLst>
          </p:cNvPr>
          <p:cNvSpPr/>
          <p:nvPr/>
        </p:nvSpPr>
        <p:spPr>
          <a:xfrm rot="3190960" flipV="1">
            <a:off x="1430224" y="3981481"/>
            <a:ext cx="673127" cy="739758"/>
          </a:xfrm>
          <a:prstGeom prst="arc">
            <a:avLst>
              <a:gd name="adj1" fmla="val 16200000"/>
              <a:gd name="adj2" fmla="val 19162302"/>
            </a:avLst>
          </a:prstGeom>
          <a:ln w="19050" cap="rnd">
            <a:solidFill>
              <a:schemeClr val="accent1"/>
            </a:solidFill>
            <a:round/>
            <a:headEnd type="none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4D76B8A7-E21E-BDFF-1E37-9BEC70458A14}"/>
              </a:ext>
            </a:extLst>
          </p:cNvPr>
          <p:cNvCxnSpPr>
            <a:cxnSpLocks/>
          </p:cNvCxnSpPr>
          <p:nvPr/>
        </p:nvCxnSpPr>
        <p:spPr>
          <a:xfrm flipV="1">
            <a:off x="1601778" y="4405510"/>
            <a:ext cx="279554" cy="315"/>
          </a:xfrm>
          <a:prstGeom prst="straightConnector1">
            <a:avLst/>
          </a:prstGeom>
          <a:ln w="19050" cap="rnd">
            <a:solidFill>
              <a:schemeClr val="accent1"/>
            </a:solidFill>
            <a:round/>
            <a:headEnd type="none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7" name="TextBox 156">
            <a:extLst>
              <a:ext uri="{FF2B5EF4-FFF2-40B4-BE49-F238E27FC236}">
                <a16:creationId xmlns:a16="http://schemas.microsoft.com/office/drawing/2014/main" id="{D14E25EE-5BAE-7107-2FD1-EBBACB931BDE}"/>
              </a:ext>
            </a:extLst>
          </p:cNvPr>
          <p:cNvSpPr txBox="1"/>
          <p:nvPr/>
        </p:nvSpPr>
        <p:spPr>
          <a:xfrm>
            <a:off x="1819228" y="4278709"/>
            <a:ext cx="1441580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Aptos" panose="020B0004020202020204" pitchFamily="34" charset="0"/>
                <a:ea typeface="Cambria" panose="02040503050406030204" pitchFamily="18" charset="0"/>
              </a:rPr>
              <a:t>Ionization efficiency</a:t>
            </a: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745698A3-2E6E-3D62-96D6-BB619307886A}"/>
              </a:ext>
            </a:extLst>
          </p:cNvPr>
          <p:cNvSpPr txBox="1"/>
          <p:nvPr/>
        </p:nvSpPr>
        <p:spPr>
          <a:xfrm>
            <a:off x="1592816" y="4562086"/>
            <a:ext cx="105113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Aptos" panose="020B0004020202020204" pitchFamily="34" charset="0"/>
                <a:ea typeface="Cambria" panose="02040503050406030204" pitchFamily="18" charset="0"/>
              </a:rPr>
              <a:t>pH (colour)</a:t>
            </a:r>
          </a:p>
        </p:txBody>
      </p:sp>
      <p:sp>
        <p:nvSpPr>
          <p:cNvPr id="137" name="Rectangle 136">
            <a:extLst>
              <a:ext uri="{FF2B5EF4-FFF2-40B4-BE49-F238E27FC236}">
                <a16:creationId xmlns:a16="http://schemas.microsoft.com/office/drawing/2014/main" id="{0B18E681-01C4-C479-2449-E808BCDB3FF0}"/>
              </a:ext>
            </a:extLst>
          </p:cNvPr>
          <p:cNvSpPr/>
          <p:nvPr/>
        </p:nvSpPr>
        <p:spPr>
          <a:xfrm>
            <a:off x="675636" y="3418716"/>
            <a:ext cx="1412860" cy="3277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tx1">
                    <a:lumMod val="85000"/>
                    <a:lumOff val="15000"/>
                  </a:schemeClr>
                </a:solidFill>
                <a:latin typeface="Aptos" panose="020B0004020202020204" pitchFamily="34" charset="0"/>
              </a:rPr>
              <a:t>Ionization efficiency Library</a:t>
            </a:r>
          </a:p>
        </p:txBody>
      </p:sp>
    </p:spTree>
    <p:extLst>
      <p:ext uri="{BB962C8B-B14F-4D97-AF65-F5344CB8AC3E}">
        <p14:creationId xmlns:p14="http://schemas.microsoft.com/office/powerpoint/2010/main" val="28323925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1148</TotalTime>
  <Words>62</Words>
  <Application>Microsoft Office PowerPoint</Application>
  <PresentationFormat>Custom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Arial</vt:lpstr>
      <vt:lpstr>Calibri</vt:lpstr>
      <vt:lpstr>Calibri Light</vt:lpstr>
      <vt:lpstr>Cambria</vt:lpstr>
      <vt:lpstr>Lato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Alex Nikolopoulos</dc:creator>
  <cp:lastModifiedBy>alex nikolopoulos</cp:lastModifiedBy>
  <cp:revision>31</cp:revision>
  <dcterms:created xsi:type="dcterms:W3CDTF">2024-03-03T20:53:48Z</dcterms:created>
  <dcterms:modified xsi:type="dcterms:W3CDTF">2025-05-04T23:56:49Z</dcterms:modified>
</cp:coreProperties>
</file>