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P model" id="{1B42616A-2B09-4BA8-A4B2-CD3BE1E7681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2" autoAdjust="0"/>
    <p:restoredTop sz="95172" autoAdjust="0"/>
  </p:normalViewPr>
  <p:slideViewPr>
    <p:cSldViewPr snapToGrid="0">
      <p:cViewPr varScale="1">
        <p:scale>
          <a:sx n="85" d="100"/>
          <a:sy n="85" d="100"/>
        </p:scale>
        <p:origin x="77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3E52-901C-73DA-5B16-7697F3F3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21D0-BE67-38DD-9623-82AE1B59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25A4-0A6D-21B1-7859-57017ECD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E420-C97B-2D87-D5F3-2C40DECB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2370-8D69-BC8A-A908-5AD67F0C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1E79C6DE-CA7D-C064-6F2E-5F1811FC2EC0}"/>
              </a:ext>
            </a:extLst>
          </p:cNvPr>
          <p:cNvSpPr/>
          <p:nvPr/>
        </p:nvSpPr>
        <p:spPr>
          <a:xfrm>
            <a:off x="0" y="2454205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2A3DF-584A-2F43-5263-143E8FAEA182}"/>
              </a:ext>
            </a:extLst>
          </p:cNvPr>
          <p:cNvSpPr/>
          <p:nvPr/>
        </p:nvSpPr>
        <p:spPr>
          <a:xfrm>
            <a:off x="4546046" y="1988377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41476-19DF-B989-29E7-2773FBAB4DD7}"/>
              </a:ext>
            </a:extLst>
          </p:cNvPr>
          <p:cNvSpPr txBox="1"/>
          <p:nvPr/>
        </p:nvSpPr>
        <p:spPr>
          <a:xfrm>
            <a:off x="4859649" y="2143816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D2313F-1306-C733-7C28-5B4031F837E1}"/>
              </a:ext>
            </a:extLst>
          </p:cNvPr>
          <p:cNvSpPr/>
          <p:nvPr/>
        </p:nvSpPr>
        <p:spPr>
          <a:xfrm>
            <a:off x="507493" y="1517827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6152C44-8C50-E79E-A35F-788040BB92BD}"/>
              </a:ext>
            </a:extLst>
          </p:cNvPr>
          <p:cNvSpPr txBox="1"/>
          <p:nvPr/>
        </p:nvSpPr>
        <p:spPr>
          <a:xfrm>
            <a:off x="1411345" y="479601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437E3A-6AB3-8288-E55C-741BEE44460F}"/>
              </a:ext>
            </a:extLst>
          </p:cNvPr>
          <p:cNvGrpSpPr/>
          <p:nvPr/>
        </p:nvGrpSpPr>
        <p:grpSpPr>
          <a:xfrm>
            <a:off x="23230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171976-19B2-1313-F036-10D63A7EDF0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0E126F-5FF7-F834-6B71-2326E8E98FB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26CD638-9E9E-F4D8-2586-F27524CB0D9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225DB7-7EFA-59EB-ABAB-B8E764E5E825}"/>
              </a:ext>
            </a:extLst>
          </p:cNvPr>
          <p:cNvSpPr/>
          <p:nvPr/>
        </p:nvSpPr>
        <p:spPr>
          <a:xfrm>
            <a:off x="687026" y="262468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94159-C9AF-4A61-C6D0-2AD03DFE54B8}"/>
              </a:ext>
            </a:extLst>
          </p:cNvPr>
          <p:cNvSpPr txBox="1"/>
          <p:nvPr/>
        </p:nvSpPr>
        <p:spPr>
          <a:xfrm>
            <a:off x="1365111" y="161803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1843F8C-4A37-DD6B-A2EF-DC8894394C1D}"/>
              </a:ext>
            </a:extLst>
          </p:cNvPr>
          <p:cNvGrpSpPr/>
          <p:nvPr/>
        </p:nvGrpSpPr>
        <p:grpSpPr>
          <a:xfrm>
            <a:off x="22243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4CE352-C709-11C6-63B3-C5C34689BDD9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0DD5B1-8793-5838-A12E-4A35E4F831D4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CBD8AF-B969-09BC-79D7-FE0D144C9899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C1CBE4B1-6E19-D507-4DA6-27216347F7DA}"/>
              </a:ext>
            </a:extLst>
          </p:cNvPr>
          <p:cNvSpPr/>
          <p:nvPr/>
        </p:nvSpPr>
        <p:spPr>
          <a:xfrm>
            <a:off x="893298" y="35212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FC23530E-80F7-D525-8712-64EEB523872A}"/>
              </a:ext>
            </a:extLst>
          </p:cNvPr>
          <p:cNvSpPr/>
          <p:nvPr/>
        </p:nvSpPr>
        <p:spPr>
          <a:xfrm>
            <a:off x="1695669" y="343272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856354F-F7ED-B88E-F92C-E24A850C0F82}"/>
              </a:ext>
            </a:extLst>
          </p:cNvPr>
          <p:cNvSpPr/>
          <p:nvPr/>
        </p:nvSpPr>
        <p:spPr>
          <a:xfrm>
            <a:off x="1318576" y="36846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E573D639-27B6-BE64-029E-955FA020517C}"/>
              </a:ext>
            </a:extLst>
          </p:cNvPr>
          <p:cNvSpPr/>
          <p:nvPr/>
        </p:nvSpPr>
        <p:spPr>
          <a:xfrm>
            <a:off x="1714755" y="29937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F589163E-6999-0D6D-046B-2FF1D2EB2754}"/>
              </a:ext>
            </a:extLst>
          </p:cNvPr>
          <p:cNvSpPr/>
          <p:nvPr/>
        </p:nvSpPr>
        <p:spPr>
          <a:xfrm>
            <a:off x="811064" y="300014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A8AFE-C258-75AE-9237-E1F940D74C08}"/>
              </a:ext>
            </a:extLst>
          </p:cNvPr>
          <p:cNvSpPr txBox="1"/>
          <p:nvPr/>
        </p:nvSpPr>
        <p:spPr>
          <a:xfrm>
            <a:off x="1647268" y="304670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9041-7B15-D59A-2142-BF055E51E2F1}"/>
              </a:ext>
            </a:extLst>
          </p:cNvPr>
          <p:cNvSpPr txBox="1"/>
          <p:nvPr/>
        </p:nvSpPr>
        <p:spPr>
          <a:xfrm>
            <a:off x="1620097" y="348060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7BDF2-3423-CD25-6326-3BC1F4F0B108}"/>
              </a:ext>
            </a:extLst>
          </p:cNvPr>
          <p:cNvSpPr txBox="1"/>
          <p:nvPr/>
        </p:nvSpPr>
        <p:spPr>
          <a:xfrm>
            <a:off x="1244991" y="371972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9FDA1-2245-9F0C-068F-AB2D999E5363}"/>
              </a:ext>
            </a:extLst>
          </p:cNvPr>
          <p:cNvSpPr txBox="1"/>
          <p:nvPr/>
        </p:nvSpPr>
        <p:spPr>
          <a:xfrm>
            <a:off x="813696" y="356066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EB5C1-8C32-D4AC-B74E-694FCAE26C2E}"/>
              </a:ext>
            </a:extLst>
          </p:cNvPr>
          <p:cNvSpPr txBox="1"/>
          <p:nvPr/>
        </p:nvSpPr>
        <p:spPr>
          <a:xfrm>
            <a:off x="764280" y="306697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1EE0C09-A401-13EB-C777-B2683230CB51}"/>
              </a:ext>
            </a:extLst>
          </p:cNvPr>
          <p:cNvSpPr/>
          <p:nvPr/>
        </p:nvSpPr>
        <p:spPr>
          <a:xfrm>
            <a:off x="1254845" y="278632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D8FD53-9B3F-5B36-3FCE-76A8BB582421}"/>
              </a:ext>
            </a:extLst>
          </p:cNvPr>
          <p:cNvSpPr txBox="1"/>
          <p:nvPr/>
        </p:nvSpPr>
        <p:spPr>
          <a:xfrm>
            <a:off x="1208061" y="285315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32F57EA-F72B-47D3-C3AC-A3807201AC8F}"/>
              </a:ext>
            </a:extLst>
          </p:cNvPr>
          <p:cNvGrpSpPr/>
          <p:nvPr/>
        </p:nvGrpSpPr>
        <p:grpSpPr>
          <a:xfrm>
            <a:off x="29788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29A5197-2761-52AE-A4C2-23226C0DBA19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6737ECB6-D0FE-154B-BE01-EF874A8C7823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DFE272B-2E1A-E93A-1D12-6B3D1C4E40CB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01911FC3-7EBD-B36C-6380-824DDEE199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09B0B0-8456-C446-CC3B-83480651B44D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739BB0-4529-C40F-E211-94B68CA4D59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13DCEC-B0BE-A3FD-6A18-9D48A19E54E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5A374E-2625-EB59-6F50-054C9016EEA3}"/>
              </a:ext>
            </a:extLst>
          </p:cNvPr>
          <p:cNvGrpSpPr/>
          <p:nvPr/>
        </p:nvGrpSpPr>
        <p:grpSpPr>
          <a:xfrm>
            <a:off x="29788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8C999EA-2578-5C99-4352-474F691FF6A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D5BB8497-E5B7-C138-80C3-E4BD8FAE3B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2020473-8180-6E00-C21D-A91463D9286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357B7296-0AD8-F1E1-9B42-D73AE739974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CF8831-9F25-9DA1-2CA0-2DB83F4C0E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A08FCA-93CB-77D8-D876-9E1BDFBB46C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4E2503A-DE31-E109-E6FC-78329F83C96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813FC7-528A-9F76-AAFF-518213BA8705}"/>
              </a:ext>
            </a:extLst>
          </p:cNvPr>
          <p:cNvGrpSpPr/>
          <p:nvPr/>
        </p:nvGrpSpPr>
        <p:grpSpPr>
          <a:xfrm>
            <a:off x="29788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7B6D442-5894-7E0F-F8F2-2510400338A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424E0E7-2797-17F6-714D-DCBCF6888200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E8371840-A8CF-DEEB-3178-E6DAD68AC15E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722A78DF-2644-0B1B-F595-4AE5A6566C1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9B3CEAC-8BCF-F7CC-65A8-9C91F5995EA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4362AA8-4A16-849A-B5F3-A6741A0A180A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AA2D3E4-01F2-2935-FF4B-F1CB364BD60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C5FD21-CEB8-AB98-AA18-87DE64229B23}"/>
              </a:ext>
            </a:extLst>
          </p:cNvPr>
          <p:cNvSpPr/>
          <p:nvPr/>
        </p:nvSpPr>
        <p:spPr>
          <a:xfrm>
            <a:off x="831427" y="475899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7E06743-E468-5CCD-962B-F3B7F2163DDE}"/>
              </a:ext>
            </a:extLst>
          </p:cNvPr>
          <p:cNvSpPr/>
          <p:nvPr/>
        </p:nvSpPr>
        <p:spPr>
          <a:xfrm rot="7639531">
            <a:off x="18895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BD13D331-EC31-4544-BEB9-E2324C26B2E0}"/>
              </a:ext>
            </a:extLst>
          </p:cNvPr>
          <p:cNvSpPr/>
          <p:nvPr/>
        </p:nvSpPr>
        <p:spPr>
          <a:xfrm rot="18409040">
            <a:off x="1285970" y="486407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7797555A-CA37-1264-0126-5F7225488411}"/>
              </a:ext>
            </a:extLst>
          </p:cNvPr>
          <p:cNvSpPr/>
          <p:nvPr/>
        </p:nvSpPr>
        <p:spPr>
          <a:xfrm>
            <a:off x="917252" y="495682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A3BE3-7D49-BE8E-EF74-06F206BD3816}"/>
              </a:ext>
            </a:extLst>
          </p:cNvPr>
          <p:cNvSpPr txBox="1"/>
          <p:nvPr/>
        </p:nvSpPr>
        <p:spPr>
          <a:xfrm>
            <a:off x="899660" y="50609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6A282E3-68E3-385E-0283-8D822C0FCDC6}"/>
              </a:ext>
            </a:extLst>
          </p:cNvPr>
          <p:cNvSpPr/>
          <p:nvPr/>
        </p:nvSpPr>
        <p:spPr>
          <a:xfrm rot="3190960" flipV="1">
            <a:off x="1153228" y="489760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A9EE0-C67D-C8CE-B4A1-6C2A95451B5B}"/>
              </a:ext>
            </a:extLst>
          </p:cNvPr>
          <p:cNvCxnSpPr>
            <a:cxnSpLocks/>
          </p:cNvCxnSpPr>
          <p:nvPr/>
        </p:nvCxnSpPr>
        <p:spPr>
          <a:xfrm flipV="1">
            <a:off x="1310071" y="5190807"/>
            <a:ext cx="279554" cy="315"/>
          </a:xfrm>
          <a:prstGeom prst="straightConnector1">
            <a:avLst/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5C45F9-E686-C5AD-7635-630853153125}"/>
              </a:ext>
            </a:extLst>
          </p:cNvPr>
          <p:cNvSpPr txBox="1"/>
          <p:nvPr/>
        </p:nvSpPr>
        <p:spPr>
          <a:xfrm>
            <a:off x="1501077" y="508324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DC357-025E-ADFB-FDA7-5FD38D594BF2}"/>
              </a:ext>
            </a:extLst>
          </p:cNvPr>
          <p:cNvSpPr txBox="1"/>
          <p:nvPr/>
        </p:nvSpPr>
        <p:spPr>
          <a:xfrm>
            <a:off x="1271936" y="534697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443F59-6805-5EC7-2635-37205137C5CB}"/>
              </a:ext>
            </a:extLst>
          </p:cNvPr>
          <p:cNvSpPr/>
          <p:nvPr/>
        </p:nvSpPr>
        <p:spPr>
          <a:xfrm>
            <a:off x="7955726" y="1517827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368E8-4446-DA60-3E1D-45B4798112C2}"/>
              </a:ext>
            </a:extLst>
          </p:cNvPr>
          <p:cNvSpPr txBox="1"/>
          <p:nvPr/>
        </p:nvSpPr>
        <p:spPr>
          <a:xfrm>
            <a:off x="8769318" y="158755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445BCD42-B18B-F1C3-6EEC-8A7DB3FCE4AF}"/>
              </a:ext>
            </a:extLst>
          </p:cNvPr>
          <p:cNvSpPr/>
          <p:nvPr/>
        </p:nvSpPr>
        <p:spPr>
          <a:xfrm>
            <a:off x="4744635" y="4223273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D05FA8-D7C4-4D60-EFDA-F942C60A1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758149"/>
              </p:ext>
            </p:extLst>
          </p:nvPr>
        </p:nvGraphicFramePr>
        <p:xfrm>
          <a:off x="6347860" y="305499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5B58B5AF-8BCF-D3CB-8757-8783BB25D26C}"/>
              </a:ext>
            </a:extLst>
          </p:cNvPr>
          <p:cNvSpPr/>
          <p:nvPr/>
        </p:nvSpPr>
        <p:spPr>
          <a:xfrm>
            <a:off x="4744635" y="2966015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96AD060-B1EE-1FDA-996D-E4D2B7025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125238"/>
              </p:ext>
            </p:extLst>
          </p:nvPr>
        </p:nvGraphicFramePr>
        <p:xfrm>
          <a:off x="6347860" y="4286941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656B3AA-D03C-D124-4931-23BBE1056143}"/>
              </a:ext>
            </a:extLst>
          </p:cNvPr>
          <p:cNvSpPr/>
          <p:nvPr/>
        </p:nvSpPr>
        <p:spPr>
          <a:xfrm rot="18582686">
            <a:off x="5169008" y="412815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81AA41-88DE-63CF-FAC9-BB7A73458952}"/>
              </a:ext>
            </a:extLst>
          </p:cNvPr>
          <p:cNvSpPr/>
          <p:nvPr/>
        </p:nvSpPr>
        <p:spPr>
          <a:xfrm rot="2839795" flipV="1">
            <a:off x="5887589" y="427789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3B7704B8-42D4-D0D6-5BB2-76744217B757}"/>
              </a:ext>
            </a:extLst>
          </p:cNvPr>
          <p:cNvGrpSpPr/>
          <p:nvPr/>
        </p:nvGrpSpPr>
        <p:grpSpPr>
          <a:xfrm>
            <a:off x="5617237" y="42221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9082BD-4EE6-88EA-2DAA-EA9C37EC83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CC0FB8-29AE-FCDD-BC26-D0DC8C2B82C4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FDE304-93F8-E532-7D2B-0B13F82DC8A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D8EEB93-11FA-3AA2-5140-26F64C21E481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6535E5-B575-526E-30E4-838FDF2B589D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4085C0-4197-44ED-AD34-A65D9ABD71E3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4A9E8B-D1C4-7C95-0092-FBE1728E9D88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AA89B-4451-E86E-DCAC-F0AB986CA731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2F3BBD-E30A-4E38-85C4-8F59B6CDE33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03602D79-9FA5-814E-27F0-93946181E316}"/>
              </a:ext>
            </a:extLst>
          </p:cNvPr>
          <p:cNvSpPr/>
          <p:nvPr/>
        </p:nvSpPr>
        <p:spPr>
          <a:xfrm rot="18582686">
            <a:off x="5169008" y="2898818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5A354-BBEB-4072-CB83-4A94E62C786C}"/>
              </a:ext>
            </a:extLst>
          </p:cNvPr>
          <p:cNvSpPr/>
          <p:nvPr/>
        </p:nvSpPr>
        <p:spPr>
          <a:xfrm rot="2839795" flipV="1">
            <a:off x="5887589" y="3048554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749479D3-86A2-19EA-890F-54DD7048D127}"/>
              </a:ext>
            </a:extLst>
          </p:cNvPr>
          <p:cNvGrpSpPr/>
          <p:nvPr/>
        </p:nvGrpSpPr>
        <p:grpSpPr>
          <a:xfrm>
            <a:off x="5617237" y="29927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CFD368-C785-F857-E5A1-F58D08B712D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2D84D7A-C57B-36CB-E476-D658DD1C340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76C582F-D7B7-A3C4-4352-7E66B966D18B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F8BC51-D4EA-42C2-4FB9-288EBD35FACB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939523-75FB-05F3-67DC-129674BE944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D9F08D1-CB76-67B0-59AB-2B2584254782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60CCCA-0CDA-FE76-1716-78696E33BD46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C0FD0F3-5DF6-BFFF-2BC3-957DAFFB878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BE87DB4-8A8C-0283-A277-D9A0CF4BFE4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4E521BF-5C3B-978D-59E2-AE528A90C482}"/>
              </a:ext>
            </a:extLst>
          </p:cNvPr>
          <p:cNvSpPr/>
          <p:nvPr/>
        </p:nvSpPr>
        <p:spPr>
          <a:xfrm>
            <a:off x="8106554" y="2177004"/>
            <a:ext cx="3325016" cy="2017927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7864A23-EAF6-A81C-A896-CE375EBCDA00}"/>
              </a:ext>
            </a:extLst>
          </p:cNvPr>
          <p:cNvSpPr/>
          <p:nvPr/>
        </p:nvSpPr>
        <p:spPr>
          <a:xfrm>
            <a:off x="8210485" y="2811052"/>
            <a:ext cx="1895667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C43A223-B4B7-4D28-CCFA-C9449F88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849682"/>
              </p:ext>
            </p:extLst>
          </p:nvPr>
        </p:nvGraphicFramePr>
        <p:xfrm>
          <a:off x="8309224" y="290813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ADB07D9A-5B3F-46D9-5A3B-5BB29EF3BC5B}"/>
              </a:ext>
            </a:extLst>
          </p:cNvPr>
          <p:cNvSpPr txBox="1"/>
          <p:nvPr/>
        </p:nvSpPr>
        <p:spPr>
          <a:xfrm>
            <a:off x="9483561" y="28606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C72EE54-EB31-9E1D-7173-D9B5111F1746}"/>
              </a:ext>
            </a:extLst>
          </p:cNvPr>
          <p:cNvSpPr/>
          <p:nvPr/>
        </p:nvSpPr>
        <p:spPr>
          <a:xfrm>
            <a:off x="8210485" y="3480619"/>
            <a:ext cx="1895667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BC5A3A0-1BD4-5AD5-ED15-E061E6AE5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054301"/>
              </p:ext>
            </p:extLst>
          </p:nvPr>
        </p:nvGraphicFramePr>
        <p:xfrm>
          <a:off x="8309224" y="3577706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32D609-E347-6931-D2B4-F3C9D80C997B}"/>
              </a:ext>
            </a:extLst>
          </p:cNvPr>
          <p:cNvSpPr txBox="1"/>
          <p:nvPr/>
        </p:nvSpPr>
        <p:spPr>
          <a:xfrm>
            <a:off x="9483561" y="3530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37B09A2-A20E-4355-B7C6-87AF4E699401}"/>
              </a:ext>
            </a:extLst>
          </p:cNvPr>
          <p:cNvSpPr/>
          <p:nvPr/>
        </p:nvSpPr>
        <p:spPr>
          <a:xfrm>
            <a:off x="9766604" y="3606866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C99B43-F6D4-A3A1-92DA-A8F08403ED38}"/>
              </a:ext>
            </a:extLst>
          </p:cNvPr>
          <p:cNvSpPr txBox="1"/>
          <p:nvPr/>
        </p:nvSpPr>
        <p:spPr>
          <a:xfrm>
            <a:off x="9332847" y="2025403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32AE4F1-6D68-B363-D882-111E1DA355CF}"/>
              </a:ext>
            </a:extLst>
          </p:cNvPr>
          <p:cNvSpPr/>
          <p:nvPr/>
        </p:nvSpPr>
        <p:spPr>
          <a:xfrm>
            <a:off x="8210485" y="4812557"/>
            <a:ext cx="1895667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3126FB9-E331-C314-BBF7-0F283A3ABE0E}"/>
              </a:ext>
            </a:extLst>
          </p:cNvPr>
          <p:cNvSpPr txBox="1"/>
          <p:nvPr/>
        </p:nvSpPr>
        <p:spPr>
          <a:xfrm>
            <a:off x="9483561" y="48621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01E6D4C6-5BEC-449E-88D3-1BA5A3E6168A}"/>
              </a:ext>
            </a:extLst>
          </p:cNvPr>
          <p:cNvSpPr/>
          <p:nvPr/>
        </p:nvSpPr>
        <p:spPr>
          <a:xfrm>
            <a:off x="9766604" y="4938804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1F54073-F948-E7AC-1E61-C398FF694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376664"/>
              </p:ext>
            </p:extLst>
          </p:nvPr>
        </p:nvGraphicFramePr>
        <p:xfrm>
          <a:off x="8309224" y="4909644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E7F5635-70D4-EA56-3389-0C223C6A1BFB}"/>
              </a:ext>
            </a:extLst>
          </p:cNvPr>
          <p:cNvSpPr/>
          <p:nvPr/>
        </p:nvSpPr>
        <p:spPr>
          <a:xfrm>
            <a:off x="8106554" y="4512447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B6B03D9-F695-73B7-0B35-44ABFCA9FE16}"/>
              </a:ext>
            </a:extLst>
          </p:cNvPr>
          <p:cNvSpPr txBox="1"/>
          <p:nvPr/>
        </p:nvSpPr>
        <p:spPr>
          <a:xfrm>
            <a:off x="9233454" y="4357329"/>
            <a:ext cx="1071216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C917F-BA54-9EBC-A264-40E991DDF20C}"/>
              </a:ext>
            </a:extLst>
          </p:cNvPr>
          <p:cNvCxnSpPr>
            <a:cxnSpLocks/>
          </p:cNvCxnSpPr>
          <p:nvPr/>
        </p:nvCxnSpPr>
        <p:spPr>
          <a:xfrm>
            <a:off x="10166733" y="3045299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4FAB020-BA18-61ED-EEE5-D945B73D9F81}"/>
              </a:ext>
            </a:extLst>
          </p:cNvPr>
          <p:cNvSpPr/>
          <p:nvPr/>
        </p:nvSpPr>
        <p:spPr>
          <a:xfrm>
            <a:off x="10595073" y="29132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678DDFD-BFDD-3951-3DE3-CE5887CF255D}"/>
              </a:ext>
            </a:extLst>
          </p:cNvPr>
          <p:cNvSpPr/>
          <p:nvPr/>
        </p:nvSpPr>
        <p:spPr>
          <a:xfrm>
            <a:off x="10595073" y="3582807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3D7BD4C-3DEA-9109-2CBB-54336D5DE751}"/>
              </a:ext>
            </a:extLst>
          </p:cNvPr>
          <p:cNvSpPr/>
          <p:nvPr/>
        </p:nvSpPr>
        <p:spPr>
          <a:xfrm>
            <a:off x="10595073" y="491474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DACD58-DB5D-B196-9E16-A6334C9E0F12}"/>
              </a:ext>
            </a:extLst>
          </p:cNvPr>
          <p:cNvSpPr txBox="1"/>
          <p:nvPr/>
        </p:nvSpPr>
        <p:spPr>
          <a:xfrm>
            <a:off x="10570654" y="2918341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7CB4B-587B-FE53-8A0B-C6A60FFA99FA}"/>
              </a:ext>
            </a:extLst>
          </p:cNvPr>
          <p:cNvSpPr txBox="1"/>
          <p:nvPr/>
        </p:nvSpPr>
        <p:spPr>
          <a:xfrm>
            <a:off x="10559642" y="3587908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2E0D60-1E2D-DE8B-1FE2-6260C00ACF7A}"/>
              </a:ext>
            </a:extLst>
          </p:cNvPr>
          <p:cNvSpPr txBox="1"/>
          <p:nvPr/>
        </p:nvSpPr>
        <p:spPr>
          <a:xfrm>
            <a:off x="10559642" y="491984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37B4EC-F04D-62DC-F707-A29B82F9D523}"/>
              </a:ext>
            </a:extLst>
          </p:cNvPr>
          <p:cNvCxnSpPr>
            <a:cxnSpLocks/>
          </p:cNvCxnSpPr>
          <p:nvPr/>
        </p:nvCxnSpPr>
        <p:spPr>
          <a:xfrm>
            <a:off x="10166733" y="3714866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B57997D-8007-8ABF-9AA9-E29703295A25}"/>
              </a:ext>
            </a:extLst>
          </p:cNvPr>
          <p:cNvCxnSpPr>
            <a:cxnSpLocks/>
          </p:cNvCxnSpPr>
          <p:nvPr/>
        </p:nvCxnSpPr>
        <p:spPr>
          <a:xfrm>
            <a:off x="10166733" y="504680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3014D-7944-72D9-5B0F-563FE39F7D00}"/>
              </a:ext>
            </a:extLst>
          </p:cNvPr>
          <p:cNvSpPr txBox="1"/>
          <p:nvPr/>
        </p:nvSpPr>
        <p:spPr>
          <a:xfrm>
            <a:off x="4409270" y="62975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1D29D8-B0D9-9022-9E45-27A31AB3A052}"/>
              </a:ext>
            </a:extLst>
          </p:cNvPr>
          <p:cNvSpPr/>
          <p:nvPr/>
        </p:nvSpPr>
        <p:spPr>
          <a:xfrm>
            <a:off x="10372510" y="2501754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26492378-21B2-B9C0-2AC8-DE4AD423EA56}"/>
              </a:ext>
            </a:extLst>
          </p:cNvPr>
          <p:cNvSpPr/>
          <p:nvPr/>
        </p:nvSpPr>
        <p:spPr>
          <a:xfrm rot="16200000">
            <a:off x="8791148" y="2205490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C323266-FF58-EFEA-E730-FC88B6BEE982}"/>
              </a:ext>
            </a:extLst>
          </p:cNvPr>
          <p:cNvSpPr/>
          <p:nvPr/>
        </p:nvSpPr>
        <p:spPr>
          <a:xfrm>
            <a:off x="8448427" y="2443715"/>
            <a:ext cx="884420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229087-06FC-38AD-2235-386A5A1902B5}"/>
              </a:ext>
            </a:extLst>
          </p:cNvPr>
          <p:cNvSpPr/>
          <p:nvPr/>
        </p:nvSpPr>
        <p:spPr>
          <a:xfrm>
            <a:off x="9782453" y="2456213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A67AF09-F98C-5818-4F4A-158D89416A0B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6" y="2702434"/>
            <a:ext cx="0" cy="337311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9935F7E2-6887-A229-8C11-F1D6E252927D}"/>
              </a:ext>
            </a:extLst>
          </p:cNvPr>
          <p:cNvSpPr/>
          <p:nvPr/>
        </p:nvSpPr>
        <p:spPr>
          <a:xfrm>
            <a:off x="9766604" y="2937299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A9002A-1BCF-A612-9530-79ED31FCF38C}"/>
              </a:ext>
            </a:extLst>
          </p:cNvPr>
          <p:cNvSpPr/>
          <p:nvPr/>
        </p:nvSpPr>
        <p:spPr>
          <a:xfrm>
            <a:off x="5204933" y="3529823"/>
            <a:ext cx="1182336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0C544-6758-A906-C32D-5FAEA32E1C67}"/>
              </a:ext>
            </a:extLst>
          </p:cNvPr>
          <p:cNvSpPr/>
          <p:nvPr/>
        </p:nvSpPr>
        <p:spPr>
          <a:xfrm>
            <a:off x="6489680" y="3331433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A77367-453B-6407-BF0D-6C08050D5BE6}"/>
              </a:ext>
            </a:extLst>
          </p:cNvPr>
          <p:cNvSpPr/>
          <p:nvPr/>
        </p:nvSpPr>
        <p:spPr>
          <a:xfrm>
            <a:off x="6489680" y="4593928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3CB4CC-473A-3B39-6434-9CF0FEB44993}"/>
              </a:ext>
            </a:extLst>
          </p:cNvPr>
          <p:cNvSpPr/>
          <p:nvPr/>
        </p:nvSpPr>
        <p:spPr>
          <a:xfrm>
            <a:off x="5204933" y="4761976"/>
            <a:ext cx="1182336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01F8EA-E19B-E3DB-2105-5DDC279B5B51}"/>
              </a:ext>
            </a:extLst>
          </p:cNvPr>
          <p:cNvSpPr/>
          <p:nvPr/>
        </p:nvSpPr>
        <p:spPr>
          <a:xfrm>
            <a:off x="736595" y="4178021"/>
            <a:ext cx="1412862" cy="32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351311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64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27</cp:revision>
  <dcterms:created xsi:type="dcterms:W3CDTF">2024-03-03T20:53:48Z</dcterms:created>
  <dcterms:modified xsi:type="dcterms:W3CDTF">2025-02-25T13:44:42Z</dcterms:modified>
</cp:coreProperties>
</file>